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5143500" cx="9144000"/>
  <p:notesSz cx="6858000" cy="9144000"/>
  <p:embeddedFontLst>
    <p:embeddedFont>
      <p:font typeface="Fjalla One"/>
      <p:regular r:id="rId12"/>
    </p:embeddedFont>
    <p:embeddedFont>
      <p:font typeface="Barlow Semi Condensed Medium"/>
      <p:regular r:id="rId13"/>
      <p:bold r:id="rId14"/>
      <p:italic r:id="rId15"/>
      <p:boldItalic r:id="rId16"/>
    </p:embeddedFont>
    <p:embeddedFont>
      <p:font typeface="Barlow Semi Condensed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BarlowSemiCondensed-bold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BarlowSemiCondensedMedium-regular.fntdata"/><Relationship Id="rId12" Type="http://schemas.openxmlformats.org/officeDocument/2006/relationships/font" Target="fonts/FjallaOne-regular.fntdata"/><Relationship Id="rId15" Type="http://schemas.openxmlformats.org/officeDocument/2006/relationships/font" Target="fonts/BarlowSemiCondensedMedium-italic.fntdata"/><Relationship Id="rId14" Type="http://schemas.openxmlformats.org/officeDocument/2006/relationships/font" Target="fonts/BarlowSemiCondensedMedium-bold.fntdata"/><Relationship Id="rId17" Type="http://schemas.openxmlformats.org/officeDocument/2006/relationships/font" Target="fonts/BarlowSemiCondensed-regular.fntdata"/><Relationship Id="rId16" Type="http://schemas.openxmlformats.org/officeDocument/2006/relationships/font" Target="fonts/BarlowSemiCondensedMedium-boldItalic.fntdata"/><Relationship Id="rId19" Type="http://schemas.openxmlformats.org/officeDocument/2006/relationships/font" Target="fonts/BarlowSemiCondensed-italic.fntdata"/><Relationship Id="rId18" Type="http://schemas.openxmlformats.org/officeDocument/2006/relationships/font" Target="fonts/BarlowSemiCondensed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2" name="Shape 1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3" name="Google Shape;1683;g8728718f4e_1_13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4" name="Google Shape;1684;g8728718f4e_1_13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8" name="Shape 1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" name="Google Shape;1689;g3bb0d54f10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0" name="Google Shape;1690;g3bb0d54f10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7" name="Google Shape;1917;g804e9800b4_0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8" name="Google Shape;1918;g804e9800b4_0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9" name="Shape 2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" name="Google Shape;2160;g804e9800b4_0_1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1" name="Google Shape;2161;g804e9800b4_0_1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6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7" name="Google Shape;2187;g8714a43093_1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8" name="Google Shape;2188;g8714a43093_1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3" name="Shape 2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4" name="Google Shape;2404;g881d70bc06_1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5" name="Google Shape;2405;g881d70bc06_1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8" name="Shape 2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9" name="Google Shape;2419;g8714a43093_3_6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0" name="Google Shape;2420;g8714a43093_3_6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slidesgo.com/" TargetMode="External"/><Relationship Id="rId3" Type="http://schemas.openxmlformats.org/officeDocument/2006/relationships/hyperlink" Target="https://www.flaticon.com/" TargetMode="External"/><Relationship Id="rId4" Type="http://schemas.openxmlformats.org/officeDocument/2006/relationships/hyperlink" Target="https://www.freepik.com/" TargetMode="External"/><Relationship Id="rId5" Type="http://schemas.openxmlformats.org/officeDocument/2006/relationships/hyperlink" Target="https://stories.freepik.com/" TargetMode="Externa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"/>
          <p:cNvSpPr txBox="1"/>
          <p:nvPr>
            <p:ph type="ctrTitle"/>
          </p:nvPr>
        </p:nvSpPr>
        <p:spPr>
          <a:xfrm>
            <a:off x="5248656" y="2002536"/>
            <a:ext cx="3264300" cy="1792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" name="Google Shape;9;p2"/>
          <p:cNvSpPr txBox="1"/>
          <p:nvPr>
            <p:ph idx="1" type="subTitle"/>
          </p:nvPr>
        </p:nvSpPr>
        <p:spPr>
          <a:xfrm>
            <a:off x="5248656" y="3721608"/>
            <a:ext cx="3264300" cy="89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cxnSp>
        <p:nvCxnSpPr>
          <p:cNvPr id="10" name="Google Shape;10;p2"/>
          <p:cNvCxnSpPr/>
          <p:nvPr/>
        </p:nvCxnSpPr>
        <p:spPr>
          <a:xfrm flipH="1">
            <a:off x="5827050" y="451300"/>
            <a:ext cx="1672500" cy="126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" name="Google Shape;11;p2"/>
          <p:cNvCxnSpPr/>
          <p:nvPr/>
        </p:nvCxnSpPr>
        <p:spPr>
          <a:xfrm rot="10800000">
            <a:off x="7512925" y="457850"/>
            <a:ext cx="829500" cy="743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8348975" y="-6625"/>
            <a:ext cx="796500" cy="1188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3" name="Google Shape;13;p2"/>
          <p:cNvGrpSpPr/>
          <p:nvPr/>
        </p:nvGrpSpPr>
        <p:grpSpPr>
          <a:xfrm>
            <a:off x="8064275" y="887850"/>
            <a:ext cx="581800" cy="582350"/>
            <a:chOff x="8064275" y="887850"/>
            <a:chExt cx="581800" cy="582350"/>
          </a:xfrm>
        </p:grpSpPr>
        <p:sp>
          <p:nvSpPr>
            <p:cNvPr id="14" name="Google Shape;14;p2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0" name="Google Shape;20;p2"/>
          <p:cNvGrpSpPr/>
          <p:nvPr/>
        </p:nvGrpSpPr>
        <p:grpSpPr>
          <a:xfrm>
            <a:off x="7353050" y="316275"/>
            <a:ext cx="292025" cy="292575"/>
            <a:chOff x="7353050" y="316275"/>
            <a:chExt cx="292025" cy="292575"/>
          </a:xfrm>
        </p:grpSpPr>
        <p:sp>
          <p:nvSpPr>
            <p:cNvPr id="21" name="Google Shape;21;p2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" name="Google Shape;25;p2"/>
          <p:cNvSpPr/>
          <p:nvPr/>
        </p:nvSpPr>
        <p:spPr>
          <a:xfrm>
            <a:off x="5690580" y="425807"/>
            <a:ext cx="288614" cy="288337"/>
          </a:xfrm>
          <a:custGeom>
            <a:rect b="b" l="l" r="r" t="t"/>
            <a:pathLst>
              <a:path extrusionOk="0" h="22893" w="22915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5688325" y="423275"/>
            <a:ext cx="293111" cy="293388"/>
          </a:xfrm>
          <a:custGeom>
            <a:rect b="b" l="l" r="r" t="t"/>
            <a:pathLst>
              <a:path extrusionOk="0" h="23294" w="23272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5727069" y="462309"/>
            <a:ext cx="215626" cy="215337"/>
          </a:xfrm>
          <a:custGeom>
            <a:rect b="b" l="l" r="r" t="t"/>
            <a:pathLst>
              <a:path extrusionOk="0" h="17097" w="1712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5724827" y="459777"/>
            <a:ext cx="220123" cy="220400"/>
          </a:xfrm>
          <a:custGeom>
            <a:rect b="b" l="l" r="r" t="t"/>
            <a:pathLst>
              <a:path extrusionOk="0" h="17499" w="17477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5766657" y="501884"/>
            <a:ext cx="136177" cy="136177"/>
          </a:xfrm>
          <a:custGeom>
            <a:rect b="b" l="l" r="r" t="t"/>
            <a:pathLst>
              <a:path extrusionOk="0" h="10812" w="10812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5764415" y="499642"/>
            <a:ext cx="140951" cy="140674"/>
          </a:xfrm>
          <a:custGeom>
            <a:rect b="b" l="l" r="r" t="t"/>
            <a:pathLst>
              <a:path extrusionOk="0" h="11169" w="11191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1" name="Google Shape;31;p2"/>
          <p:cNvGrpSpPr/>
          <p:nvPr/>
        </p:nvGrpSpPr>
        <p:grpSpPr>
          <a:xfrm>
            <a:off x="5443350" y="289275"/>
            <a:ext cx="175013" cy="27000"/>
            <a:chOff x="5662375" y="212375"/>
            <a:chExt cx="175013" cy="27000"/>
          </a:xfrm>
        </p:grpSpPr>
        <p:sp>
          <p:nvSpPr>
            <p:cNvPr id="32" name="Google Shape;32;p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5" name="Google Shape;35;p2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36" name="Google Shape;36;p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9" name="Google Shape;39;p2"/>
          <p:cNvGrpSpPr/>
          <p:nvPr/>
        </p:nvGrpSpPr>
        <p:grpSpPr>
          <a:xfrm>
            <a:off x="8068750" y="1581800"/>
            <a:ext cx="175013" cy="27000"/>
            <a:chOff x="5662375" y="212375"/>
            <a:chExt cx="175013" cy="27000"/>
          </a:xfrm>
        </p:grpSpPr>
        <p:sp>
          <p:nvSpPr>
            <p:cNvPr id="40" name="Google Shape;40;p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44;p3"/>
          <p:cNvGrpSpPr/>
          <p:nvPr/>
        </p:nvGrpSpPr>
        <p:grpSpPr>
          <a:xfrm>
            <a:off x="2132649" y="713253"/>
            <a:ext cx="4878702" cy="3717004"/>
            <a:chOff x="399425" y="238125"/>
            <a:chExt cx="6810025" cy="5187000"/>
          </a:xfrm>
        </p:grpSpPr>
        <p:sp>
          <p:nvSpPr>
            <p:cNvPr id="45" name="Google Shape;45;p3"/>
            <p:cNvSpPr/>
            <p:nvPr/>
          </p:nvSpPr>
          <p:spPr>
            <a:xfrm>
              <a:off x="399425" y="238325"/>
              <a:ext cx="6810025" cy="5186100"/>
            </a:xfrm>
            <a:custGeom>
              <a:rect b="b" l="l" r="r" t="t"/>
              <a:pathLst>
                <a:path extrusionOk="0" h="207444" w="272401">
                  <a:moveTo>
                    <a:pt x="143525" y="0"/>
                  </a:moveTo>
                  <a:cubicBezTo>
                    <a:pt x="130816" y="0"/>
                    <a:pt x="118065" y="708"/>
                    <a:pt x="105367" y="1397"/>
                  </a:cubicBezTo>
                  <a:cubicBezTo>
                    <a:pt x="85699" y="2506"/>
                    <a:pt x="65661" y="3689"/>
                    <a:pt x="47175" y="10640"/>
                  </a:cubicBezTo>
                  <a:cubicBezTo>
                    <a:pt x="28764" y="17590"/>
                    <a:pt x="11832" y="31343"/>
                    <a:pt x="5990" y="50198"/>
                  </a:cubicBezTo>
                  <a:cubicBezTo>
                    <a:pt x="1" y="69867"/>
                    <a:pt x="6877" y="90940"/>
                    <a:pt x="13680" y="110387"/>
                  </a:cubicBezTo>
                  <a:cubicBezTo>
                    <a:pt x="22479" y="135305"/>
                    <a:pt x="31870" y="161332"/>
                    <a:pt x="51390" y="179152"/>
                  </a:cubicBezTo>
                  <a:cubicBezTo>
                    <a:pt x="67098" y="193557"/>
                    <a:pt x="97572" y="207444"/>
                    <a:pt x="121591" y="207444"/>
                  </a:cubicBezTo>
                  <a:cubicBezTo>
                    <a:pt x="124820" y="207444"/>
                    <a:pt x="127933" y="207193"/>
                    <a:pt x="130877" y="206658"/>
                  </a:cubicBezTo>
                  <a:cubicBezTo>
                    <a:pt x="145739" y="204070"/>
                    <a:pt x="159714" y="191205"/>
                    <a:pt x="171840" y="182923"/>
                  </a:cubicBezTo>
                  <a:cubicBezTo>
                    <a:pt x="188625" y="171314"/>
                    <a:pt x="205484" y="159705"/>
                    <a:pt x="222268" y="148097"/>
                  </a:cubicBezTo>
                  <a:cubicBezTo>
                    <a:pt x="236909" y="138041"/>
                    <a:pt x="252067" y="127319"/>
                    <a:pt x="260348" y="111644"/>
                  </a:cubicBezTo>
                  <a:cubicBezTo>
                    <a:pt x="272400" y="88722"/>
                    <a:pt x="266411" y="59071"/>
                    <a:pt x="249996" y="39033"/>
                  </a:cubicBezTo>
                  <a:cubicBezTo>
                    <a:pt x="233507" y="18995"/>
                    <a:pt x="208367" y="7756"/>
                    <a:pt x="182858" y="3098"/>
                  </a:cubicBezTo>
                  <a:cubicBezTo>
                    <a:pt x="169864" y="762"/>
                    <a:pt x="156717" y="0"/>
                    <a:pt x="14352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491875" y="238125"/>
              <a:ext cx="6575225" cy="5187000"/>
            </a:xfrm>
            <a:custGeom>
              <a:rect b="b" l="l" r="r" t="t"/>
              <a:pathLst>
                <a:path extrusionOk="0" h="207480" w="263009">
                  <a:moveTo>
                    <a:pt x="139601" y="0"/>
                  </a:moveTo>
                  <a:cubicBezTo>
                    <a:pt x="126957" y="0"/>
                    <a:pt x="114313" y="739"/>
                    <a:pt x="101669" y="1405"/>
                  </a:cubicBezTo>
                  <a:cubicBezTo>
                    <a:pt x="82001" y="2514"/>
                    <a:pt x="61963" y="3697"/>
                    <a:pt x="43477" y="10648"/>
                  </a:cubicBezTo>
                  <a:cubicBezTo>
                    <a:pt x="25066" y="17598"/>
                    <a:pt x="8134" y="31351"/>
                    <a:pt x="2292" y="50206"/>
                  </a:cubicBezTo>
                  <a:cubicBezTo>
                    <a:pt x="665" y="55530"/>
                    <a:pt x="0" y="60928"/>
                    <a:pt x="0" y="66399"/>
                  </a:cubicBezTo>
                  <a:cubicBezTo>
                    <a:pt x="0" y="81114"/>
                    <a:pt x="5028" y="96198"/>
                    <a:pt x="9982" y="110395"/>
                  </a:cubicBezTo>
                  <a:cubicBezTo>
                    <a:pt x="18781" y="135313"/>
                    <a:pt x="28172" y="161340"/>
                    <a:pt x="47692" y="179160"/>
                  </a:cubicBezTo>
                  <a:cubicBezTo>
                    <a:pt x="63442" y="193579"/>
                    <a:pt x="93979" y="207480"/>
                    <a:pt x="118010" y="207480"/>
                  </a:cubicBezTo>
                  <a:cubicBezTo>
                    <a:pt x="121190" y="207480"/>
                    <a:pt x="124221" y="207258"/>
                    <a:pt x="127179" y="206666"/>
                  </a:cubicBezTo>
                  <a:cubicBezTo>
                    <a:pt x="142041" y="204078"/>
                    <a:pt x="156016" y="191213"/>
                    <a:pt x="168142" y="182931"/>
                  </a:cubicBezTo>
                  <a:cubicBezTo>
                    <a:pt x="184927" y="171322"/>
                    <a:pt x="201786" y="159713"/>
                    <a:pt x="218570" y="148105"/>
                  </a:cubicBezTo>
                  <a:cubicBezTo>
                    <a:pt x="233211" y="138049"/>
                    <a:pt x="248369" y="127327"/>
                    <a:pt x="256650" y="111652"/>
                  </a:cubicBezTo>
                  <a:cubicBezTo>
                    <a:pt x="261013" y="103370"/>
                    <a:pt x="263009" y="94127"/>
                    <a:pt x="263009" y="84885"/>
                  </a:cubicBezTo>
                  <a:cubicBezTo>
                    <a:pt x="263009" y="68544"/>
                    <a:pt x="256798" y="51833"/>
                    <a:pt x="246298" y="39041"/>
                  </a:cubicBezTo>
                  <a:cubicBezTo>
                    <a:pt x="229809" y="19003"/>
                    <a:pt x="204669" y="7764"/>
                    <a:pt x="179160" y="3106"/>
                  </a:cubicBezTo>
                  <a:cubicBezTo>
                    <a:pt x="166146" y="813"/>
                    <a:pt x="152910" y="0"/>
                    <a:pt x="1396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2971800" y="2231136"/>
            <a:ext cx="3200400" cy="804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8" name="Google Shape;48;p3"/>
          <p:cNvSpPr txBox="1"/>
          <p:nvPr>
            <p:ph hasCustomPrompt="1" idx="2" type="title"/>
          </p:nvPr>
        </p:nvSpPr>
        <p:spPr>
          <a:xfrm>
            <a:off x="2971800" y="1161288"/>
            <a:ext cx="2967600" cy="106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3"/>
          <p:cNvSpPr txBox="1"/>
          <p:nvPr>
            <p:ph idx="1" type="subTitle"/>
          </p:nvPr>
        </p:nvSpPr>
        <p:spPr>
          <a:xfrm>
            <a:off x="2973225" y="2999232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grpSp>
        <p:nvGrpSpPr>
          <p:cNvPr id="50" name="Google Shape;50;p3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51" name="Google Shape;51;p3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52" name="Google Shape;52;p3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53" name="Google Shape;53;p3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" name="Google Shape;54;p3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" name="Google Shape;55;p3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" name="Google Shape;58;p3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9" name="Google Shape;59;p3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60" name="Google Shape;60;p3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" name="Google Shape;63;p3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4" name="Google Shape;64;p3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" name="Google Shape;67;p3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" name="Google Shape;68;p3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69" name="Google Shape;69;p3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70" name="Google Shape;70;p3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71" name="Google Shape;71;p3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" name="Google Shape;72;p3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" name="Google Shape;76;p3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7" name="Google Shape;77;p3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78" name="Google Shape;78;p3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82" name="Google Shape;82;p3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83" name="Google Shape;83;p3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" name="Google Shape;84;p3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" name="Google Shape;85;p3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" name="Google Shape;86;p3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87" name="Google Shape;87;p3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88" name="Google Shape;88;p3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" name="Google Shape;89;p3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" name="Google Shape;90;p3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1" name="Google Shape;91;p3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92" name="Google Shape;92;p3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" name="Google Shape;93;p3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" name="Google Shape;94;p3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5" name="Google Shape;95;p3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96" name="Google Shape;96;p3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" name="Google Shape;97;p3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" name="Google Shape;98;p3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9" name="Google Shape;99;p3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00" name="Google Shape;100;p3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" name="Google Shape;101;p3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" name="Google Shape;102;p3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103" name="Google Shape;103;p3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4" name="Google Shape;104;p3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05" name="Google Shape;105;p3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3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3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3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"/>
          <p:cNvSpPr txBox="1"/>
          <p:nvPr>
            <p:ph idx="1" type="subTitle"/>
          </p:nvPr>
        </p:nvSpPr>
        <p:spPr>
          <a:xfrm>
            <a:off x="2167128" y="3054096"/>
            <a:ext cx="4809600" cy="113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grpSp>
        <p:nvGrpSpPr>
          <p:cNvPr id="111" name="Google Shape;111;p4"/>
          <p:cNvGrpSpPr/>
          <p:nvPr/>
        </p:nvGrpSpPr>
        <p:grpSpPr>
          <a:xfrm>
            <a:off x="4484494" y="4433000"/>
            <a:ext cx="175013" cy="27000"/>
            <a:chOff x="5662375" y="212375"/>
            <a:chExt cx="175013" cy="27000"/>
          </a:xfrm>
        </p:grpSpPr>
        <p:sp>
          <p:nvSpPr>
            <p:cNvPr id="112" name="Google Shape;112;p4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4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4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5" name="Google Shape;115;p4"/>
          <p:cNvSpPr txBox="1"/>
          <p:nvPr>
            <p:ph type="title"/>
          </p:nvPr>
        </p:nvSpPr>
        <p:spPr>
          <a:xfrm>
            <a:off x="2167128" y="2478024"/>
            <a:ext cx="48096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116" name="Google Shape;116;p4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17" name="Google Shape;117;p4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118" name="Google Shape;118;p4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19" name="Google Shape;119;p4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4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4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4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" name="Google Shape;123;p4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4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5" name="Google Shape;125;p4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26" name="Google Shape;126;p4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" name="Google Shape;127;p4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" name="Google Shape;128;p4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" name="Google Shape;129;p4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0" name="Google Shape;130;p4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31" name="Google Shape;131;p4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" name="Google Shape;132;p4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" name="Google Shape;133;p4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" name="Google Shape;134;p4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135" name="Google Shape;135;p4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136" name="Google Shape;136;p4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137" name="Google Shape;137;p4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" name="Google Shape;138;p4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" name="Google Shape;139;p4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" name="Google Shape;140;p4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" name="Google Shape;141;p4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" name="Google Shape;142;p4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3" name="Google Shape;143;p4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144" name="Google Shape;144;p4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4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4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4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8" name="Google Shape;148;p4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149" name="Google Shape;149;p4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4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4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4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3" name="Google Shape;153;p4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154" name="Google Shape;154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" name="Google Shape;155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7" name="Google Shape;157;p4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158" name="Google Shape;158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" name="Google Shape;159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" name="Google Shape;160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1" name="Google Shape;161;p4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162" name="Google Shape;162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" name="Google Shape;163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" name="Google Shape;164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5" name="Google Shape;165;p4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66" name="Google Shape;166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169" name="Google Shape;169;p4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70" name="Google Shape;170;p4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71" name="Google Shape;171;p4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" name="Google Shape;172;p4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4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4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5"/>
          <p:cNvSpPr txBox="1"/>
          <p:nvPr>
            <p:ph type="title"/>
          </p:nvPr>
        </p:nvSpPr>
        <p:spPr>
          <a:xfrm>
            <a:off x="1807671" y="338325"/>
            <a:ext cx="5528700" cy="61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7" name="Google Shape;177;p5"/>
          <p:cNvSpPr txBox="1"/>
          <p:nvPr>
            <p:ph idx="1" type="subTitle"/>
          </p:nvPr>
        </p:nvSpPr>
        <p:spPr>
          <a:xfrm>
            <a:off x="4956048" y="2532888"/>
            <a:ext cx="2084700" cy="13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178" name="Google Shape;178;p5"/>
          <p:cNvSpPr txBox="1"/>
          <p:nvPr>
            <p:ph idx="2" type="subTitle"/>
          </p:nvPr>
        </p:nvSpPr>
        <p:spPr>
          <a:xfrm>
            <a:off x="2093976" y="2532888"/>
            <a:ext cx="2084700" cy="13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179" name="Google Shape;179;p5"/>
          <p:cNvSpPr txBox="1"/>
          <p:nvPr>
            <p:ph idx="3" type="subTitle"/>
          </p:nvPr>
        </p:nvSpPr>
        <p:spPr>
          <a:xfrm>
            <a:off x="4956048" y="2221992"/>
            <a:ext cx="2084700" cy="28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0" name="Google Shape;180;p5"/>
          <p:cNvSpPr txBox="1"/>
          <p:nvPr>
            <p:ph idx="4" type="subTitle"/>
          </p:nvPr>
        </p:nvSpPr>
        <p:spPr>
          <a:xfrm>
            <a:off x="2093976" y="2203704"/>
            <a:ext cx="2084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1" name="Google Shape;181;p5"/>
          <p:cNvSpPr txBox="1"/>
          <p:nvPr>
            <p:ph hasCustomPrompt="1" idx="5" type="title"/>
          </p:nvPr>
        </p:nvSpPr>
        <p:spPr>
          <a:xfrm>
            <a:off x="2779776" y="1627632"/>
            <a:ext cx="722400" cy="45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2" name="Google Shape;182;p5"/>
          <p:cNvSpPr txBox="1"/>
          <p:nvPr>
            <p:ph hasCustomPrompt="1" idx="6" type="title"/>
          </p:nvPr>
        </p:nvSpPr>
        <p:spPr>
          <a:xfrm>
            <a:off x="5641848" y="1627632"/>
            <a:ext cx="722400" cy="45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183" name="Google Shape;183;p5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84" name="Google Shape;184;p5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185" name="Google Shape;185;p5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86" name="Google Shape;186;p5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5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5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" name="Google Shape;189;p5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" name="Google Shape;190;p5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5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2" name="Google Shape;192;p5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93" name="Google Shape;193;p5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" name="Google Shape;194;p5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" name="Google Shape;195;p5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5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7" name="Google Shape;197;p5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98" name="Google Shape;198;p5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" name="Google Shape;199;p5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5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5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02" name="Google Shape;202;p5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203" name="Google Shape;203;p5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204" name="Google Shape;204;p5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5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5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5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" name="Google Shape;208;p5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" name="Google Shape;209;p5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0" name="Google Shape;210;p5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211" name="Google Shape;211;p5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5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5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" name="Google Shape;214;p5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5" name="Google Shape;215;p5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216" name="Google Shape;216;p5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5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5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" name="Google Shape;219;p5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0" name="Google Shape;220;p5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221" name="Google Shape;221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" name="Google Shape;223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4" name="Google Shape;224;p5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225" name="Google Shape;225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8" name="Google Shape;228;p5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229" name="Google Shape;229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2" name="Google Shape;232;p5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233" name="Google Shape;233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" name="Google Shape;234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" name="Google Shape;235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36" name="Google Shape;236;p5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37" name="Google Shape;237;p5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238" name="Google Shape;238;p5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5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5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5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6"/>
          <p:cNvSpPr txBox="1"/>
          <p:nvPr>
            <p:ph type="title"/>
          </p:nvPr>
        </p:nvSpPr>
        <p:spPr>
          <a:xfrm>
            <a:off x="1823475" y="338328"/>
            <a:ext cx="5496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244" name="Google Shape;244;p6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245" name="Google Shape;245;p6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246" name="Google Shape;246;p6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247" name="Google Shape;247;p6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6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" name="Google Shape;249;p6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" name="Google Shape;250;p6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6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6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3" name="Google Shape;253;p6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254" name="Google Shape;254;p6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" name="Google Shape;255;p6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6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6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8" name="Google Shape;258;p6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259" name="Google Shape;259;p6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" name="Google Shape;260;p6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6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6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63" name="Google Shape;263;p6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264" name="Google Shape;264;p6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265" name="Google Shape;265;p6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6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6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" name="Google Shape;268;p6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" name="Google Shape;269;p6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0" name="Google Shape;270;p6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71" name="Google Shape;271;p6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272" name="Google Shape;272;p6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3" name="Google Shape;273;p6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" name="Google Shape;274;p6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" name="Google Shape;275;p6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76" name="Google Shape;276;p6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277" name="Google Shape;277;p6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8" name="Google Shape;278;p6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9" name="Google Shape;279;p6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0" name="Google Shape;280;p6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81" name="Google Shape;281;p6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282" name="Google Shape;282;p6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3" name="Google Shape;283;p6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4" name="Google Shape;284;p6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85" name="Google Shape;285;p6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286" name="Google Shape;286;p6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7" name="Google Shape;287;p6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8" name="Google Shape;288;p6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89" name="Google Shape;289;p6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290" name="Google Shape;290;p6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1" name="Google Shape;291;p6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2" name="Google Shape;292;p6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93" name="Google Shape;293;p6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294" name="Google Shape;294;p6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5" name="Google Shape;295;p6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" name="Google Shape;296;p6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97" name="Google Shape;297;p6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98" name="Google Shape;298;p6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299" name="Google Shape;299;p6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" name="Google Shape;300;p6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6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p6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7"/>
          <p:cNvSpPr txBox="1"/>
          <p:nvPr>
            <p:ph idx="1" type="subTitle"/>
          </p:nvPr>
        </p:nvSpPr>
        <p:spPr>
          <a:xfrm>
            <a:off x="804672" y="1984248"/>
            <a:ext cx="32919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305" name="Google Shape;305;p7"/>
          <p:cNvSpPr txBox="1"/>
          <p:nvPr>
            <p:ph type="title"/>
          </p:nvPr>
        </p:nvSpPr>
        <p:spPr>
          <a:xfrm>
            <a:off x="804672" y="3319272"/>
            <a:ext cx="3291900" cy="40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cxnSp>
        <p:nvCxnSpPr>
          <p:cNvPr id="306" name="Google Shape;306;p7"/>
          <p:cNvCxnSpPr/>
          <p:nvPr/>
        </p:nvCxnSpPr>
        <p:spPr>
          <a:xfrm>
            <a:off x="1645925" y="523125"/>
            <a:ext cx="1672500" cy="126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7" name="Google Shape;307;p7"/>
          <p:cNvCxnSpPr/>
          <p:nvPr/>
        </p:nvCxnSpPr>
        <p:spPr>
          <a:xfrm flipH="1" rot="10800000">
            <a:off x="803050" y="529675"/>
            <a:ext cx="829500" cy="743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8" name="Google Shape;308;p7"/>
          <p:cNvCxnSpPr/>
          <p:nvPr/>
        </p:nvCxnSpPr>
        <p:spPr>
          <a:xfrm>
            <a:off x="0" y="65200"/>
            <a:ext cx="796500" cy="1188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309" name="Google Shape;309;p7"/>
          <p:cNvGrpSpPr/>
          <p:nvPr/>
        </p:nvGrpSpPr>
        <p:grpSpPr>
          <a:xfrm flipH="1">
            <a:off x="499400" y="959675"/>
            <a:ext cx="581800" cy="582350"/>
            <a:chOff x="8064275" y="887850"/>
            <a:chExt cx="581800" cy="582350"/>
          </a:xfrm>
        </p:grpSpPr>
        <p:sp>
          <p:nvSpPr>
            <p:cNvPr id="310" name="Google Shape;310;p7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7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7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" name="Google Shape;313;p7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7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7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16" name="Google Shape;316;p7"/>
          <p:cNvGrpSpPr/>
          <p:nvPr/>
        </p:nvGrpSpPr>
        <p:grpSpPr>
          <a:xfrm flipH="1">
            <a:off x="1500400" y="388100"/>
            <a:ext cx="292025" cy="292575"/>
            <a:chOff x="7353050" y="316275"/>
            <a:chExt cx="292025" cy="292575"/>
          </a:xfrm>
        </p:grpSpPr>
        <p:sp>
          <p:nvSpPr>
            <p:cNvPr id="317" name="Google Shape;317;p7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7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" name="Google Shape;319;p7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p7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21" name="Google Shape;321;p7"/>
          <p:cNvSpPr/>
          <p:nvPr/>
        </p:nvSpPr>
        <p:spPr>
          <a:xfrm flipH="1">
            <a:off x="3166281" y="497632"/>
            <a:ext cx="288614" cy="288337"/>
          </a:xfrm>
          <a:custGeom>
            <a:rect b="b" l="l" r="r" t="t"/>
            <a:pathLst>
              <a:path extrusionOk="0" h="22893" w="22915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7"/>
          <p:cNvSpPr/>
          <p:nvPr/>
        </p:nvSpPr>
        <p:spPr>
          <a:xfrm flipH="1">
            <a:off x="3164039" y="495100"/>
            <a:ext cx="293111" cy="293388"/>
          </a:xfrm>
          <a:custGeom>
            <a:rect b="b" l="l" r="r" t="t"/>
            <a:pathLst>
              <a:path extrusionOk="0" h="23294" w="23272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7"/>
          <p:cNvSpPr/>
          <p:nvPr/>
        </p:nvSpPr>
        <p:spPr>
          <a:xfrm flipH="1">
            <a:off x="3202780" y="534134"/>
            <a:ext cx="215626" cy="215337"/>
          </a:xfrm>
          <a:custGeom>
            <a:rect b="b" l="l" r="r" t="t"/>
            <a:pathLst>
              <a:path extrusionOk="0" h="17097" w="1712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7"/>
          <p:cNvSpPr/>
          <p:nvPr/>
        </p:nvSpPr>
        <p:spPr>
          <a:xfrm flipH="1">
            <a:off x="3200525" y="531602"/>
            <a:ext cx="220123" cy="220400"/>
          </a:xfrm>
          <a:custGeom>
            <a:rect b="b" l="l" r="r" t="t"/>
            <a:pathLst>
              <a:path extrusionOk="0" h="17499" w="17477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7"/>
          <p:cNvSpPr/>
          <p:nvPr/>
        </p:nvSpPr>
        <p:spPr>
          <a:xfrm flipH="1">
            <a:off x="3242641" y="573709"/>
            <a:ext cx="136177" cy="136177"/>
          </a:xfrm>
          <a:custGeom>
            <a:rect b="b" l="l" r="r" t="t"/>
            <a:pathLst>
              <a:path extrusionOk="0" h="10812" w="10812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7"/>
          <p:cNvSpPr/>
          <p:nvPr/>
        </p:nvSpPr>
        <p:spPr>
          <a:xfrm flipH="1">
            <a:off x="3240109" y="571467"/>
            <a:ext cx="140951" cy="140674"/>
          </a:xfrm>
          <a:custGeom>
            <a:rect b="b" l="l" r="r" t="t"/>
            <a:pathLst>
              <a:path extrusionOk="0" h="11169" w="11191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27" name="Google Shape;327;p7"/>
          <p:cNvGrpSpPr/>
          <p:nvPr/>
        </p:nvGrpSpPr>
        <p:grpSpPr>
          <a:xfrm flipH="1">
            <a:off x="3527112" y="361100"/>
            <a:ext cx="175013" cy="27000"/>
            <a:chOff x="5662375" y="212375"/>
            <a:chExt cx="175013" cy="27000"/>
          </a:xfrm>
        </p:grpSpPr>
        <p:sp>
          <p:nvSpPr>
            <p:cNvPr id="328" name="Google Shape;328;p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" name="Google Shape;329;p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31" name="Google Shape;331;p7"/>
          <p:cNvGrpSpPr/>
          <p:nvPr/>
        </p:nvGrpSpPr>
        <p:grpSpPr>
          <a:xfrm flipH="1">
            <a:off x="480412" y="242700"/>
            <a:ext cx="175013" cy="27000"/>
            <a:chOff x="5662375" y="212375"/>
            <a:chExt cx="175013" cy="27000"/>
          </a:xfrm>
        </p:grpSpPr>
        <p:sp>
          <p:nvSpPr>
            <p:cNvPr id="332" name="Google Shape;332;p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" name="Google Shape;333;p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35" name="Google Shape;335;p7"/>
          <p:cNvGrpSpPr/>
          <p:nvPr/>
        </p:nvGrpSpPr>
        <p:grpSpPr>
          <a:xfrm flipH="1">
            <a:off x="901712" y="1653625"/>
            <a:ext cx="175013" cy="27000"/>
            <a:chOff x="5662375" y="212375"/>
            <a:chExt cx="175013" cy="27000"/>
          </a:xfrm>
        </p:grpSpPr>
        <p:sp>
          <p:nvSpPr>
            <p:cNvPr id="336" name="Google Shape;336;p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339" name="Google Shape;339;p7"/>
          <p:cNvCxnSpPr/>
          <p:nvPr/>
        </p:nvCxnSpPr>
        <p:spPr>
          <a:xfrm>
            <a:off x="791400" y="4212400"/>
            <a:ext cx="1157100" cy="542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0" name="Google Shape;340;p7"/>
          <p:cNvCxnSpPr/>
          <p:nvPr/>
        </p:nvCxnSpPr>
        <p:spPr>
          <a:xfrm flipH="1" rot="10800000">
            <a:off x="0" y="4220425"/>
            <a:ext cx="791400" cy="836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341" name="Google Shape;341;p7"/>
          <p:cNvGrpSpPr/>
          <p:nvPr/>
        </p:nvGrpSpPr>
        <p:grpSpPr>
          <a:xfrm rot="10800000">
            <a:off x="499400" y="3940925"/>
            <a:ext cx="581800" cy="582350"/>
            <a:chOff x="8064275" y="887850"/>
            <a:chExt cx="581800" cy="582350"/>
          </a:xfrm>
        </p:grpSpPr>
        <p:sp>
          <p:nvSpPr>
            <p:cNvPr id="342" name="Google Shape;342;p7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" name="Google Shape;343;p7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" name="Google Shape;344;p7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" name="Google Shape;345;p7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" name="Google Shape;346;p7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" name="Google Shape;347;p7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48" name="Google Shape;348;p7"/>
          <p:cNvGrpSpPr/>
          <p:nvPr/>
        </p:nvGrpSpPr>
        <p:grpSpPr>
          <a:xfrm rot="10800000">
            <a:off x="1819575" y="4586750"/>
            <a:ext cx="292025" cy="292575"/>
            <a:chOff x="7353050" y="316275"/>
            <a:chExt cx="292025" cy="292575"/>
          </a:xfrm>
        </p:grpSpPr>
        <p:sp>
          <p:nvSpPr>
            <p:cNvPr id="349" name="Google Shape;349;p7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7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" name="Google Shape;351;p7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" name="Google Shape;352;p7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53" name="Google Shape;353;p7"/>
          <p:cNvGrpSpPr/>
          <p:nvPr/>
        </p:nvGrpSpPr>
        <p:grpSpPr>
          <a:xfrm rot="10800000">
            <a:off x="212525" y="4645550"/>
            <a:ext cx="175000" cy="175000"/>
            <a:chOff x="8792300" y="321275"/>
            <a:chExt cx="175000" cy="175000"/>
          </a:xfrm>
        </p:grpSpPr>
        <p:sp>
          <p:nvSpPr>
            <p:cNvPr id="354" name="Google Shape;354;p7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7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7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7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58" name="Google Shape;358;p7"/>
          <p:cNvGrpSpPr/>
          <p:nvPr/>
        </p:nvGrpSpPr>
        <p:grpSpPr>
          <a:xfrm rot="10800000">
            <a:off x="480412" y="4852325"/>
            <a:ext cx="175013" cy="27000"/>
            <a:chOff x="5662375" y="212375"/>
            <a:chExt cx="175013" cy="27000"/>
          </a:xfrm>
        </p:grpSpPr>
        <p:sp>
          <p:nvSpPr>
            <p:cNvPr id="359" name="Google Shape;359;p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2" name="Google Shape;362;p7"/>
          <p:cNvGrpSpPr/>
          <p:nvPr/>
        </p:nvGrpSpPr>
        <p:grpSpPr>
          <a:xfrm rot="10800000">
            <a:off x="1054112" y="3898600"/>
            <a:ext cx="175013" cy="27000"/>
            <a:chOff x="5662375" y="212375"/>
            <a:chExt cx="175013" cy="27000"/>
          </a:xfrm>
        </p:grpSpPr>
        <p:sp>
          <p:nvSpPr>
            <p:cNvPr id="363" name="Google Shape;363;p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7" name="Google Shape;367;p8"/>
          <p:cNvGrpSpPr/>
          <p:nvPr/>
        </p:nvGrpSpPr>
        <p:grpSpPr>
          <a:xfrm>
            <a:off x="1349626" y="598417"/>
            <a:ext cx="6453730" cy="3631136"/>
            <a:chOff x="365750" y="1285025"/>
            <a:chExt cx="6934275" cy="3315500"/>
          </a:xfrm>
        </p:grpSpPr>
        <p:sp>
          <p:nvSpPr>
            <p:cNvPr id="368" name="Google Shape;368;p8"/>
            <p:cNvSpPr/>
            <p:nvPr/>
          </p:nvSpPr>
          <p:spPr>
            <a:xfrm>
              <a:off x="365750" y="1285025"/>
              <a:ext cx="6934275" cy="3315500"/>
            </a:xfrm>
            <a:custGeom>
              <a:rect b="b" l="l" r="r" t="t"/>
              <a:pathLst>
                <a:path extrusionOk="0" h="132620" w="277371">
                  <a:moveTo>
                    <a:pt x="139292" y="1"/>
                  </a:moveTo>
                  <a:cubicBezTo>
                    <a:pt x="131931" y="1"/>
                    <a:pt x="124510" y="530"/>
                    <a:pt x="116820" y="2020"/>
                  </a:cubicBezTo>
                  <a:cubicBezTo>
                    <a:pt x="97286" y="5794"/>
                    <a:pt x="78528" y="13563"/>
                    <a:pt x="62212" y="24940"/>
                  </a:cubicBezTo>
                  <a:cubicBezTo>
                    <a:pt x="40180" y="40312"/>
                    <a:pt x="16039" y="63953"/>
                    <a:pt x="5883" y="89204"/>
                  </a:cubicBezTo>
                  <a:cubicBezTo>
                    <a:pt x="2054" y="98638"/>
                    <a:pt x="1" y="109904"/>
                    <a:pt x="5162" y="118672"/>
                  </a:cubicBezTo>
                  <a:cubicBezTo>
                    <a:pt x="10878" y="128329"/>
                    <a:pt x="23309" y="131547"/>
                    <a:pt x="34519" y="132324"/>
                  </a:cubicBezTo>
                  <a:cubicBezTo>
                    <a:pt x="37485" y="132528"/>
                    <a:pt x="40447" y="132620"/>
                    <a:pt x="43408" y="132620"/>
                  </a:cubicBezTo>
                  <a:cubicBezTo>
                    <a:pt x="64717" y="132620"/>
                    <a:pt x="85919" y="127832"/>
                    <a:pt x="107164" y="125054"/>
                  </a:cubicBezTo>
                  <a:cubicBezTo>
                    <a:pt x="121795" y="123154"/>
                    <a:pt x="136548" y="122208"/>
                    <a:pt x="151300" y="122208"/>
                  </a:cubicBezTo>
                  <a:cubicBezTo>
                    <a:pt x="172303" y="122208"/>
                    <a:pt x="193303" y="124126"/>
                    <a:pt x="213939" y="127940"/>
                  </a:cubicBezTo>
                  <a:cubicBezTo>
                    <a:pt x="222522" y="129553"/>
                    <a:pt x="231673" y="131360"/>
                    <a:pt x="240407" y="131360"/>
                  </a:cubicBezTo>
                  <a:cubicBezTo>
                    <a:pt x="248501" y="131360"/>
                    <a:pt x="256237" y="129808"/>
                    <a:pt x="262831" y="125110"/>
                  </a:cubicBezTo>
                  <a:cubicBezTo>
                    <a:pt x="276372" y="115454"/>
                    <a:pt x="277371" y="99138"/>
                    <a:pt x="274429" y="84431"/>
                  </a:cubicBezTo>
                  <a:cubicBezTo>
                    <a:pt x="271488" y="69670"/>
                    <a:pt x="264329" y="59902"/>
                    <a:pt x="257059" y="47305"/>
                  </a:cubicBezTo>
                  <a:cubicBezTo>
                    <a:pt x="252786" y="39868"/>
                    <a:pt x="247736" y="33098"/>
                    <a:pt x="241798" y="27215"/>
                  </a:cubicBezTo>
                  <a:cubicBezTo>
                    <a:pt x="234972" y="20500"/>
                    <a:pt x="226925" y="14951"/>
                    <a:pt x="217768" y="11177"/>
                  </a:cubicBezTo>
                  <a:cubicBezTo>
                    <a:pt x="203783" y="5350"/>
                    <a:pt x="188521" y="3407"/>
                    <a:pt x="173482" y="2186"/>
                  </a:cubicBezTo>
                  <a:cubicBezTo>
                    <a:pt x="161726" y="1246"/>
                    <a:pt x="150579" y="1"/>
                    <a:pt x="13929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8"/>
            <p:cNvSpPr/>
            <p:nvPr/>
          </p:nvSpPr>
          <p:spPr>
            <a:xfrm>
              <a:off x="417100" y="1285575"/>
              <a:ext cx="6842700" cy="3314500"/>
            </a:xfrm>
            <a:custGeom>
              <a:rect b="b" l="l" r="r" t="t"/>
              <a:pathLst>
                <a:path extrusionOk="0" h="132580" w="273708">
                  <a:moveTo>
                    <a:pt x="137298" y="0"/>
                  </a:moveTo>
                  <a:cubicBezTo>
                    <a:pt x="129917" y="0"/>
                    <a:pt x="122480" y="500"/>
                    <a:pt x="114766" y="1998"/>
                  </a:cubicBezTo>
                  <a:cubicBezTo>
                    <a:pt x="95232" y="5772"/>
                    <a:pt x="76474" y="13541"/>
                    <a:pt x="60158" y="24918"/>
                  </a:cubicBezTo>
                  <a:cubicBezTo>
                    <a:pt x="38126" y="40290"/>
                    <a:pt x="13985" y="63931"/>
                    <a:pt x="3829" y="89182"/>
                  </a:cubicBezTo>
                  <a:cubicBezTo>
                    <a:pt x="1609" y="94621"/>
                    <a:pt x="0" y="100614"/>
                    <a:pt x="56" y="106386"/>
                  </a:cubicBezTo>
                  <a:cubicBezTo>
                    <a:pt x="56" y="110715"/>
                    <a:pt x="943" y="114877"/>
                    <a:pt x="3108" y="118650"/>
                  </a:cubicBezTo>
                  <a:cubicBezTo>
                    <a:pt x="8824" y="128307"/>
                    <a:pt x="21255" y="131525"/>
                    <a:pt x="32465" y="132302"/>
                  </a:cubicBezTo>
                  <a:cubicBezTo>
                    <a:pt x="35407" y="132469"/>
                    <a:pt x="38403" y="132580"/>
                    <a:pt x="41345" y="132580"/>
                  </a:cubicBezTo>
                  <a:cubicBezTo>
                    <a:pt x="62655" y="132580"/>
                    <a:pt x="83855" y="127807"/>
                    <a:pt x="105110" y="125032"/>
                  </a:cubicBezTo>
                  <a:cubicBezTo>
                    <a:pt x="119761" y="123146"/>
                    <a:pt x="134523" y="122202"/>
                    <a:pt x="149340" y="122202"/>
                  </a:cubicBezTo>
                  <a:cubicBezTo>
                    <a:pt x="170318" y="122202"/>
                    <a:pt x="191240" y="124089"/>
                    <a:pt x="211885" y="127918"/>
                  </a:cubicBezTo>
                  <a:cubicBezTo>
                    <a:pt x="220486" y="129528"/>
                    <a:pt x="229643" y="131359"/>
                    <a:pt x="238412" y="131359"/>
                  </a:cubicBezTo>
                  <a:cubicBezTo>
                    <a:pt x="246459" y="131359"/>
                    <a:pt x="254173" y="129805"/>
                    <a:pt x="260777" y="125088"/>
                  </a:cubicBezTo>
                  <a:cubicBezTo>
                    <a:pt x="270433" y="118206"/>
                    <a:pt x="273707" y="107884"/>
                    <a:pt x="273707" y="97229"/>
                  </a:cubicBezTo>
                  <a:cubicBezTo>
                    <a:pt x="273707" y="92956"/>
                    <a:pt x="273208" y="88627"/>
                    <a:pt x="272375" y="84409"/>
                  </a:cubicBezTo>
                  <a:cubicBezTo>
                    <a:pt x="269434" y="69648"/>
                    <a:pt x="262275" y="59880"/>
                    <a:pt x="255005" y="47283"/>
                  </a:cubicBezTo>
                  <a:cubicBezTo>
                    <a:pt x="250732" y="39846"/>
                    <a:pt x="245682" y="33076"/>
                    <a:pt x="239744" y="27193"/>
                  </a:cubicBezTo>
                  <a:cubicBezTo>
                    <a:pt x="232918" y="20478"/>
                    <a:pt x="224871" y="14929"/>
                    <a:pt x="215714" y="11155"/>
                  </a:cubicBezTo>
                  <a:cubicBezTo>
                    <a:pt x="201729" y="5328"/>
                    <a:pt x="186467" y="3385"/>
                    <a:pt x="171428" y="2164"/>
                  </a:cubicBezTo>
                  <a:cubicBezTo>
                    <a:pt x="159663" y="1221"/>
                    <a:pt x="148563" y="0"/>
                    <a:pt x="1372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70" name="Google Shape;370;p8"/>
          <p:cNvSpPr txBox="1"/>
          <p:nvPr>
            <p:ph type="title"/>
          </p:nvPr>
        </p:nvSpPr>
        <p:spPr>
          <a:xfrm>
            <a:off x="2624328" y="1620753"/>
            <a:ext cx="3904500" cy="190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73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grpSp>
        <p:nvGrpSpPr>
          <p:cNvPr id="371" name="Google Shape;371;p8"/>
          <p:cNvGrpSpPr/>
          <p:nvPr/>
        </p:nvGrpSpPr>
        <p:grpSpPr>
          <a:xfrm>
            <a:off x="-6867" y="-6625"/>
            <a:ext cx="9152342" cy="5102050"/>
            <a:chOff x="-6867" y="-6625"/>
            <a:chExt cx="9152342" cy="5102050"/>
          </a:xfrm>
        </p:grpSpPr>
        <p:cxnSp>
          <p:nvCxnSpPr>
            <p:cNvPr id="372" name="Google Shape;372;p8"/>
            <p:cNvCxnSpPr/>
            <p:nvPr/>
          </p:nvCxnSpPr>
          <p:spPr>
            <a:xfrm>
              <a:off x="2904283" y="4513075"/>
              <a:ext cx="1133100" cy="3063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3" name="Google Shape;373;p8"/>
            <p:cNvCxnSpPr/>
            <p:nvPr/>
          </p:nvCxnSpPr>
          <p:spPr>
            <a:xfrm flipH="1" rot="10800000">
              <a:off x="1562083" y="4492325"/>
              <a:ext cx="1342200" cy="3153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4" name="Google Shape;374;p8"/>
            <p:cNvCxnSpPr/>
            <p:nvPr/>
          </p:nvCxnSpPr>
          <p:spPr>
            <a:xfrm>
              <a:off x="259558" y="4408000"/>
              <a:ext cx="1332000" cy="3921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5" name="Google Shape;375;p8"/>
            <p:cNvCxnSpPr/>
            <p:nvPr/>
          </p:nvCxnSpPr>
          <p:spPr>
            <a:xfrm>
              <a:off x="-6867" y="3993550"/>
              <a:ext cx="273900" cy="4071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376" name="Google Shape;376;p8"/>
            <p:cNvGrpSpPr/>
            <p:nvPr/>
          </p:nvGrpSpPr>
          <p:grpSpPr>
            <a:xfrm flipH="1">
              <a:off x="1278333" y="4513075"/>
              <a:ext cx="581800" cy="582350"/>
              <a:chOff x="8064275" y="887850"/>
              <a:chExt cx="581800" cy="582350"/>
            </a:xfrm>
          </p:grpSpPr>
          <p:sp>
            <p:nvSpPr>
              <p:cNvPr id="377" name="Google Shape;377;p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8" name="Google Shape;378;p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9" name="Google Shape;379;p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0" name="Google Shape;380;p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1" name="Google Shape;381;p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2" name="Google Shape;382;p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83" name="Google Shape;383;p8"/>
            <p:cNvGrpSpPr/>
            <p:nvPr/>
          </p:nvGrpSpPr>
          <p:grpSpPr>
            <a:xfrm flipH="1">
              <a:off x="2747608" y="4340463"/>
              <a:ext cx="292025" cy="292575"/>
              <a:chOff x="7353050" y="316275"/>
              <a:chExt cx="292025" cy="292575"/>
            </a:xfrm>
          </p:grpSpPr>
          <p:sp>
            <p:nvSpPr>
              <p:cNvPr id="384" name="Google Shape;384;p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5" name="Google Shape;385;p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6" name="Google Shape;386;p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7" name="Google Shape;387;p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88" name="Google Shape;388;p8"/>
            <p:cNvGrpSpPr/>
            <p:nvPr/>
          </p:nvGrpSpPr>
          <p:grpSpPr>
            <a:xfrm flipH="1">
              <a:off x="171308" y="4315025"/>
              <a:ext cx="175000" cy="175000"/>
              <a:chOff x="8792300" y="321275"/>
              <a:chExt cx="175000" cy="175000"/>
            </a:xfrm>
          </p:grpSpPr>
          <p:sp>
            <p:nvSpPr>
              <p:cNvPr id="389" name="Google Shape;389;p8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0" name="Google Shape;390;p8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1" name="Google Shape;391;p8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2" name="Google Shape;392;p8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93" name="Google Shape;393;p8"/>
            <p:cNvGrpSpPr/>
            <p:nvPr/>
          </p:nvGrpSpPr>
          <p:grpSpPr>
            <a:xfrm>
              <a:off x="3873197" y="4657550"/>
              <a:ext cx="293111" cy="293388"/>
              <a:chOff x="3164039" y="430875"/>
              <a:chExt cx="293111" cy="293388"/>
            </a:xfrm>
          </p:grpSpPr>
          <p:sp>
            <p:nvSpPr>
              <p:cNvPr id="394" name="Google Shape;394;p8"/>
              <p:cNvSpPr/>
              <p:nvPr/>
            </p:nvSpPr>
            <p:spPr>
              <a:xfrm flipH="1">
                <a:off x="3166281" y="433407"/>
                <a:ext cx="288614" cy="288337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5" name="Google Shape;395;p8"/>
              <p:cNvSpPr/>
              <p:nvPr/>
            </p:nvSpPr>
            <p:spPr>
              <a:xfrm flipH="1">
                <a:off x="3164039" y="430875"/>
                <a:ext cx="293111" cy="293388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6" name="Google Shape;396;p8"/>
              <p:cNvSpPr/>
              <p:nvPr/>
            </p:nvSpPr>
            <p:spPr>
              <a:xfrm flipH="1">
                <a:off x="3202780" y="469909"/>
                <a:ext cx="215626" cy="215337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7" name="Google Shape;397;p8"/>
              <p:cNvSpPr/>
              <p:nvPr/>
            </p:nvSpPr>
            <p:spPr>
              <a:xfrm flipH="1">
                <a:off x="3200525" y="467377"/>
                <a:ext cx="220123" cy="220400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8" name="Google Shape;398;p8"/>
              <p:cNvSpPr/>
              <p:nvPr/>
            </p:nvSpPr>
            <p:spPr>
              <a:xfrm flipH="1">
                <a:off x="3242641" y="509484"/>
                <a:ext cx="136177" cy="136177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9" name="Google Shape;399;p8"/>
              <p:cNvSpPr/>
              <p:nvPr/>
            </p:nvSpPr>
            <p:spPr>
              <a:xfrm flipH="1">
                <a:off x="3240109" y="507242"/>
                <a:ext cx="140951" cy="140674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00" name="Google Shape;400;p8"/>
            <p:cNvGrpSpPr/>
            <p:nvPr/>
          </p:nvGrpSpPr>
          <p:grpSpPr>
            <a:xfrm flipH="1">
              <a:off x="242270" y="4142425"/>
              <a:ext cx="175013" cy="27000"/>
              <a:chOff x="5662375" y="212375"/>
              <a:chExt cx="175013" cy="27000"/>
            </a:xfrm>
          </p:grpSpPr>
          <p:sp>
            <p:nvSpPr>
              <p:cNvPr id="401" name="Google Shape;401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2" name="Google Shape;402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3" name="Google Shape;403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404" name="Google Shape;404;p8"/>
            <p:cNvCxnSpPr/>
            <p:nvPr/>
          </p:nvCxnSpPr>
          <p:spPr>
            <a:xfrm rot="10800000">
              <a:off x="5995050" y="226600"/>
              <a:ext cx="1504500" cy="2247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05" name="Google Shape;405;p8"/>
            <p:cNvCxnSpPr/>
            <p:nvPr/>
          </p:nvCxnSpPr>
          <p:spPr>
            <a:xfrm rot="10800000">
              <a:off x="7512925" y="457850"/>
              <a:ext cx="829500" cy="7434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06" name="Google Shape;406;p8"/>
            <p:cNvCxnSpPr/>
            <p:nvPr/>
          </p:nvCxnSpPr>
          <p:spPr>
            <a:xfrm flipH="1">
              <a:off x="8348975" y="-6625"/>
              <a:ext cx="796500" cy="11880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407" name="Google Shape;407;p8"/>
            <p:cNvGrpSpPr/>
            <p:nvPr/>
          </p:nvGrpSpPr>
          <p:grpSpPr>
            <a:xfrm>
              <a:off x="8064275" y="1040250"/>
              <a:ext cx="581800" cy="582350"/>
              <a:chOff x="8064275" y="887850"/>
              <a:chExt cx="581800" cy="582350"/>
            </a:xfrm>
          </p:grpSpPr>
          <p:sp>
            <p:nvSpPr>
              <p:cNvPr id="408" name="Google Shape;408;p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9" name="Google Shape;409;p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0" name="Google Shape;410;p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1" name="Google Shape;411;p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2" name="Google Shape;412;p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3" name="Google Shape;413;p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14" name="Google Shape;414;p8"/>
            <p:cNvGrpSpPr/>
            <p:nvPr/>
          </p:nvGrpSpPr>
          <p:grpSpPr>
            <a:xfrm>
              <a:off x="7353050" y="316275"/>
              <a:ext cx="292025" cy="292575"/>
              <a:chOff x="7353050" y="316275"/>
              <a:chExt cx="292025" cy="292575"/>
            </a:xfrm>
          </p:grpSpPr>
          <p:sp>
            <p:nvSpPr>
              <p:cNvPr id="415" name="Google Shape;415;p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6" name="Google Shape;416;p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7" name="Google Shape;417;p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8" name="Google Shape;418;p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19" name="Google Shape;419;p8"/>
            <p:cNvGrpSpPr/>
            <p:nvPr/>
          </p:nvGrpSpPr>
          <p:grpSpPr>
            <a:xfrm>
              <a:off x="8792300" y="321275"/>
              <a:ext cx="175000" cy="175000"/>
              <a:chOff x="8792300" y="321275"/>
              <a:chExt cx="175000" cy="175000"/>
            </a:xfrm>
          </p:grpSpPr>
          <p:sp>
            <p:nvSpPr>
              <p:cNvPr id="420" name="Google Shape;420;p8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1" name="Google Shape;421;p8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2" name="Google Shape;422;p8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3" name="Google Shape;423;p8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24" name="Google Shape;424;p8"/>
            <p:cNvSpPr/>
            <p:nvPr/>
          </p:nvSpPr>
          <p:spPr>
            <a:xfrm>
              <a:off x="5829305" y="687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8"/>
            <p:cNvSpPr/>
            <p:nvPr/>
          </p:nvSpPr>
          <p:spPr>
            <a:xfrm>
              <a:off x="5827050" y="661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" name="Google Shape;426;p8"/>
            <p:cNvSpPr/>
            <p:nvPr/>
          </p:nvSpPr>
          <p:spPr>
            <a:xfrm>
              <a:off x="5865794" y="1052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" name="Google Shape;427;p8"/>
            <p:cNvSpPr/>
            <p:nvPr/>
          </p:nvSpPr>
          <p:spPr>
            <a:xfrm>
              <a:off x="5863552" y="1026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" name="Google Shape;428;p8"/>
            <p:cNvSpPr/>
            <p:nvPr/>
          </p:nvSpPr>
          <p:spPr>
            <a:xfrm>
              <a:off x="5905382" y="1447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" name="Google Shape;429;p8"/>
            <p:cNvSpPr/>
            <p:nvPr/>
          </p:nvSpPr>
          <p:spPr>
            <a:xfrm>
              <a:off x="5903140" y="1425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30" name="Google Shape;430;p8"/>
            <p:cNvGrpSpPr/>
            <p:nvPr/>
          </p:nvGrpSpPr>
          <p:grpSpPr>
            <a:xfrm>
              <a:off x="8490050" y="170875"/>
              <a:ext cx="175013" cy="27000"/>
              <a:chOff x="5662375" y="212375"/>
              <a:chExt cx="175013" cy="27000"/>
            </a:xfrm>
          </p:grpSpPr>
          <p:sp>
            <p:nvSpPr>
              <p:cNvPr id="431" name="Google Shape;431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2" name="Google Shape;432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3" name="Google Shape;433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34" name="Google Shape;434;p8"/>
            <p:cNvGrpSpPr/>
            <p:nvPr/>
          </p:nvGrpSpPr>
          <p:grpSpPr>
            <a:xfrm>
              <a:off x="8678350" y="1658000"/>
              <a:ext cx="175013" cy="27000"/>
              <a:chOff x="5662375" y="212375"/>
              <a:chExt cx="175013" cy="27000"/>
            </a:xfrm>
          </p:grpSpPr>
          <p:sp>
            <p:nvSpPr>
              <p:cNvPr id="435" name="Google Shape;435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6" name="Google Shape;436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7" name="Google Shape;437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9"/>
          <p:cNvSpPr txBox="1"/>
          <p:nvPr>
            <p:ph type="title"/>
          </p:nvPr>
        </p:nvSpPr>
        <p:spPr>
          <a:xfrm>
            <a:off x="896112" y="2039112"/>
            <a:ext cx="3566100" cy="136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40" name="Google Shape;440;p9"/>
          <p:cNvSpPr txBox="1"/>
          <p:nvPr>
            <p:ph idx="1" type="body"/>
          </p:nvPr>
        </p:nvSpPr>
        <p:spPr>
          <a:xfrm>
            <a:off x="4899150" y="821850"/>
            <a:ext cx="3096000" cy="34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cxnSp>
        <p:nvCxnSpPr>
          <p:cNvPr id="441" name="Google Shape;441;p9"/>
          <p:cNvCxnSpPr/>
          <p:nvPr/>
        </p:nvCxnSpPr>
        <p:spPr>
          <a:xfrm>
            <a:off x="1645925" y="523125"/>
            <a:ext cx="1672500" cy="126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42" name="Google Shape;442;p9"/>
          <p:cNvCxnSpPr/>
          <p:nvPr/>
        </p:nvCxnSpPr>
        <p:spPr>
          <a:xfrm flipH="1" rot="10800000">
            <a:off x="803050" y="529675"/>
            <a:ext cx="829500" cy="743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43" name="Google Shape;443;p9"/>
          <p:cNvCxnSpPr/>
          <p:nvPr/>
        </p:nvCxnSpPr>
        <p:spPr>
          <a:xfrm>
            <a:off x="0" y="65200"/>
            <a:ext cx="796500" cy="1188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444" name="Google Shape;444;p9"/>
          <p:cNvGrpSpPr/>
          <p:nvPr/>
        </p:nvGrpSpPr>
        <p:grpSpPr>
          <a:xfrm flipH="1">
            <a:off x="499400" y="959675"/>
            <a:ext cx="581800" cy="582350"/>
            <a:chOff x="8064275" y="887850"/>
            <a:chExt cx="581800" cy="582350"/>
          </a:xfrm>
        </p:grpSpPr>
        <p:sp>
          <p:nvSpPr>
            <p:cNvPr id="445" name="Google Shape;445;p9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9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" name="Google Shape;447;p9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" name="Google Shape;448;p9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" name="Google Shape;449;p9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" name="Google Shape;450;p9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51" name="Google Shape;451;p9"/>
          <p:cNvGrpSpPr/>
          <p:nvPr/>
        </p:nvGrpSpPr>
        <p:grpSpPr>
          <a:xfrm flipH="1">
            <a:off x="1500400" y="388100"/>
            <a:ext cx="292025" cy="292575"/>
            <a:chOff x="7353050" y="316275"/>
            <a:chExt cx="292025" cy="292575"/>
          </a:xfrm>
        </p:grpSpPr>
        <p:sp>
          <p:nvSpPr>
            <p:cNvPr id="452" name="Google Shape;452;p9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" name="Google Shape;453;p9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9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" name="Google Shape;455;p9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6" name="Google Shape;456;p9"/>
          <p:cNvSpPr/>
          <p:nvPr/>
        </p:nvSpPr>
        <p:spPr>
          <a:xfrm flipH="1">
            <a:off x="3166281" y="497632"/>
            <a:ext cx="288614" cy="288337"/>
          </a:xfrm>
          <a:custGeom>
            <a:rect b="b" l="l" r="r" t="t"/>
            <a:pathLst>
              <a:path extrusionOk="0" h="22893" w="22915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9"/>
          <p:cNvSpPr/>
          <p:nvPr/>
        </p:nvSpPr>
        <p:spPr>
          <a:xfrm flipH="1">
            <a:off x="3164039" y="495100"/>
            <a:ext cx="293111" cy="293388"/>
          </a:xfrm>
          <a:custGeom>
            <a:rect b="b" l="l" r="r" t="t"/>
            <a:pathLst>
              <a:path extrusionOk="0" h="23294" w="23272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9"/>
          <p:cNvSpPr/>
          <p:nvPr/>
        </p:nvSpPr>
        <p:spPr>
          <a:xfrm flipH="1">
            <a:off x="3202780" y="534134"/>
            <a:ext cx="215626" cy="215337"/>
          </a:xfrm>
          <a:custGeom>
            <a:rect b="b" l="l" r="r" t="t"/>
            <a:pathLst>
              <a:path extrusionOk="0" h="17097" w="1712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9"/>
          <p:cNvSpPr/>
          <p:nvPr/>
        </p:nvSpPr>
        <p:spPr>
          <a:xfrm flipH="1">
            <a:off x="3200525" y="531602"/>
            <a:ext cx="220123" cy="220400"/>
          </a:xfrm>
          <a:custGeom>
            <a:rect b="b" l="l" r="r" t="t"/>
            <a:pathLst>
              <a:path extrusionOk="0" h="17499" w="17477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9"/>
          <p:cNvSpPr/>
          <p:nvPr/>
        </p:nvSpPr>
        <p:spPr>
          <a:xfrm flipH="1">
            <a:off x="3242641" y="573709"/>
            <a:ext cx="136177" cy="136177"/>
          </a:xfrm>
          <a:custGeom>
            <a:rect b="b" l="l" r="r" t="t"/>
            <a:pathLst>
              <a:path extrusionOk="0" h="10812" w="10812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9"/>
          <p:cNvSpPr/>
          <p:nvPr/>
        </p:nvSpPr>
        <p:spPr>
          <a:xfrm flipH="1">
            <a:off x="3240109" y="571467"/>
            <a:ext cx="140951" cy="140674"/>
          </a:xfrm>
          <a:custGeom>
            <a:rect b="b" l="l" r="r" t="t"/>
            <a:pathLst>
              <a:path extrusionOk="0" h="11169" w="11191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62" name="Google Shape;462;p9"/>
          <p:cNvGrpSpPr/>
          <p:nvPr/>
        </p:nvGrpSpPr>
        <p:grpSpPr>
          <a:xfrm flipH="1">
            <a:off x="3527112" y="361100"/>
            <a:ext cx="175013" cy="27000"/>
            <a:chOff x="5662375" y="212375"/>
            <a:chExt cx="175013" cy="27000"/>
          </a:xfrm>
        </p:grpSpPr>
        <p:sp>
          <p:nvSpPr>
            <p:cNvPr id="463" name="Google Shape;463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" name="Google Shape;464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66" name="Google Shape;466;p9"/>
          <p:cNvGrpSpPr/>
          <p:nvPr/>
        </p:nvGrpSpPr>
        <p:grpSpPr>
          <a:xfrm flipH="1">
            <a:off x="480412" y="242700"/>
            <a:ext cx="175013" cy="27000"/>
            <a:chOff x="5662375" y="212375"/>
            <a:chExt cx="175013" cy="27000"/>
          </a:xfrm>
        </p:grpSpPr>
        <p:sp>
          <p:nvSpPr>
            <p:cNvPr id="467" name="Google Shape;467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" name="Google Shape;468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" name="Google Shape;469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70" name="Google Shape;470;p9"/>
          <p:cNvGrpSpPr/>
          <p:nvPr/>
        </p:nvGrpSpPr>
        <p:grpSpPr>
          <a:xfrm flipH="1">
            <a:off x="901712" y="1653625"/>
            <a:ext cx="175013" cy="27000"/>
            <a:chOff x="5662375" y="212375"/>
            <a:chExt cx="175013" cy="27000"/>
          </a:xfrm>
        </p:grpSpPr>
        <p:sp>
          <p:nvSpPr>
            <p:cNvPr id="471" name="Google Shape;471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" name="Google Shape;472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" name="Google Shape;473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474" name="Google Shape;474;p9"/>
          <p:cNvCxnSpPr/>
          <p:nvPr/>
        </p:nvCxnSpPr>
        <p:spPr>
          <a:xfrm>
            <a:off x="791400" y="4212400"/>
            <a:ext cx="1157100" cy="542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75" name="Google Shape;475;p9"/>
          <p:cNvCxnSpPr/>
          <p:nvPr/>
        </p:nvCxnSpPr>
        <p:spPr>
          <a:xfrm flipH="1" rot="10800000">
            <a:off x="0" y="4220425"/>
            <a:ext cx="791400" cy="836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476" name="Google Shape;476;p9"/>
          <p:cNvGrpSpPr/>
          <p:nvPr/>
        </p:nvGrpSpPr>
        <p:grpSpPr>
          <a:xfrm rot="10800000">
            <a:off x="499400" y="3940925"/>
            <a:ext cx="581800" cy="582350"/>
            <a:chOff x="8064275" y="887850"/>
            <a:chExt cx="581800" cy="582350"/>
          </a:xfrm>
        </p:grpSpPr>
        <p:sp>
          <p:nvSpPr>
            <p:cNvPr id="477" name="Google Shape;477;p9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" name="Google Shape;478;p9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" name="Google Shape;479;p9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" name="Google Shape;480;p9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" name="Google Shape;481;p9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" name="Google Shape;482;p9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83" name="Google Shape;483;p9"/>
          <p:cNvGrpSpPr/>
          <p:nvPr/>
        </p:nvGrpSpPr>
        <p:grpSpPr>
          <a:xfrm rot="10800000">
            <a:off x="1819575" y="4586750"/>
            <a:ext cx="292025" cy="292575"/>
            <a:chOff x="7353050" y="316275"/>
            <a:chExt cx="292025" cy="292575"/>
          </a:xfrm>
        </p:grpSpPr>
        <p:sp>
          <p:nvSpPr>
            <p:cNvPr id="484" name="Google Shape;484;p9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" name="Google Shape;485;p9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" name="Google Shape;486;p9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" name="Google Shape;487;p9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88" name="Google Shape;488;p9"/>
          <p:cNvGrpSpPr/>
          <p:nvPr/>
        </p:nvGrpSpPr>
        <p:grpSpPr>
          <a:xfrm rot="10800000">
            <a:off x="212525" y="4645550"/>
            <a:ext cx="175000" cy="175000"/>
            <a:chOff x="8792300" y="321275"/>
            <a:chExt cx="175000" cy="175000"/>
          </a:xfrm>
        </p:grpSpPr>
        <p:sp>
          <p:nvSpPr>
            <p:cNvPr id="489" name="Google Shape;489;p9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" name="Google Shape;490;p9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" name="Google Shape;491;p9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" name="Google Shape;492;p9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93" name="Google Shape;493;p9"/>
          <p:cNvGrpSpPr/>
          <p:nvPr/>
        </p:nvGrpSpPr>
        <p:grpSpPr>
          <a:xfrm rot="10800000">
            <a:off x="480412" y="4852325"/>
            <a:ext cx="175013" cy="27000"/>
            <a:chOff x="5662375" y="212375"/>
            <a:chExt cx="175013" cy="27000"/>
          </a:xfrm>
        </p:grpSpPr>
        <p:sp>
          <p:nvSpPr>
            <p:cNvPr id="494" name="Google Shape;494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" name="Google Shape;495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" name="Google Shape;496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97" name="Google Shape;497;p9"/>
          <p:cNvGrpSpPr/>
          <p:nvPr/>
        </p:nvGrpSpPr>
        <p:grpSpPr>
          <a:xfrm rot="10800000">
            <a:off x="1054112" y="3898600"/>
            <a:ext cx="175013" cy="27000"/>
            <a:chOff x="5662375" y="212375"/>
            <a:chExt cx="175013" cy="27000"/>
          </a:xfrm>
        </p:grpSpPr>
        <p:sp>
          <p:nvSpPr>
            <p:cNvPr id="498" name="Google Shape;498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" name="Google Shape;499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" name="Google Shape;500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10"/>
          <p:cNvSpPr txBox="1"/>
          <p:nvPr>
            <p:ph idx="1" type="body"/>
          </p:nvPr>
        </p:nvSpPr>
        <p:spPr>
          <a:xfrm>
            <a:off x="1122050" y="1947672"/>
            <a:ext cx="2788800" cy="136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arlow Semi Condensed"/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</a:lstStyle>
          <a:p/>
        </p:txBody>
      </p:sp>
      <p:sp>
        <p:nvSpPr>
          <p:cNvPr id="503" name="Google Shape;503;p10"/>
          <p:cNvSpPr txBox="1"/>
          <p:nvPr>
            <p:ph type="title"/>
          </p:nvPr>
        </p:nvSpPr>
        <p:spPr>
          <a:xfrm>
            <a:off x="2100600" y="347472"/>
            <a:ext cx="4947000" cy="585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504" name="Google Shape;504;p10"/>
          <p:cNvCxnSpPr/>
          <p:nvPr/>
        </p:nvCxnSpPr>
        <p:spPr>
          <a:xfrm>
            <a:off x="590450" y="4340600"/>
            <a:ext cx="1212900" cy="422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05" name="Google Shape;505;p10"/>
          <p:cNvCxnSpPr/>
          <p:nvPr/>
        </p:nvCxnSpPr>
        <p:spPr>
          <a:xfrm flipH="1" rot="10800000">
            <a:off x="7975" y="4332600"/>
            <a:ext cx="582600" cy="6543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506" name="Google Shape;506;p10"/>
          <p:cNvGrpSpPr/>
          <p:nvPr/>
        </p:nvGrpSpPr>
        <p:grpSpPr>
          <a:xfrm flipH="1">
            <a:off x="431725" y="4183775"/>
            <a:ext cx="292025" cy="292575"/>
            <a:chOff x="7353050" y="316275"/>
            <a:chExt cx="292025" cy="292575"/>
          </a:xfrm>
        </p:grpSpPr>
        <p:sp>
          <p:nvSpPr>
            <p:cNvPr id="507" name="Google Shape;507;p10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" name="Google Shape;508;p10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10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" name="Google Shape;510;p10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11" name="Google Shape;511;p10"/>
          <p:cNvGrpSpPr/>
          <p:nvPr/>
        </p:nvGrpSpPr>
        <p:grpSpPr>
          <a:xfrm>
            <a:off x="1646714" y="4616575"/>
            <a:ext cx="293111" cy="293388"/>
            <a:chOff x="3164039" y="430875"/>
            <a:chExt cx="293111" cy="293388"/>
          </a:xfrm>
        </p:grpSpPr>
        <p:sp>
          <p:nvSpPr>
            <p:cNvPr id="512" name="Google Shape;512;p10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" name="Google Shape;513;p10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" name="Google Shape;514;p10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" name="Google Shape;515;p10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" name="Google Shape;516;p10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" name="Google Shape;517;p10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518" name="Google Shape;518;p10"/>
          <p:cNvCxnSpPr/>
          <p:nvPr/>
        </p:nvCxnSpPr>
        <p:spPr>
          <a:xfrm rot="10800000">
            <a:off x="7196975" y="295100"/>
            <a:ext cx="1157100" cy="542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19" name="Google Shape;519;p10"/>
          <p:cNvCxnSpPr/>
          <p:nvPr/>
        </p:nvCxnSpPr>
        <p:spPr>
          <a:xfrm flipH="1">
            <a:off x="8354075" y="-6625"/>
            <a:ext cx="791400" cy="836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520" name="Google Shape;520;p10"/>
          <p:cNvGrpSpPr/>
          <p:nvPr/>
        </p:nvGrpSpPr>
        <p:grpSpPr>
          <a:xfrm>
            <a:off x="8064275" y="526925"/>
            <a:ext cx="581800" cy="582350"/>
            <a:chOff x="8064275" y="887850"/>
            <a:chExt cx="581800" cy="582350"/>
          </a:xfrm>
        </p:grpSpPr>
        <p:sp>
          <p:nvSpPr>
            <p:cNvPr id="521" name="Google Shape;521;p10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" name="Google Shape;522;p10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" name="Google Shape;523;p10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" name="Google Shape;524;p10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" name="Google Shape;525;p10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" name="Google Shape;526;p10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27" name="Google Shape;527;p10"/>
          <p:cNvGrpSpPr/>
          <p:nvPr/>
        </p:nvGrpSpPr>
        <p:grpSpPr>
          <a:xfrm>
            <a:off x="7033875" y="170875"/>
            <a:ext cx="292025" cy="292575"/>
            <a:chOff x="7353050" y="316275"/>
            <a:chExt cx="292025" cy="292575"/>
          </a:xfrm>
        </p:grpSpPr>
        <p:sp>
          <p:nvSpPr>
            <p:cNvPr id="528" name="Google Shape;528;p10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" name="Google Shape;529;p10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" name="Google Shape;530;p10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" name="Google Shape;531;p10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32" name="Google Shape;532;p10"/>
          <p:cNvGrpSpPr/>
          <p:nvPr/>
        </p:nvGrpSpPr>
        <p:grpSpPr>
          <a:xfrm>
            <a:off x="8757950" y="229650"/>
            <a:ext cx="175000" cy="175000"/>
            <a:chOff x="8792300" y="321275"/>
            <a:chExt cx="175000" cy="175000"/>
          </a:xfrm>
        </p:grpSpPr>
        <p:sp>
          <p:nvSpPr>
            <p:cNvPr id="533" name="Google Shape;533;p10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10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" name="Google Shape;535;p10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10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37" name="Google Shape;537;p10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538" name="Google Shape;538;p10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10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" name="Google Shape;540;p10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41" name="Google Shape;541;p10"/>
          <p:cNvGrpSpPr/>
          <p:nvPr/>
        </p:nvGrpSpPr>
        <p:grpSpPr>
          <a:xfrm>
            <a:off x="7916350" y="1124600"/>
            <a:ext cx="175013" cy="27000"/>
            <a:chOff x="5662375" y="212375"/>
            <a:chExt cx="175013" cy="27000"/>
          </a:xfrm>
        </p:grpSpPr>
        <p:sp>
          <p:nvSpPr>
            <p:cNvPr id="542" name="Google Shape;542;p10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" name="Google Shape;543;p10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" name="Google Shape;544;p10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6" name="Google Shape;546;p11"/>
          <p:cNvGrpSpPr/>
          <p:nvPr/>
        </p:nvGrpSpPr>
        <p:grpSpPr>
          <a:xfrm rot="10800000">
            <a:off x="1954823" y="1124844"/>
            <a:ext cx="5234354" cy="3069144"/>
            <a:chOff x="1098425" y="237675"/>
            <a:chExt cx="5358675" cy="5174750"/>
          </a:xfrm>
        </p:grpSpPr>
        <p:sp>
          <p:nvSpPr>
            <p:cNvPr id="547" name="Google Shape;547;p11"/>
            <p:cNvSpPr/>
            <p:nvPr/>
          </p:nvSpPr>
          <p:spPr>
            <a:xfrm>
              <a:off x="1098425" y="237675"/>
              <a:ext cx="5358675" cy="5173850"/>
            </a:xfrm>
            <a:custGeom>
              <a:rect b="b" l="l" r="r" t="t"/>
              <a:pathLst>
                <a:path extrusionOk="0" h="206954" w="214347">
                  <a:moveTo>
                    <a:pt x="115079" y="1"/>
                  </a:moveTo>
                  <a:cubicBezTo>
                    <a:pt x="106819" y="1"/>
                    <a:pt x="98029" y="1749"/>
                    <a:pt x="88677" y="5654"/>
                  </a:cubicBezTo>
                  <a:cubicBezTo>
                    <a:pt x="67392" y="14588"/>
                    <a:pt x="50544" y="31735"/>
                    <a:pt x="37474" y="50742"/>
                  </a:cubicBezTo>
                  <a:cubicBezTo>
                    <a:pt x="17088" y="80241"/>
                    <a:pt x="4497" y="115076"/>
                    <a:pt x="1260" y="150810"/>
                  </a:cubicBezTo>
                  <a:cubicBezTo>
                    <a:pt x="1" y="164900"/>
                    <a:pt x="1140" y="181268"/>
                    <a:pt x="12472" y="189722"/>
                  </a:cubicBezTo>
                  <a:cubicBezTo>
                    <a:pt x="19127" y="194639"/>
                    <a:pt x="27881" y="195658"/>
                    <a:pt x="36155" y="196437"/>
                  </a:cubicBezTo>
                  <a:cubicBezTo>
                    <a:pt x="68471" y="199615"/>
                    <a:pt x="100788" y="202793"/>
                    <a:pt x="133105" y="205911"/>
                  </a:cubicBezTo>
                  <a:cubicBezTo>
                    <a:pt x="138433" y="206449"/>
                    <a:pt x="143882" y="206954"/>
                    <a:pt x="149263" y="206954"/>
                  </a:cubicBezTo>
                  <a:cubicBezTo>
                    <a:pt x="156478" y="206954"/>
                    <a:pt x="163573" y="206046"/>
                    <a:pt x="170098" y="203093"/>
                  </a:cubicBezTo>
                  <a:cubicBezTo>
                    <a:pt x="185747" y="196018"/>
                    <a:pt x="194081" y="179110"/>
                    <a:pt x="201216" y="163461"/>
                  </a:cubicBezTo>
                  <a:cubicBezTo>
                    <a:pt x="207451" y="149731"/>
                    <a:pt x="213867" y="135461"/>
                    <a:pt x="214106" y="120352"/>
                  </a:cubicBezTo>
                  <a:cubicBezTo>
                    <a:pt x="214346" y="105542"/>
                    <a:pt x="208710" y="91273"/>
                    <a:pt x="201875" y="78082"/>
                  </a:cubicBezTo>
                  <a:cubicBezTo>
                    <a:pt x="183394" y="42166"/>
                    <a:pt x="155643" y="1"/>
                    <a:pt x="11507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" name="Google Shape;548;p11"/>
            <p:cNvSpPr/>
            <p:nvPr/>
          </p:nvSpPr>
          <p:spPr>
            <a:xfrm>
              <a:off x="1098425" y="237675"/>
              <a:ext cx="5358675" cy="5173850"/>
            </a:xfrm>
            <a:custGeom>
              <a:rect b="b" l="l" r="r" t="t"/>
              <a:pathLst>
                <a:path extrusionOk="0" h="206954" w="214347">
                  <a:moveTo>
                    <a:pt x="115079" y="1"/>
                  </a:moveTo>
                  <a:cubicBezTo>
                    <a:pt x="106819" y="1"/>
                    <a:pt x="98029" y="1749"/>
                    <a:pt x="88677" y="5654"/>
                  </a:cubicBezTo>
                  <a:cubicBezTo>
                    <a:pt x="67392" y="14588"/>
                    <a:pt x="50544" y="31735"/>
                    <a:pt x="37474" y="50742"/>
                  </a:cubicBezTo>
                  <a:cubicBezTo>
                    <a:pt x="17088" y="80241"/>
                    <a:pt x="4497" y="115076"/>
                    <a:pt x="1260" y="150810"/>
                  </a:cubicBezTo>
                  <a:cubicBezTo>
                    <a:pt x="1" y="164900"/>
                    <a:pt x="1140" y="181268"/>
                    <a:pt x="12472" y="189722"/>
                  </a:cubicBezTo>
                  <a:cubicBezTo>
                    <a:pt x="19127" y="194639"/>
                    <a:pt x="27881" y="195658"/>
                    <a:pt x="36155" y="196437"/>
                  </a:cubicBezTo>
                  <a:cubicBezTo>
                    <a:pt x="68471" y="199615"/>
                    <a:pt x="100788" y="202793"/>
                    <a:pt x="133105" y="205911"/>
                  </a:cubicBezTo>
                  <a:cubicBezTo>
                    <a:pt x="138433" y="206449"/>
                    <a:pt x="143882" y="206954"/>
                    <a:pt x="149263" y="206954"/>
                  </a:cubicBezTo>
                  <a:cubicBezTo>
                    <a:pt x="156478" y="206954"/>
                    <a:pt x="163573" y="206046"/>
                    <a:pt x="170098" y="203093"/>
                  </a:cubicBezTo>
                  <a:cubicBezTo>
                    <a:pt x="185747" y="196018"/>
                    <a:pt x="194081" y="179110"/>
                    <a:pt x="201216" y="163461"/>
                  </a:cubicBezTo>
                  <a:cubicBezTo>
                    <a:pt x="207451" y="149731"/>
                    <a:pt x="213867" y="135461"/>
                    <a:pt x="214106" y="120352"/>
                  </a:cubicBezTo>
                  <a:cubicBezTo>
                    <a:pt x="214346" y="105542"/>
                    <a:pt x="208710" y="91273"/>
                    <a:pt x="201875" y="78082"/>
                  </a:cubicBezTo>
                  <a:cubicBezTo>
                    <a:pt x="183394" y="42166"/>
                    <a:pt x="155643" y="1"/>
                    <a:pt x="11507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" name="Google Shape;549;p11"/>
            <p:cNvSpPr/>
            <p:nvPr/>
          </p:nvSpPr>
          <p:spPr>
            <a:xfrm>
              <a:off x="1119425" y="238125"/>
              <a:ext cx="5331675" cy="5174300"/>
            </a:xfrm>
            <a:custGeom>
              <a:rect b="b" l="l" r="r" t="t"/>
              <a:pathLst>
                <a:path extrusionOk="0" h="206972" w="213267">
                  <a:moveTo>
                    <a:pt x="114278" y="0"/>
                  </a:moveTo>
                  <a:cubicBezTo>
                    <a:pt x="106004" y="0"/>
                    <a:pt x="97190" y="1739"/>
                    <a:pt x="87837" y="5636"/>
                  </a:cubicBezTo>
                  <a:cubicBezTo>
                    <a:pt x="66552" y="14570"/>
                    <a:pt x="49704" y="31717"/>
                    <a:pt x="36634" y="50724"/>
                  </a:cubicBezTo>
                  <a:cubicBezTo>
                    <a:pt x="16248" y="80223"/>
                    <a:pt x="3657" y="115058"/>
                    <a:pt x="420" y="150792"/>
                  </a:cubicBezTo>
                  <a:cubicBezTo>
                    <a:pt x="180" y="153610"/>
                    <a:pt x="0" y="156488"/>
                    <a:pt x="0" y="159366"/>
                  </a:cubicBezTo>
                  <a:cubicBezTo>
                    <a:pt x="0" y="171058"/>
                    <a:pt x="2578" y="182929"/>
                    <a:pt x="11632" y="189704"/>
                  </a:cubicBezTo>
                  <a:cubicBezTo>
                    <a:pt x="18287" y="194621"/>
                    <a:pt x="27041" y="195640"/>
                    <a:pt x="35315" y="196419"/>
                  </a:cubicBezTo>
                  <a:cubicBezTo>
                    <a:pt x="67631" y="199597"/>
                    <a:pt x="99948" y="202775"/>
                    <a:pt x="132265" y="205893"/>
                  </a:cubicBezTo>
                  <a:cubicBezTo>
                    <a:pt x="137601" y="206432"/>
                    <a:pt x="143057" y="206972"/>
                    <a:pt x="148393" y="206972"/>
                  </a:cubicBezTo>
                  <a:cubicBezTo>
                    <a:pt x="155648" y="206972"/>
                    <a:pt x="162723" y="206013"/>
                    <a:pt x="169258" y="203075"/>
                  </a:cubicBezTo>
                  <a:cubicBezTo>
                    <a:pt x="184907" y="196000"/>
                    <a:pt x="193241" y="179092"/>
                    <a:pt x="200376" y="163443"/>
                  </a:cubicBezTo>
                  <a:cubicBezTo>
                    <a:pt x="206611" y="149713"/>
                    <a:pt x="213027" y="135443"/>
                    <a:pt x="213266" y="120334"/>
                  </a:cubicBezTo>
                  <a:cubicBezTo>
                    <a:pt x="213266" y="120034"/>
                    <a:pt x="213266" y="119734"/>
                    <a:pt x="213266" y="119375"/>
                  </a:cubicBezTo>
                  <a:cubicBezTo>
                    <a:pt x="213266" y="104925"/>
                    <a:pt x="207690" y="90955"/>
                    <a:pt x="201035" y="78064"/>
                  </a:cubicBezTo>
                  <a:cubicBezTo>
                    <a:pt x="182569" y="42150"/>
                    <a:pt x="154809" y="0"/>
                    <a:pt x="11427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50" name="Google Shape;550;p11"/>
          <p:cNvSpPr txBox="1"/>
          <p:nvPr>
            <p:ph idx="1" type="subTitle"/>
          </p:nvPr>
        </p:nvSpPr>
        <p:spPr>
          <a:xfrm>
            <a:off x="3227832" y="2816352"/>
            <a:ext cx="26793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cxnSp>
        <p:nvCxnSpPr>
          <p:cNvPr id="551" name="Google Shape;551;p11"/>
          <p:cNvCxnSpPr/>
          <p:nvPr/>
        </p:nvCxnSpPr>
        <p:spPr>
          <a:xfrm rot="5400000">
            <a:off x="7269708" y="3324550"/>
            <a:ext cx="1133100" cy="3063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52" name="Google Shape;552;p11"/>
          <p:cNvCxnSpPr/>
          <p:nvPr/>
        </p:nvCxnSpPr>
        <p:spPr>
          <a:xfrm flipH="1" rot="-5400000">
            <a:off x="7181408" y="2082400"/>
            <a:ext cx="1342200" cy="3153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53" name="Google Shape;553;p11"/>
          <p:cNvCxnSpPr/>
          <p:nvPr/>
        </p:nvCxnSpPr>
        <p:spPr>
          <a:xfrm rot="5400000">
            <a:off x="7232433" y="736375"/>
            <a:ext cx="1332000" cy="392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54" name="Google Shape;554;p11"/>
          <p:cNvCxnSpPr/>
          <p:nvPr/>
        </p:nvCxnSpPr>
        <p:spPr>
          <a:xfrm rot="5400000">
            <a:off x="8168433" y="-66600"/>
            <a:ext cx="273900" cy="407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555" name="Google Shape;555;p11"/>
          <p:cNvGrpSpPr/>
          <p:nvPr/>
        </p:nvGrpSpPr>
        <p:grpSpPr>
          <a:xfrm flipH="1" rot="5400000">
            <a:off x="7407333" y="1284925"/>
            <a:ext cx="581800" cy="582350"/>
            <a:chOff x="8064275" y="887850"/>
            <a:chExt cx="581800" cy="582350"/>
          </a:xfrm>
        </p:grpSpPr>
        <p:sp>
          <p:nvSpPr>
            <p:cNvPr id="556" name="Google Shape;556;p11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" name="Google Shape;557;p11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" name="Google Shape;558;p11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" name="Google Shape;559;p11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11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11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62" name="Google Shape;562;p11"/>
          <p:cNvGrpSpPr/>
          <p:nvPr/>
        </p:nvGrpSpPr>
        <p:grpSpPr>
          <a:xfrm flipH="1" rot="5400000">
            <a:off x="7869720" y="2754200"/>
            <a:ext cx="292025" cy="292575"/>
            <a:chOff x="7353050" y="316275"/>
            <a:chExt cx="292025" cy="292575"/>
          </a:xfrm>
        </p:grpSpPr>
        <p:sp>
          <p:nvSpPr>
            <p:cNvPr id="563" name="Google Shape;563;p11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11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11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11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67" name="Google Shape;567;p11"/>
          <p:cNvGrpSpPr/>
          <p:nvPr/>
        </p:nvGrpSpPr>
        <p:grpSpPr>
          <a:xfrm flipH="1" rot="5400000">
            <a:off x="8012458" y="178175"/>
            <a:ext cx="175000" cy="175000"/>
            <a:chOff x="8792300" y="321275"/>
            <a:chExt cx="175000" cy="175000"/>
          </a:xfrm>
        </p:grpSpPr>
        <p:sp>
          <p:nvSpPr>
            <p:cNvPr id="568" name="Google Shape;568;p11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11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11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11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72" name="Google Shape;572;p11"/>
          <p:cNvGrpSpPr/>
          <p:nvPr/>
        </p:nvGrpSpPr>
        <p:grpSpPr>
          <a:xfrm rot="5400000">
            <a:off x="7551683" y="3879926"/>
            <a:ext cx="293111" cy="293388"/>
            <a:chOff x="3164039" y="430875"/>
            <a:chExt cx="293111" cy="293388"/>
          </a:xfrm>
        </p:grpSpPr>
        <p:sp>
          <p:nvSpPr>
            <p:cNvPr id="573" name="Google Shape;573;p11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" name="Google Shape;574;p11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11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11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" name="Google Shape;577;p11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11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79" name="Google Shape;579;p11"/>
          <p:cNvGrpSpPr/>
          <p:nvPr/>
        </p:nvGrpSpPr>
        <p:grpSpPr>
          <a:xfrm flipH="1" rot="5400000">
            <a:off x="8259052" y="323144"/>
            <a:ext cx="175013" cy="27000"/>
            <a:chOff x="5662375" y="212375"/>
            <a:chExt cx="175013" cy="27000"/>
          </a:xfrm>
        </p:grpSpPr>
        <p:sp>
          <p:nvSpPr>
            <p:cNvPr id="580" name="Google Shape;580;p11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" name="Google Shape;581;p11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11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583" name="Google Shape;583;p11"/>
          <p:cNvCxnSpPr/>
          <p:nvPr/>
        </p:nvCxnSpPr>
        <p:spPr>
          <a:xfrm flipH="1" rot="5400000">
            <a:off x="740850" y="2598325"/>
            <a:ext cx="1672500" cy="126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84" name="Google Shape;584;p11"/>
          <p:cNvCxnSpPr/>
          <p:nvPr/>
        </p:nvCxnSpPr>
        <p:spPr>
          <a:xfrm rot="-5400000">
            <a:off x="847100" y="3554000"/>
            <a:ext cx="829500" cy="743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85" name="Google Shape;585;p11"/>
          <p:cNvCxnSpPr/>
          <p:nvPr/>
        </p:nvCxnSpPr>
        <p:spPr>
          <a:xfrm flipH="1" rot="5400000">
            <a:off x="1105775" y="4151250"/>
            <a:ext cx="796500" cy="1188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586" name="Google Shape;586;p11"/>
          <p:cNvGrpSpPr/>
          <p:nvPr/>
        </p:nvGrpSpPr>
        <p:grpSpPr>
          <a:xfrm rot="5400000">
            <a:off x="621475" y="4062025"/>
            <a:ext cx="581800" cy="582350"/>
            <a:chOff x="8064275" y="887850"/>
            <a:chExt cx="581800" cy="582350"/>
          </a:xfrm>
        </p:grpSpPr>
        <p:sp>
          <p:nvSpPr>
            <p:cNvPr id="587" name="Google Shape;587;p11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11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11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11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11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11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93" name="Google Shape;593;p11"/>
          <p:cNvGrpSpPr/>
          <p:nvPr/>
        </p:nvGrpSpPr>
        <p:grpSpPr>
          <a:xfrm rot="5400000">
            <a:off x="1482825" y="3350800"/>
            <a:ext cx="292025" cy="292575"/>
            <a:chOff x="7353050" y="316275"/>
            <a:chExt cx="292025" cy="292575"/>
          </a:xfrm>
        </p:grpSpPr>
        <p:sp>
          <p:nvSpPr>
            <p:cNvPr id="594" name="Google Shape;594;p11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11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11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11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98" name="Google Shape;598;p11"/>
          <p:cNvGrpSpPr/>
          <p:nvPr/>
        </p:nvGrpSpPr>
        <p:grpSpPr>
          <a:xfrm rot="5400000">
            <a:off x="1595125" y="4790325"/>
            <a:ext cx="175000" cy="175000"/>
            <a:chOff x="8792300" y="321275"/>
            <a:chExt cx="175000" cy="175000"/>
          </a:xfrm>
        </p:grpSpPr>
        <p:sp>
          <p:nvSpPr>
            <p:cNvPr id="599" name="Google Shape;599;p11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" name="Google Shape;600;p11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11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11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3" name="Google Shape;603;p11"/>
          <p:cNvSpPr/>
          <p:nvPr/>
        </p:nvSpPr>
        <p:spPr>
          <a:xfrm rot="5400000">
            <a:off x="1377117" y="1688743"/>
            <a:ext cx="288614" cy="288337"/>
          </a:xfrm>
          <a:custGeom>
            <a:rect b="b" l="l" r="r" t="t"/>
            <a:pathLst>
              <a:path extrusionOk="0" h="22893" w="22915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11"/>
          <p:cNvSpPr/>
          <p:nvPr/>
        </p:nvSpPr>
        <p:spPr>
          <a:xfrm rot="5400000">
            <a:off x="1374876" y="1686211"/>
            <a:ext cx="293111" cy="293388"/>
          </a:xfrm>
          <a:custGeom>
            <a:rect b="b" l="l" r="r" t="t"/>
            <a:pathLst>
              <a:path extrusionOk="0" h="23294" w="23272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11"/>
          <p:cNvSpPr/>
          <p:nvPr/>
        </p:nvSpPr>
        <p:spPr>
          <a:xfrm rot="5400000">
            <a:off x="1413610" y="1725239"/>
            <a:ext cx="215626" cy="215337"/>
          </a:xfrm>
          <a:custGeom>
            <a:rect b="b" l="l" r="r" t="t"/>
            <a:pathLst>
              <a:path extrusionOk="0" h="17097" w="1712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11"/>
          <p:cNvSpPr/>
          <p:nvPr/>
        </p:nvSpPr>
        <p:spPr>
          <a:xfrm rot="5400000">
            <a:off x="1411362" y="1722714"/>
            <a:ext cx="220123" cy="220400"/>
          </a:xfrm>
          <a:custGeom>
            <a:rect b="b" l="l" r="r" t="t"/>
            <a:pathLst>
              <a:path extrusionOk="0" h="17499" w="17477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7" name="Google Shape;607;p11"/>
          <p:cNvSpPr/>
          <p:nvPr/>
        </p:nvSpPr>
        <p:spPr>
          <a:xfrm rot="5400000">
            <a:off x="1453339" y="1764682"/>
            <a:ext cx="136177" cy="136177"/>
          </a:xfrm>
          <a:custGeom>
            <a:rect b="b" l="l" r="r" t="t"/>
            <a:pathLst>
              <a:path extrusionOk="0" h="10812" w="10812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" name="Google Shape;608;p11"/>
          <p:cNvSpPr/>
          <p:nvPr/>
        </p:nvSpPr>
        <p:spPr>
          <a:xfrm rot="5400000">
            <a:off x="1450946" y="1762579"/>
            <a:ext cx="140951" cy="140674"/>
          </a:xfrm>
          <a:custGeom>
            <a:rect b="b" l="l" r="r" t="t"/>
            <a:pathLst>
              <a:path extrusionOk="0" h="11169" w="11191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09" name="Google Shape;609;p11"/>
          <p:cNvGrpSpPr/>
          <p:nvPr/>
        </p:nvGrpSpPr>
        <p:grpSpPr>
          <a:xfrm rot="5400000">
            <a:off x="1701119" y="1515381"/>
            <a:ext cx="175013" cy="27000"/>
            <a:chOff x="5662375" y="212375"/>
            <a:chExt cx="175013" cy="27000"/>
          </a:xfrm>
        </p:grpSpPr>
        <p:sp>
          <p:nvSpPr>
            <p:cNvPr id="610" name="Google Shape;610;p11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11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" name="Google Shape;612;p11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13" name="Google Shape;613;p11"/>
          <p:cNvGrpSpPr/>
          <p:nvPr/>
        </p:nvGrpSpPr>
        <p:grpSpPr>
          <a:xfrm rot="5400000">
            <a:off x="1819519" y="4562081"/>
            <a:ext cx="175013" cy="27000"/>
            <a:chOff x="5662375" y="212375"/>
            <a:chExt cx="175013" cy="27000"/>
          </a:xfrm>
        </p:grpSpPr>
        <p:sp>
          <p:nvSpPr>
            <p:cNvPr id="614" name="Google Shape;614;p11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11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" name="Google Shape;616;p11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17" name="Google Shape;617;p11"/>
          <p:cNvGrpSpPr/>
          <p:nvPr/>
        </p:nvGrpSpPr>
        <p:grpSpPr>
          <a:xfrm rot="5400000">
            <a:off x="408594" y="4140781"/>
            <a:ext cx="175013" cy="27000"/>
            <a:chOff x="5662375" y="212375"/>
            <a:chExt cx="175013" cy="27000"/>
          </a:xfrm>
        </p:grpSpPr>
        <p:sp>
          <p:nvSpPr>
            <p:cNvPr id="618" name="Google Shape;618;p11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" name="Google Shape;619;p11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" name="Google Shape;620;p11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21" name="Google Shape;621;p11"/>
          <p:cNvSpPr txBox="1"/>
          <p:nvPr>
            <p:ph hasCustomPrompt="1" type="title"/>
          </p:nvPr>
        </p:nvSpPr>
        <p:spPr>
          <a:xfrm>
            <a:off x="2624328" y="2057400"/>
            <a:ext cx="3904500" cy="78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13"/>
          <p:cNvSpPr txBox="1"/>
          <p:nvPr>
            <p:ph type="title"/>
          </p:nvPr>
        </p:nvSpPr>
        <p:spPr>
          <a:xfrm>
            <a:off x="5907024" y="356616"/>
            <a:ext cx="2615100" cy="576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25" name="Google Shape;625;p13"/>
          <p:cNvSpPr txBox="1"/>
          <p:nvPr>
            <p:ph idx="1" type="subTitle"/>
          </p:nvPr>
        </p:nvSpPr>
        <p:spPr>
          <a:xfrm>
            <a:off x="1664208" y="429768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626" name="Google Shape;626;p13"/>
          <p:cNvSpPr txBox="1"/>
          <p:nvPr>
            <p:ph idx="2" type="subTitle"/>
          </p:nvPr>
        </p:nvSpPr>
        <p:spPr>
          <a:xfrm>
            <a:off x="1664208" y="713232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627" name="Google Shape;627;p13"/>
          <p:cNvSpPr txBox="1"/>
          <p:nvPr>
            <p:ph idx="3" type="subTitle"/>
          </p:nvPr>
        </p:nvSpPr>
        <p:spPr>
          <a:xfrm>
            <a:off x="1664208" y="1508760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628" name="Google Shape;628;p13"/>
          <p:cNvSpPr txBox="1"/>
          <p:nvPr>
            <p:ph idx="4" type="subTitle"/>
          </p:nvPr>
        </p:nvSpPr>
        <p:spPr>
          <a:xfrm>
            <a:off x="1664208" y="1792224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629" name="Google Shape;629;p13"/>
          <p:cNvSpPr txBox="1"/>
          <p:nvPr>
            <p:ph idx="5" type="subTitle"/>
          </p:nvPr>
        </p:nvSpPr>
        <p:spPr>
          <a:xfrm>
            <a:off x="1664208" y="2587752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630" name="Google Shape;630;p13"/>
          <p:cNvSpPr txBox="1"/>
          <p:nvPr>
            <p:ph idx="6" type="subTitle"/>
          </p:nvPr>
        </p:nvSpPr>
        <p:spPr>
          <a:xfrm>
            <a:off x="1664208" y="2871216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631" name="Google Shape;631;p13"/>
          <p:cNvSpPr txBox="1"/>
          <p:nvPr>
            <p:ph idx="7" type="subTitle"/>
          </p:nvPr>
        </p:nvSpPr>
        <p:spPr>
          <a:xfrm>
            <a:off x="1664208" y="3666744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632" name="Google Shape;632;p13"/>
          <p:cNvSpPr txBox="1"/>
          <p:nvPr>
            <p:ph idx="8" type="subTitle"/>
          </p:nvPr>
        </p:nvSpPr>
        <p:spPr>
          <a:xfrm>
            <a:off x="1664208" y="3950208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633" name="Google Shape;633;p13"/>
          <p:cNvSpPr txBox="1"/>
          <p:nvPr>
            <p:ph hasCustomPrompt="1" idx="9" type="title"/>
          </p:nvPr>
        </p:nvSpPr>
        <p:spPr>
          <a:xfrm>
            <a:off x="813816" y="722376"/>
            <a:ext cx="457200" cy="34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4" name="Google Shape;634;p13"/>
          <p:cNvSpPr txBox="1"/>
          <p:nvPr>
            <p:ph hasCustomPrompt="1" idx="13" type="title"/>
          </p:nvPr>
        </p:nvSpPr>
        <p:spPr>
          <a:xfrm>
            <a:off x="813816" y="1801368"/>
            <a:ext cx="457200" cy="34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5" name="Google Shape;635;p13"/>
          <p:cNvSpPr txBox="1"/>
          <p:nvPr>
            <p:ph hasCustomPrompt="1" idx="14" type="title"/>
          </p:nvPr>
        </p:nvSpPr>
        <p:spPr>
          <a:xfrm>
            <a:off x="813816" y="2880360"/>
            <a:ext cx="457200" cy="34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6" name="Google Shape;636;p13"/>
          <p:cNvSpPr txBox="1"/>
          <p:nvPr>
            <p:ph hasCustomPrompt="1" idx="15" type="title"/>
          </p:nvPr>
        </p:nvSpPr>
        <p:spPr>
          <a:xfrm>
            <a:off x="813816" y="3959352"/>
            <a:ext cx="457200" cy="34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lumns of text">
  <p:cSld name="CUSTOM_1"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4"/>
          <p:cNvSpPr txBox="1"/>
          <p:nvPr>
            <p:ph type="title"/>
          </p:nvPr>
        </p:nvSpPr>
        <p:spPr>
          <a:xfrm>
            <a:off x="1719072" y="338328"/>
            <a:ext cx="5577900" cy="59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9" name="Google Shape;639;p14"/>
          <p:cNvSpPr txBox="1"/>
          <p:nvPr>
            <p:ph idx="1" type="subTitle"/>
          </p:nvPr>
        </p:nvSpPr>
        <p:spPr>
          <a:xfrm>
            <a:off x="3694176" y="2414016"/>
            <a:ext cx="1764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640" name="Google Shape;640;p14"/>
          <p:cNvSpPr txBox="1"/>
          <p:nvPr>
            <p:ph idx="2" type="subTitle"/>
          </p:nvPr>
        </p:nvSpPr>
        <p:spPr>
          <a:xfrm>
            <a:off x="1024128" y="2414016"/>
            <a:ext cx="1764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641" name="Google Shape;641;p14"/>
          <p:cNvSpPr txBox="1"/>
          <p:nvPr>
            <p:ph idx="3" type="subTitle"/>
          </p:nvPr>
        </p:nvSpPr>
        <p:spPr>
          <a:xfrm>
            <a:off x="6355080" y="2414016"/>
            <a:ext cx="1764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642" name="Google Shape;642;p14"/>
          <p:cNvSpPr txBox="1"/>
          <p:nvPr>
            <p:ph idx="4" type="subTitle"/>
          </p:nvPr>
        </p:nvSpPr>
        <p:spPr>
          <a:xfrm>
            <a:off x="3694176" y="2825496"/>
            <a:ext cx="1764900" cy="10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643" name="Google Shape;643;p14"/>
          <p:cNvSpPr txBox="1"/>
          <p:nvPr>
            <p:ph idx="5" type="subTitle"/>
          </p:nvPr>
        </p:nvSpPr>
        <p:spPr>
          <a:xfrm>
            <a:off x="1024128" y="2825496"/>
            <a:ext cx="1764900" cy="10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644" name="Google Shape;644;p14"/>
          <p:cNvSpPr txBox="1"/>
          <p:nvPr>
            <p:ph idx="6" type="subTitle"/>
          </p:nvPr>
        </p:nvSpPr>
        <p:spPr>
          <a:xfrm>
            <a:off x="6355080" y="2825496"/>
            <a:ext cx="1764900" cy="10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grpSp>
        <p:nvGrpSpPr>
          <p:cNvPr id="645" name="Google Shape;645;p14"/>
          <p:cNvGrpSpPr/>
          <p:nvPr/>
        </p:nvGrpSpPr>
        <p:grpSpPr>
          <a:xfrm>
            <a:off x="261711" y="-1158"/>
            <a:ext cx="8550326" cy="3981600"/>
            <a:chOff x="261711" y="-1158"/>
            <a:chExt cx="8550326" cy="3981600"/>
          </a:xfrm>
        </p:grpSpPr>
        <p:cxnSp>
          <p:nvCxnSpPr>
            <p:cNvPr id="646" name="Google Shape;646;p14"/>
            <p:cNvCxnSpPr/>
            <p:nvPr/>
          </p:nvCxnSpPr>
          <p:spPr>
            <a:xfrm>
              <a:off x="515925" y="-1158"/>
              <a:ext cx="0" cy="39816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47" name="Google Shape;647;p14"/>
            <p:cNvCxnSpPr/>
            <p:nvPr/>
          </p:nvCxnSpPr>
          <p:spPr>
            <a:xfrm>
              <a:off x="8666025" y="-1158"/>
              <a:ext cx="0" cy="19020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648" name="Google Shape;648;p14"/>
            <p:cNvGrpSpPr/>
            <p:nvPr/>
          </p:nvGrpSpPr>
          <p:grpSpPr>
            <a:xfrm rot="10800000">
              <a:off x="343275" y="3300779"/>
              <a:ext cx="344736" cy="345385"/>
              <a:chOff x="7353050" y="316275"/>
              <a:chExt cx="292025" cy="292575"/>
            </a:xfrm>
          </p:grpSpPr>
          <p:sp>
            <p:nvSpPr>
              <p:cNvPr id="649" name="Google Shape;649;p14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0" name="Google Shape;650;p14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1" name="Google Shape;651;p14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2" name="Google Shape;652;p14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53" name="Google Shape;653;p14"/>
            <p:cNvGrpSpPr/>
            <p:nvPr/>
          </p:nvGrpSpPr>
          <p:grpSpPr>
            <a:xfrm rot="10800000">
              <a:off x="8520013" y="714742"/>
              <a:ext cx="292025" cy="292575"/>
              <a:chOff x="7353050" y="316275"/>
              <a:chExt cx="292025" cy="292575"/>
            </a:xfrm>
          </p:grpSpPr>
          <p:sp>
            <p:nvSpPr>
              <p:cNvPr id="654" name="Google Shape;654;p14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5" name="Google Shape;655;p14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6" name="Google Shape;656;p14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7" name="Google Shape;657;p14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58" name="Google Shape;658;p14"/>
            <p:cNvGrpSpPr/>
            <p:nvPr/>
          </p:nvGrpSpPr>
          <p:grpSpPr>
            <a:xfrm rot="10800000">
              <a:off x="261711" y="465077"/>
              <a:ext cx="507562" cy="507984"/>
              <a:chOff x="8064275" y="887850"/>
              <a:chExt cx="581800" cy="582350"/>
            </a:xfrm>
          </p:grpSpPr>
          <p:sp>
            <p:nvSpPr>
              <p:cNvPr id="659" name="Google Shape;659;p14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0" name="Google Shape;660;p14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1" name="Google Shape;661;p14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2" name="Google Shape;662;p14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3" name="Google Shape;663;p14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4" name="Google Shape;664;p14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s of text">
  <p:cSld name="CUSTOM_2"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15"/>
          <p:cNvSpPr txBox="1"/>
          <p:nvPr>
            <p:ph type="title"/>
          </p:nvPr>
        </p:nvSpPr>
        <p:spPr>
          <a:xfrm>
            <a:off x="1568775" y="442350"/>
            <a:ext cx="6006300" cy="59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67" name="Google Shape;667;p15"/>
          <p:cNvSpPr txBox="1"/>
          <p:nvPr>
            <p:ph idx="1" type="subTitle"/>
          </p:nvPr>
        </p:nvSpPr>
        <p:spPr>
          <a:xfrm>
            <a:off x="1709928" y="1545336"/>
            <a:ext cx="1945200" cy="3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668" name="Google Shape;668;p15"/>
          <p:cNvSpPr txBox="1"/>
          <p:nvPr>
            <p:ph idx="2" type="subTitle"/>
          </p:nvPr>
        </p:nvSpPr>
        <p:spPr>
          <a:xfrm>
            <a:off x="1709928" y="1938528"/>
            <a:ext cx="19452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669" name="Google Shape;669;p15"/>
          <p:cNvSpPr txBox="1"/>
          <p:nvPr>
            <p:ph idx="3" type="subTitle"/>
          </p:nvPr>
        </p:nvSpPr>
        <p:spPr>
          <a:xfrm>
            <a:off x="5468112" y="1545336"/>
            <a:ext cx="1947600" cy="3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670" name="Google Shape;670;p15"/>
          <p:cNvSpPr txBox="1"/>
          <p:nvPr>
            <p:ph idx="4" type="subTitle"/>
          </p:nvPr>
        </p:nvSpPr>
        <p:spPr>
          <a:xfrm>
            <a:off x="5468112" y="1938528"/>
            <a:ext cx="19476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671" name="Google Shape;671;p15"/>
          <p:cNvSpPr txBox="1"/>
          <p:nvPr>
            <p:ph idx="5" type="subTitle"/>
          </p:nvPr>
        </p:nvSpPr>
        <p:spPr>
          <a:xfrm>
            <a:off x="2825496" y="3200400"/>
            <a:ext cx="1945200" cy="3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672" name="Google Shape;672;p15"/>
          <p:cNvSpPr txBox="1"/>
          <p:nvPr>
            <p:ph idx="6" type="subTitle"/>
          </p:nvPr>
        </p:nvSpPr>
        <p:spPr>
          <a:xfrm>
            <a:off x="2825496" y="3593592"/>
            <a:ext cx="19452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673" name="Google Shape;673;p15"/>
          <p:cNvSpPr txBox="1"/>
          <p:nvPr>
            <p:ph idx="7" type="subTitle"/>
          </p:nvPr>
        </p:nvSpPr>
        <p:spPr>
          <a:xfrm>
            <a:off x="6464808" y="3200400"/>
            <a:ext cx="1993500" cy="3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674" name="Google Shape;674;p15"/>
          <p:cNvSpPr txBox="1"/>
          <p:nvPr>
            <p:ph idx="8" type="subTitle"/>
          </p:nvPr>
        </p:nvSpPr>
        <p:spPr>
          <a:xfrm>
            <a:off x="6464808" y="3593592"/>
            <a:ext cx="19935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cxnSp>
        <p:nvCxnSpPr>
          <p:cNvPr id="675" name="Google Shape;675;p15"/>
          <p:cNvCxnSpPr/>
          <p:nvPr/>
        </p:nvCxnSpPr>
        <p:spPr>
          <a:xfrm rot="10800000">
            <a:off x="8109000" y="501275"/>
            <a:ext cx="737700" cy="737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6" name="Google Shape;676;p15"/>
          <p:cNvCxnSpPr/>
          <p:nvPr/>
        </p:nvCxnSpPr>
        <p:spPr>
          <a:xfrm>
            <a:off x="582475" y="282188"/>
            <a:ext cx="1212900" cy="422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7" name="Google Shape;677;p15"/>
          <p:cNvCxnSpPr/>
          <p:nvPr/>
        </p:nvCxnSpPr>
        <p:spPr>
          <a:xfrm flipH="1" rot="10800000">
            <a:off x="0" y="274188"/>
            <a:ext cx="582600" cy="6543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678" name="Google Shape;678;p15"/>
          <p:cNvGrpSpPr/>
          <p:nvPr/>
        </p:nvGrpSpPr>
        <p:grpSpPr>
          <a:xfrm flipH="1">
            <a:off x="423750" y="125363"/>
            <a:ext cx="292025" cy="292575"/>
            <a:chOff x="7353050" y="316275"/>
            <a:chExt cx="292025" cy="292575"/>
          </a:xfrm>
        </p:grpSpPr>
        <p:sp>
          <p:nvSpPr>
            <p:cNvPr id="679" name="Google Shape;679;p15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" name="Google Shape;680;p15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15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" name="Google Shape;682;p15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83" name="Google Shape;683;p15"/>
          <p:cNvGrpSpPr/>
          <p:nvPr/>
        </p:nvGrpSpPr>
        <p:grpSpPr>
          <a:xfrm>
            <a:off x="1638739" y="558163"/>
            <a:ext cx="293111" cy="293388"/>
            <a:chOff x="3164039" y="430875"/>
            <a:chExt cx="293111" cy="293388"/>
          </a:xfrm>
        </p:grpSpPr>
        <p:sp>
          <p:nvSpPr>
            <p:cNvPr id="684" name="Google Shape;684;p15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" name="Google Shape;685;p15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" name="Google Shape;686;p15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" name="Google Shape;687;p15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" name="Google Shape;688;p15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" name="Google Shape;689;p15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90" name="Google Shape;690;p15"/>
          <p:cNvGrpSpPr/>
          <p:nvPr/>
        </p:nvGrpSpPr>
        <p:grpSpPr>
          <a:xfrm>
            <a:off x="1591750" y="362600"/>
            <a:ext cx="175013" cy="27000"/>
            <a:chOff x="5662375" y="212375"/>
            <a:chExt cx="175013" cy="27000"/>
          </a:xfrm>
        </p:grpSpPr>
        <p:sp>
          <p:nvSpPr>
            <p:cNvPr id="691" name="Google Shape;691;p15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15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15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694" name="Google Shape;694;p15"/>
          <p:cNvCxnSpPr/>
          <p:nvPr/>
        </p:nvCxnSpPr>
        <p:spPr>
          <a:xfrm flipH="1">
            <a:off x="8151325" y="6875"/>
            <a:ext cx="1002600" cy="494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695" name="Google Shape;695;p15"/>
          <p:cNvGrpSpPr/>
          <p:nvPr/>
        </p:nvGrpSpPr>
        <p:grpSpPr>
          <a:xfrm>
            <a:off x="7823875" y="202375"/>
            <a:ext cx="581800" cy="582350"/>
            <a:chOff x="8064275" y="887850"/>
            <a:chExt cx="581800" cy="582350"/>
          </a:xfrm>
        </p:grpSpPr>
        <p:sp>
          <p:nvSpPr>
            <p:cNvPr id="696" name="Google Shape;696;p15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" name="Google Shape;697;p15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" name="Google Shape;698;p15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15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15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" name="Google Shape;701;p15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02" name="Google Shape;702;p15"/>
          <p:cNvGrpSpPr/>
          <p:nvPr/>
        </p:nvGrpSpPr>
        <p:grpSpPr>
          <a:xfrm flipH="1">
            <a:off x="8698650" y="1117488"/>
            <a:ext cx="292025" cy="292575"/>
            <a:chOff x="7353050" y="316275"/>
            <a:chExt cx="292025" cy="292575"/>
          </a:xfrm>
        </p:grpSpPr>
        <p:sp>
          <p:nvSpPr>
            <p:cNvPr id="703" name="Google Shape;703;p15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" name="Google Shape;704;p15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15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15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07" name="Google Shape;707;p15"/>
          <p:cNvGrpSpPr/>
          <p:nvPr/>
        </p:nvGrpSpPr>
        <p:grpSpPr>
          <a:xfrm>
            <a:off x="8678350" y="1581800"/>
            <a:ext cx="175013" cy="27000"/>
            <a:chOff x="5662375" y="212375"/>
            <a:chExt cx="175013" cy="27000"/>
          </a:xfrm>
        </p:grpSpPr>
        <p:sp>
          <p:nvSpPr>
            <p:cNvPr id="708" name="Google Shape;708;p15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" name="Google Shape;709;p15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" name="Google Shape;710;p15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lumns of text 2">
  <p:cSld name="CUSTOM_7"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2" name="Google Shape;712;p16"/>
          <p:cNvCxnSpPr/>
          <p:nvPr/>
        </p:nvCxnSpPr>
        <p:spPr>
          <a:xfrm>
            <a:off x="590450" y="4340600"/>
            <a:ext cx="670200" cy="423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3" name="Google Shape;713;p16"/>
          <p:cNvSpPr txBox="1"/>
          <p:nvPr>
            <p:ph type="title"/>
          </p:nvPr>
        </p:nvSpPr>
        <p:spPr>
          <a:xfrm>
            <a:off x="2208175" y="342775"/>
            <a:ext cx="472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cxnSp>
        <p:nvCxnSpPr>
          <p:cNvPr id="714" name="Google Shape;714;p16"/>
          <p:cNvCxnSpPr/>
          <p:nvPr/>
        </p:nvCxnSpPr>
        <p:spPr>
          <a:xfrm flipH="1" rot="10800000">
            <a:off x="0" y="4332550"/>
            <a:ext cx="590700" cy="663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715" name="Google Shape;715;p16"/>
          <p:cNvGrpSpPr/>
          <p:nvPr/>
        </p:nvGrpSpPr>
        <p:grpSpPr>
          <a:xfrm flipH="1">
            <a:off x="431725" y="4183775"/>
            <a:ext cx="292025" cy="292575"/>
            <a:chOff x="7353050" y="316275"/>
            <a:chExt cx="292025" cy="292575"/>
          </a:xfrm>
        </p:grpSpPr>
        <p:sp>
          <p:nvSpPr>
            <p:cNvPr id="716" name="Google Shape;716;p16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" name="Google Shape;717;p16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" name="Google Shape;718;p16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" name="Google Shape;719;p16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20" name="Google Shape;720;p16"/>
          <p:cNvGrpSpPr/>
          <p:nvPr/>
        </p:nvGrpSpPr>
        <p:grpSpPr>
          <a:xfrm>
            <a:off x="1075789" y="4604675"/>
            <a:ext cx="293111" cy="293388"/>
            <a:chOff x="3164039" y="430875"/>
            <a:chExt cx="293111" cy="293388"/>
          </a:xfrm>
        </p:grpSpPr>
        <p:sp>
          <p:nvSpPr>
            <p:cNvPr id="721" name="Google Shape;721;p16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" name="Google Shape;722;p16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" name="Google Shape;723;p16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" name="Google Shape;724;p16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" name="Google Shape;725;p16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" name="Google Shape;726;p16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727" name="Google Shape;727;p16"/>
          <p:cNvCxnSpPr/>
          <p:nvPr/>
        </p:nvCxnSpPr>
        <p:spPr>
          <a:xfrm rot="10800000">
            <a:off x="7196975" y="295100"/>
            <a:ext cx="1157100" cy="542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28" name="Google Shape;728;p16"/>
          <p:cNvCxnSpPr/>
          <p:nvPr/>
        </p:nvCxnSpPr>
        <p:spPr>
          <a:xfrm flipH="1">
            <a:off x="8354075" y="-6625"/>
            <a:ext cx="791400" cy="836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729" name="Google Shape;729;p16"/>
          <p:cNvGrpSpPr/>
          <p:nvPr/>
        </p:nvGrpSpPr>
        <p:grpSpPr>
          <a:xfrm>
            <a:off x="8064275" y="526925"/>
            <a:ext cx="581800" cy="582350"/>
            <a:chOff x="8064275" y="887850"/>
            <a:chExt cx="581800" cy="582350"/>
          </a:xfrm>
        </p:grpSpPr>
        <p:sp>
          <p:nvSpPr>
            <p:cNvPr id="730" name="Google Shape;730;p16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" name="Google Shape;731;p16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" name="Google Shape;732;p16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" name="Google Shape;733;p16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" name="Google Shape;734;p16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" name="Google Shape;735;p16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36" name="Google Shape;736;p16"/>
          <p:cNvGrpSpPr/>
          <p:nvPr/>
        </p:nvGrpSpPr>
        <p:grpSpPr>
          <a:xfrm>
            <a:off x="7033875" y="170875"/>
            <a:ext cx="292025" cy="292575"/>
            <a:chOff x="7353050" y="316275"/>
            <a:chExt cx="292025" cy="292575"/>
          </a:xfrm>
        </p:grpSpPr>
        <p:sp>
          <p:nvSpPr>
            <p:cNvPr id="737" name="Google Shape;737;p16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16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" name="Google Shape;739;p16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" name="Google Shape;740;p16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41" name="Google Shape;741;p16"/>
          <p:cNvGrpSpPr/>
          <p:nvPr/>
        </p:nvGrpSpPr>
        <p:grpSpPr>
          <a:xfrm>
            <a:off x="8757950" y="229650"/>
            <a:ext cx="175000" cy="175000"/>
            <a:chOff x="8792300" y="321275"/>
            <a:chExt cx="175000" cy="175000"/>
          </a:xfrm>
        </p:grpSpPr>
        <p:sp>
          <p:nvSpPr>
            <p:cNvPr id="742" name="Google Shape;742;p16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16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" name="Google Shape;744;p16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" name="Google Shape;745;p16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46" name="Google Shape;746;p16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747" name="Google Shape;747;p16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" name="Google Shape;748;p16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" name="Google Shape;749;p16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50" name="Google Shape;750;p16"/>
          <p:cNvGrpSpPr/>
          <p:nvPr/>
        </p:nvGrpSpPr>
        <p:grpSpPr>
          <a:xfrm>
            <a:off x="7916350" y="1124600"/>
            <a:ext cx="175013" cy="27000"/>
            <a:chOff x="5662375" y="212375"/>
            <a:chExt cx="175013" cy="27000"/>
          </a:xfrm>
        </p:grpSpPr>
        <p:sp>
          <p:nvSpPr>
            <p:cNvPr id="751" name="Google Shape;751;p16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16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" name="Google Shape;753;p16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54" name="Google Shape;754;p16"/>
          <p:cNvSpPr txBox="1"/>
          <p:nvPr>
            <p:ph idx="1" type="subTitle"/>
          </p:nvPr>
        </p:nvSpPr>
        <p:spPr>
          <a:xfrm>
            <a:off x="6217920" y="1819656"/>
            <a:ext cx="16368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755" name="Google Shape;755;p16"/>
          <p:cNvSpPr txBox="1"/>
          <p:nvPr>
            <p:ph idx="2" type="subTitle"/>
          </p:nvPr>
        </p:nvSpPr>
        <p:spPr>
          <a:xfrm>
            <a:off x="3749040" y="1252728"/>
            <a:ext cx="16368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756" name="Google Shape;756;p16"/>
          <p:cNvSpPr txBox="1"/>
          <p:nvPr>
            <p:ph idx="3" type="subTitle"/>
          </p:nvPr>
        </p:nvSpPr>
        <p:spPr>
          <a:xfrm>
            <a:off x="1289304" y="1819656"/>
            <a:ext cx="16368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757" name="Google Shape;757;p16"/>
          <p:cNvSpPr txBox="1"/>
          <p:nvPr>
            <p:ph idx="4" type="subTitle"/>
          </p:nvPr>
        </p:nvSpPr>
        <p:spPr>
          <a:xfrm>
            <a:off x="6217920" y="2139696"/>
            <a:ext cx="1636800" cy="87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758" name="Google Shape;758;p16"/>
          <p:cNvSpPr txBox="1"/>
          <p:nvPr>
            <p:ph idx="5" type="subTitle"/>
          </p:nvPr>
        </p:nvSpPr>
        <p:spPr>
          <a:xfrm>
            <a:off x="3749040" y="1581912"/>
            <a:ext cx="1636800" cy="8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759" name="Google Shape;759;p16"/>
          <p:cNvSpPr txBox="1"/>
          <p:nvPr>
            <p:ph idx="6" type="subTitle"/>
          </p:nvPr>
        </p:nvSpPr>
        <p:spPr>
          <a:xfrm>
            <a:off x="1289304" y="2139696"/>
            <a:ext cx="1636800" cy="8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x columns of text">
  <p:cSld name="CUSTOM_8"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17"/>
          <p:cNvSpPr txBox="1"/>
          <p:nvPr>
            <p:ph type="title"/>
          </p:nvPr>
        </p:nvSpPr>
        <p:spPr>
          <a:xfrm>
            <a:off x="3090672" y="338328"/>
            <a:ext cx="29628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62" name="Google Shape;762;p17"/>
          <p:cNvSpPr txBox="1"/>
          <p:nvPr>
            <p:ph idx="1" type="subTitle"/>
          </p:nvPr>
        </p:nvSpPr>
        <p:spPr>
          <a:xfrm>
            <a:off x="1522425" y="1588336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763" name="Google Shape;763;p17"/>
          <p:cNvSpPr txBox="1"/>
          <p:nvPr>
            <p:ph idx="2" type="subTitle"/>
          </p:nvPr>
        </p:nvSpPr>
        <p:spPr>
          <a:xfrm>
            <a:off x="1522425" y="1928169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764" name="Google Shape;764;p17"/>
          <p:cNvSpPr txBox="1"/>
          <p:nvPr>
            <p:ph idx="3" type="subTitle"/>
          </p:nvPr>
        </p:nvSpPr>
        <p:spPr>
          <a:xfrm>
            <a:off x="3689552" y="1588336"/>
            <a:ext cx="17649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765" name="Google Shape;765;p17"/>
          <p:cNvSpPr txBox="1"/>
          <p:nvPr>
            <p:ph idx="4" type="subTitle"/>
          </p:nvPr>
        </p:nvSpPr>
        <p:spPr>
          <a:xfrm>
            <a:off x="3689552" y="1928169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766" name="Google Shape;766;p17"/>
          <p:cNvSpPr txBox="1"/>
          <p:nvPr>
            <p:ph idx="5" type="subTitle"/>
          </p:nvPr>
        </p:nvSpPr>
        <p:spPr>
          <a:xfrm>
            <a:off x="5856675" y="1588336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767" name="Google Shape;767;p17"/>
          <p:cNvSpPr txBox="1"/>
          <p:nvPr>
            <p:ph idx="6" type="subTitle"/>
          </p:nvPr>
        </p:nvSpPr>
        <p:spPr>
          <a:xfrm>
            <a:off x="5856675" y="1928169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768" name="Google Shape;768;p17"/>
          <p:cNvSpPr txBox="1"/>
          <p:nvPr>
            <p:ph idx="7" type="subTitle"/>
          </p:nvPr>
        </p:nvSpPr>
        <p:spPr>
          <a:xfrm>
            <a:off x="1522425" y="3215958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769" name="Google Shape;769;p17"/>
          <p:cNvSpPr txBox="1"/>
          <p:nvPr>
            <p:ph idx="8" type="subTitle"/>
          </p:nvPr>
        </p:nvSpPr>
        <p:spPr>
          <a:xfrm>
            <a:off x="1522425" y="3556017"/>
            <a:ext cx="1764900" cy="6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770" name="Google Shape;770;p17"/>
          <p:cNvSpPr txBox="1"/>
          <p:nvPr>
            <p:ph idx="9" type="subTitle"/>
          </p:nvPr>
        </p:nvSpPr>
        <p:spPr>
          <a:xfrm>
            <a:off x="3597450" y="3215961"/>
            <a:ext cx="1949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771" name="Google Shape;771;p17"/>
          <p:cNvSpPr txBox="1"/>
          <p:nvPr>
            <p:ph idx="13" type="subTitle"/>
          </p:nvPr>
        </p:nvSpPr>
        <p:spPr>
          <a:xfrm>
            <a:off x="3597500" y="3556017"/>
            <a:ext cx="1949100" cy="6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772" name="Google Shape;772;p17"/>
          <p:cNvSpPr txBox="1"/>
          <p:nvPr>
            <p:ph idx="14" type="subTitle"/>
          </p:nvPr>
        </p:nvSpPr>
        <p:spPr>
          <a:xfrm>
            <a:off x="5856675" y="3215958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773" name="Google Shape;773;p17"/>
          <p:cNvSpPr txBox="1"/>
          <p:nvPr>
            <p:ph idx="15" type="subTitle"/>
          </p:nvPr>
        </p:nvSpPr>
        <p:spPr>
          <a:xfrm>
            <a:off x="5856675" y="3556017"/>
            <a:ext cx="1764900" cy="6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cxnSp>
        <p:nvCxnSpPr>
          <p:cNvPr id="774" name="Google Shape;774;p17"/>
          <p:cNvCxnSpPr/>
          <p:nvPr/>
        </p:nvCxnSpPr>
        <p:spPr>
          <a:xfrm>
            <a:off x="2904283" y="4513075"/>
            <a:ext cx="1133100" cy="3063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75" name="Google Shape;775;p17"/>
          <p:cNvCxnSpPr/>
          <p:nvPr/>
        </p:nvCxnSpPr>
        <p:spPr>
          <a:xfrm flipH="1" rot="10800000">
            <a:off x="1562083" y="4492325"/>
            <a:ext cx="1342200" cy="3153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76" name="Google Shape;776;p17"/>
          <p:cNvCxnSpPr/>
          <p:nvPr/>
        </p:nvCxnSpPr>
        <p:spPr>
          <a:xfrm>
            <a:off x="259558" y="4408000"/>
            <a:ext cx="1332000" cy="392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77" name="Google Shape;777;p17"/>
          <p:cNvCxnSpPr/>
          <p:nvPr/>
        </p:nvCxnSpPr>
        <p:spPr>
          <a:xfrm>
            <a:off x="-6867" y="3993550"/>
            <a:ext cx="273900" cy="407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778" name="Google Shape;778;p17"/>
          <p:cNvGrpSpPr/>
          <p:nvPr/>
        </p:nvGrpSpPr>
        <p:grpSpPr>
          <a:xfrm flipH="1">
            <a:off x="1278333" y="4513075"/>
            <a:ext cx="581800" cy="582350"/>
            <a:chOff x="8064275" y="887850"/>
            <a:chExt cx="581800" cy="582350"/>
          </a:xfrm>
        </p:grpSpPr>
        <p:sp>
          <p:nvSpPr>
            <p:cNvPr id="779" name="Google Shape;779;p17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17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17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" name="Google Shape;782;p17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17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" name="Google Shape;784;p17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85" name="Google Shape;785;p17"/>
          <p:cNvGrpSpPr/>
          <p:nvPr/>
        </p:nvGrpSpPr>
        <p:grpSpPr>
          <a:xfrm flipH="1">
            <a:off x="2747608" y="4340463"/>
            <a:ext cx="292025" cy="292575"/>
            <a:chOff x="7353050" y="316275"/>
            <a:chExt cx="292025" cy="292575"/>
          </a:xfrm>
        </p:grpSpPr>
        <p:sp>
          <p:nvSpPr>
            <p:cNvPr id="786" name="Google Shape;786;p17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" name="Google Shape;787;p17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" name="Google Shape;788;p17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" name="Google Shape;789;p17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90" name="Google Shape;790;p17"/>
          <p:cNvGrpSpPr/>
          <p:nvPr/>
        </p:nvGrpSpPr>
        <p:grpSpPr>
          <a:xfrm flipH="1">
            <a:off x="171308" y="4315025"/>
            <a:ext cx="175000" cy="175000"/>
            <a:chOff x="8792300" y="321275"/>
            <a:chExt cx="175000" cy="175000"/>
          </a:xfrm>
        </p:grpSpPr>
        <p:sp>
          <p:nvSpPr>
            <p:cNvPr id="791" name="Google Shape;791;p17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" name="Google Shape;792;p17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" name="Google Shape;793;p17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" name="Google Shape;794;p17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95" name="Google Shape;795;p17"/>
          <p:cNvGrpSpPr/>
          <p:nvPr/>
        </p:nvGrpSpPr>
        <p:grpSpPr>
          <a:xfrm>
            <a:off x="3873197" y="4657550"/>
            <a:ext cx="293111" cy="293388"/>
            <a:chOff x="3164039" y="430875"/>
            <a:chExt cx="293111" cy="293388"/>
          </a:xfrm>
        </p:grpSpPr>
        <p:sp>
          <p:nvSpPr>
            <p:cNvPr id="796" name="Google Shape;796;p17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" name="Google Shape;797;p17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" name="Google Shape;798;p17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17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" name="Google Shape;800;p17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" name="Google Shape;801;p17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02" name="Google Shape;802;p17"/>
          <p:cNvGrpSpPr/>
          <p:nvPr/>
        </p:nvGrpSpPr>
        <p:grpSpPr>
          <a:xfrm flipH="1">
            <a:off x="242270" y="4142425"/>
            <a:ext cx="175013" cy="27000"/>
            <a:chOff x="5662375" y="212375"/>
            <a:chExt cx="175013" cy="27000"/>
          </a:xfrm>
        </p:grpSpPr>
        <p:sp>
          <p:nvSpPr>
            <p:cNvPr id="803" name="Google Shape;803;p1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" name="Google Shape;804;p1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1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806" name="Google Shape;806;p17"/>
          <p:cNvCxnSpPr/>
          <p:nvPr/>
        </p:nvCxnSpPr>
        <p:spPr>
          <a:xfrm rot="10800000">
            <a:off x="5995050" y="226600"/>
            <a:ext cx="1504500" cy="224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07" name="Google Shape;807;p17"/>
          <p:cNvCxnSpPr/>
          <p:nvPr/>
        </p:nvCxnSpPr>
        <p:spPr>
          <a:xfrm rot="10800000">
            <a:off x="7512925" y="457850"/>
            <a:ext cx="829500" cy="743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08" name="Google Shape;808;p17"/>
          <p:cNvCxnSpPr/>
          <p:nvPr/>
        </p:nvCxnSpPr>
        <p:spPr>
          <a:xfrm flipH="1">
            <a:off x="8348975" y="-6625"/>
            <a:ext cx="796500" cy="1188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809" name="Google Shape;809;p17"/>
          <p:cNvGrpSpPr/>
          <p:nvPr/>
        </p:nvGrpSpPr>
        <p:grpSpPr>
          <a:xfrm>
            <a:off x="8064275" y="1040250"/>
            <a:ext cx="581800" cy="582350"/>
            <a:chOff x="8064275" y="887850"/>
            <a:chExt cx="581800" cy="582350"/>
          </a:xfrm>
        </p:grpSpPr>
        <p:sp>
          <p:nvSpPr>
            <p:cNvPr id="810" name="Google Shape;810;p17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" name="Google Shape;811;p17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" name="Google Shape;812;p17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" name="Google Shape;813;p17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" name="Google Shape;814;p17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" name="Google Shape;815;p17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16" name="Google Shape;816;p17"/>
          <p:cNvGrpSpPr/>
          <p:nvPr/>
        </p:nvGrpSpPr>
        <p:grpSpPr>
          <a:xfrm>
            <a:off x="7353050" y="316275"/>
            <a:ext cx="292025" cy="292575"/>
            <a:chOff x="7353050" y="316275"/>
            <a:chExt cx="292025" cy="292575"/>
          </a:xfrm>
        </p:grpSpPr>
        <p:sp>
          <p:nvSpPr>
            <p:cNvPr id="817" name="Google Shape;817;p17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" name="Google Shape;818;p17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" name="Google Shape;819;p17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" name="Google Shape;820;p17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21" name="Google Shape;821;p17"/>
          <p:cNvGrpSpPr/>
          <p:nvPr/>
        </p:nvGrpSpPr>
        <p:grpSpPr>
          <a:xfrm>
            <a:off x="8792300" y="321275"/>
            <a:ext cx="175000" cy="175000"/>
            <a:chOff x="8792300" y="321275"/>
            <a:chExt cx="175000" cy="175000"/>
          </a:xfrm>
        </p:grpSpPr>
        <p:sp>
          <p:nvSpPr>
            <p:cNvPr id="822" name="Google Shape;822;p17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" name="Google Shape;823;p17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" name="Google Shape;824;p17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" name="Google Shape;825;p17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26" name="Google Shape;826;p17"/>
          <p:cNvSpPr/>
          <p:nvPr/>
        </p:nvSpPr>
        <p:spPr>
          <a:xfrm>
            <a:off x="5829305" y="68707"/>
            <a:ext cx="288614" cy="288337"/>
          </a:xfrm>
          <a:custGeom>
            <a:rect b="b" l="l" r="r" t="t"/>
            <a:pathLst>
              <a:path extrusionOk="0" h="22893" w="22915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7" name="Google Shape;827;p17"/>
          <p:cNvSpPr/>
          <p:nvPr/>
        </p:nvSpPr>
        <p:spPr>
          <a:xfrm>
            <a:off x="5827050" y="66175"/>
            <a:ext cx="293111" cy="293388"/>
          </a:xfrm>
          <a:custGeom>
            <a:rect b="b" l="l" r="r" t="t"/>
            <a:pathLst>
              <a:path extrusionOk="0" h="23294" w="23272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8" name="Google Shape;828;p17"/>
          <p:cNvSpPr/>
          <p:nvPr/>
        </p:nvSpPr>
        <p:spPr>
          <a:xfrm>
            <a:off x="5865794" y="105209"/>
            <a:ext cx="215626" cy="215337"/>
          </a:xfrm>
          <a:custGeom>
            <a:rect b="b" l="l" r="r" t="t"/>
            <a:pathLst>
              <a:path extrusionOk="0" h="17097" w="1712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9" name="Google Shape;829;p17"/>
          <p:cNvSpPr/>
          <p:nvPr/>
        </p:nvSpPr>
        <p:spPr>
          <a:xfrm>
            <a:off x="5863552" y="102677"/>
            <a:ext cx="220123" cy="220400"/>
          </a:xfrm>
          <a:custGeom>
            <a:rect b="b" l="l" r="r" t="t"/>
            <a:pathLst>
              <a:path extrusionOk="0" h="17499" w="17477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0" name="Google Shape;830;p17"/>
          <p:cNvSpPr/>
          <p:nvPr/>
        </p:nvSpPr>
        <p:spPr>
          <a:xfrm>
            <a:off x="5905382" y="144784"/>
            <a:ext cx="136177" cy="136177"/>
          </a:xfrm>
          <a:custGeom>
            <a:rect b="b" l="l" r="r" t="t"/>
            <a:pathLst>
              <a:path extrusionOk="0" h="10812" w="10812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1" name="Google Shape;831;p17"/>
          <p:cNvSpPr/>
          <p:nvPr/>
        </p:nvSpPr>
        <p:spPr>
          <a:xfrm>
            <a:off x="5903140" y="142542"/>
            <a:ext cx="140951" cy="140674"/>
          </a:xfrm>
          <a:custGeom>
            <a:rect b="b" l="l" r="r" t="t"/>
            <a:pathLst>
              <a:path extrusionOk="0" h="11169" w="11191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32" name="Google Shape;832;p17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833" name="Google Shape;833;p1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" name="Google Shape;834;p1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" name="Google Shape;835;p1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36" name="Google Shape;836;p17"/>
          <p:cNvGrpSpPr/>
          <p:nvPr/>
        </p:nvGrpSpPr>
        <p:grpSpPr>
          <a:xfrm>
            <a:off x="8678350" y="1658000"/>
            <a:ext cx="175013" cy="27000"/>
            <a:chOff x="5662375" y="212375"/>
            <a:chExt cx="175013" cy="27000"/>
          </a:xfrm>
        </p:grpSpPr>
        <p:sp>
          <p:nvSpPr>
            <p:cNvPr id="837" name="Google Shape;837;p1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" name="Google Shape;838;p1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" name="Google Shape;839;p1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2">
  <p:cSld name="CUSTOM_10">
    <p:spTree>
      <p:nvGrpSpPr>
        <p:cNvPr id="840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18"/>
          <p:cNvSpPr txBox="1"/>
          <p:nvPr>
            <p:ph type="title"/>
          </p:nvPr>
        </p:nvSpPr>
        <p:spPr>
          <a:xfrm>
            <a:off x="1271016" y="338328"/>
            <a:ext cx="66111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42" name="Google Shape;842;p18"/>
          <p:cNvSpPr txBox="1"/>
          <p:nvPr>
            <p:ph idx="1" type="subTitle"/>
          </p:nvPr>
        </p:nvSpPr>
        <p:spPr>
          <a:xfrm>
            <a:off x="4690875" y="1491351"/>
            <a:ext cx="3557100" cy="26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cxnSp>
        <p:nvCxnSpPr>
          <p:cNvPr id="843" name="Google Shape;843;p18"/>
          <p:cNvCxnSpPr/>
          <p:nvPr/>
        </p:nvCxnSpPr>
        <p:spPr>
          <a:xfrm rot="10800000">
            <a:off x="8109000" y="501275"/>
            <a:ext cx="737700" cy="737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4" name="Google Shape;844;p18"/>
          <p:cNvCxnSpPr/>
          <p:nvPr/>
        </p:nvCxnSpPr>
        <p:spPr>
          <a:xfrm>
            <a:off x="582475" y="282188"/>
            <a:ext cx="1212900" cy="422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5" name="Google Shape;845;p18"/>
          <p:cNvCxnSpPr/>
          <p:nvPr/>
        </p:nvCxnSpPr>
        <p:spPr>
          <a:xfrm flipH="1" rot="10800000">
            <a:off x="0" y="274188"/>
            <a:ext cx="582600" cy="6543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846" name="Google Shape;846;p18"/>
          <p:cNvGrpSpPr/>
          <p:nvPr/>
        </p:nvGrpSpPr>
        <p:grpSpPr>
          <a:xfrm flipH="1">
            <a:off x="423750" y="125363"/>
            <a:ext cx="292025" cy="292575"/>
            <a:chOff x="7353050" y="316275"/>
            <a:chExt cx="292025" cy="292575"/>
          </a:xfrm>
        </p:grpSpPr>
        <p:sp>
          <p:nvSpPr>
            <p:cNvPr id="847" name="Google Shape;847;p18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" name="Google Shape;848;p18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" name="Google Shape;849;p18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" name="Google Shape;850;p18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51" name="Google Shape;851;p18"/>
          <p:cNvGrpSpPr/>
          <p:nvPr/>
        </p:nvGrpSpPr>
        <p:grpSpPr>
          <a:xfrm>
            <a:off x="1638739" y="558163"/>
            <a:ext cx="293111" cy="293388"/>
            <a:chOff x="3164039" y="430875"/>
            <a:chExt cx="293111" cy="293388"/>
          </a:xfrm>
        </p:grpSpPr>
        <p:sp>
          <p:nvSpPr>
            <p:cNvPr id="852" name="Google Shape;852;p18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" name="Google Shape;853;p18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" name="Google Shape;854;p18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" name="Google Shape;855;p18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" name="Google Shape;856;p18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" name="Google Shape;857;p18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58" name="Google Shape;858;p18"/>
          <p:cNvGrpSpPr/>
          <p:nvPr/>
        </p:nvGrpSpPr>
        <p:grpSpPr>
          <a:xfrm>
            <a:off x="1591750" y="362600"/>
            <a:ext cx="175013" cy="27000"/>
            <a:chOff x="5662375" y="212375"/>
            <a:chExt cx="175013" cy="27000"/>
          </a:xfrm>
        </p:grpSpPr>
        <p:sp>
          <p:nvSpPr>
            <p:cNvPr id="859" name="Google Shape;859;p18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" name="Google Shape;860;p18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" name="Google Shape;861;p18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862" name="Google Shape;862;p18"/>
          <p:cNvCxnSpPr/>
          <p:nvPr/>
        </p:nvCxnSpPr>
        <p:spPr>
          <a:xfrm flipH="1">
            <a:off x="8151325" y="6875"/>
            <a:ext cx="1002600" cy="494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863" name="Google Shape;863;p18"/>
          <p:cNvGrpSpPr/>
          <p:nvPr/>
        </p:nvGrpSpPr>
        <p:grpSpPr>
          <a:xfrm>
            <a:off x="7823875" y="202375"/>
            <a:ext cx="581800" cy="582350"/>
            <a:chOff x="8064275" y="887850"/>
            <a:chExt cx="581800" cy="582350"/>
          </a:xfrm>
        </p:grpSpPr>
        <p:sp>
          <p:nvSpPr>
            <p:cNvPr id="864" name="Google Shape;864;p18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" name="Google Shape;865;p18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" name="Google Shape;866;p18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" name="Google Shape;867;p18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" name="Google Shape;868;p18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" name="Google Shape;869;p18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70" name="Google Shape;870;p18"/>
          <p:cNvGrpSpPr/>
          <p:nvPr/>
        </p:nvGrpSpPr>
        <p:grpSpPr>
          <a:xfrm flipH="1">
            <a:off x="8698650" y="1117488"/>
            <a:ext cx="292025" cy="292575"/>
            <a:chOff x="7353050" y="316275"/>
            <a:chExt cx="292025" cy="292575"/>
          </a:xfrm>
        </p:grpSpPr>
        <p:sp>
          <p:nvSpPr>
            <p:cNvPr id="871" name="Google Shape;871;p18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" name="Google Shape;872;p18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" name="Google Shape;873;p18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" name="Google Shape;874;p18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75" name="Google Shape;875;p18"/>
          <p:cNvGrpSpPr/>
          <p:nvPr/>
        </p:nvGrpSpPr>
        <p:grpSpPr>
          <a:xfrm>
            <a:off x="8678350" y="1581800"/>
            <a:ext cx="175013" cy="27000"/>
            <a:chOff x="5662375" y="212375"/>
            <a:chExt cx="175013" cy="27000"/>
          </a:xfrm>
        </p:grpSpPr>
        <p:sp>
          <p:nvSpPr>
            <p:cNvPr id="876" name="Google Shape;876;p18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" name="Google Shape;877;p18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" name="Google Shape;878;p18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879" name="Google Shape;879;p18"/>
          <p:cNvCxnSpPr/>
          <p:nvPr/>
        </p:nvCxnSpPr>
        <p:spPr>
          <a:xfrm flipH="1">
            <a:off x="5101704" y="4513075"/>
            <a:ext cx="1133100" cy="306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0" name="Google Shape;880;p18"/>
          <p:cNvCxnSpPr/>
          <p:nvPr/>
        </p:nvCxnSpPr>
        <p:spPr>
          <a:xfrm rot="10800000">
            <a:off x="6234804" y="4492325"/>
            <a:ext cx="1342200" cy="315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1" name="Google Shape;881;p18"/>
          <p:cNvCxnSpPr/>
          <p:nvPr/>
        </p:nvCxnSpPr>
        <p:spPr>
          <a:xfrm flipH="1">
            <a:off x="7547529" y="4408000"/>
            <a:ext cx="1332000" cy="392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2" name="Google Shape;882;p18"/>
          <p:cNvCxnSpPr/>
          <p:nvPr/>
        </p:nvCxnSpPr>
        <p:spPr>
          <a:xfrm flipH="1">
            <a:off x="8872054" y="3993550"/>
            <a:ext cx="273900" cy="407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883" name="Google Shape;883;p18"/>
          <p:cNvGrpSpPr/>
          <p:nvPr/>
        </p:nvGrpSpPr>
        <p:grpSpPr>
          <a:xfrm>
            <a:off x="7278954" y="4513075"/>
            <a:ext cx="581800" cy="582350"/>
            <a:chOff x="8064275" y="887850"/>
            <a:chExt cx="581800" cy="582350"/>
          </a:xfrm>
        </p:grpSpPr>
        <p:sp>
          <p:nvSpPr>
            <p:cNvPr id="884" name="Google Shape;884;p18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" name="Google Shape;885;p18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" name="Google Shape;886;p18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" name="Google Shape;887;p18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" name="Google Shape;888;p18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" name="Google Shape;889;p18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0" name="Google Shape;890;p18"/>
          <p:cNvGrpSpPr/>
          <p:nvPr/>
        </p:nvGrpSpPr>
        <p:grpSpPr>
          <a:xfrm>
            <a:off x="6099454" y="4340463"/>
            <a:ext cx="292025" cy="292575"/>
            <a:chOff x="7353050" y="316275"/>
            <a:chExt cx="292025" cy="292575"/>
          </a:xfrm>
        </p:grpSpPr>
        <p:sp>
          <p:nvSpPr>
            <p:cNvPr id="891" name="Google Shape;891;p18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" name="Google Shape;892;p18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" name="Google Shape;893;p18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" name="Google Shape;894;p18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5" name="Google Shape;895;p18"/>
          <p:cNvGrpSpPr/>
          <p:nvPr/>
        </p:nvGrpSpPr>
        <p:grpSpPr>
          <a:xfrm>
            <a:off x="8792779" y="4315025"/>
            <a:ext cx="175000" cy="175000"/>
            <a:chOff x="8792300" y="321275"/>
            <a:chExt cx="175000" cy="175000"/>
          </a:xfrm>
        </p:grpSpPr>
        <p:sp>
          <p:nvSpPr>
            <p:cNvPr id="896" name="Google Shape;896;p18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" name="Google Shape;897;p18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" name="Google Shape;898;p18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" name="Google Shape;899;p18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00" name="Google Shape;900;p18"/>
          <p:cNvGrpSpPr/>
          <p:nvPr/>
        </p:nvGrpSpPr>
        <p:grpSpPr>
          <a:xfrm flipH="1">
            <a:off x="4972779" y="4657550"/>
            <a:ext cx="293111" cy="293388"/>
            <a:chOff x="3164039" y="430875"/>
            <a:chExt cx="293111" cy="293388"/>
          </a:xfrm>
        </p:grpSpPr>
        <p:sp>
          <p:nvSpPr>
            <p:cNvPr id="901" name="Google Shape;901;p18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" name="Google Shape;902;p18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" name="Google Shape;903;p18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" name="Google Shape;904;p18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5" name="Google Shape;905;p18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" name="Google Shape;906;p18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07" name="Google Shape;907;p18"/>
          <p:cNvGrpSpPr/>
          <p:nvPr/>
        </p:nvGrpSpPr>
        <p:grpSpPr>
          <a:xfrm>
            <a:off x="8721804" y="4142425"/>
            <a:ext cx="175013" cy="27000"/>
            <a:chOff x="5662375" y="212375"/>
            <a:chExt cx="175013" cy="27000"/>
          </a:xfrm>
        </p:grpSpPr>
        <p:sp>
          <p:nvSpPr>
            <p:cNvPr id="908" name="Google Shape;908;p18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9" name="Google Shape;909;p18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0" name="Google Shape;910;p18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9">
    <p:spTree>
      <p:nvGrpSpPr>
        <p:cNvPr id="91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p19"/>
          <p:cNvSpPr txBox="1"/>
          <p:nvPr>
            <p:ph type="title"/>
          </p:nvPr>
        </p:nvSpPr>
        <p:spPr>
          <a:xfrm>
            <a:off x="2105425" y="384048"/>
            <a:ext cx="4937700" cy="107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/>
        </p:txBody>
      </p:sp>
      <p:sp>
        <p:nvSpPr>
          <p:cNvPr id="913" name="Google Shape;913;p19"/>
          <p:cNvSpPr txBox="1"/>
          <p:nvPr>
            <p:ph idx="1" type="subTitle"/>
          </p:nvPr>
        </p:nvSpPr>
        <p:spPr>
          <a:xfrm>
            <a:off x="3017520" y="1709928"/>
            <a:ext cx="3099900" cy="14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914" name="Google Shape;914;p19"/>
          <p:cNvSpPr txBox="1"/>
          <p:nvPr/>
        </p:nvSpPr>
        <p:spPr>
          <a:xfrm>
            <a:off x="2489375" y="3664200"/>
            <a:ext cx="4161600" cy="7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rPr>
              <a:t>CREDITS:</a:t>
            </a:r>
            <a:r>
              <a:rPr lang="en" sz="11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 This presentation template was created by </a:t>
            </a:r>
            <a:r>
              <a:rPr lang="en" sz="1100">
                <a:solidFill>
                  <a:schemeClr val="accent1"/>
                </a:solidFill>
                <a:uFill>
                  <a:noFill/>
                </a:u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, including icons by </a:t>
            </a:r>
            <a:r>
              <a:rPr lang="en" sz="1100">
                <a:solidFill>
                  <a:schemeClr val="accent1"/>
                </a:solidFill>
                <a:uFill>
                  <a:noFill/>
                </a:u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1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, infographics &amp; images by </a:t>
            </a:r>
            <a:r>
              <a:rPr lang="en" sz="1100">
                <a:solidFill>
                  <a:schemeClr val="accent1"/>
                </a:solidFill>
                <a:uFill>
                  <a:noFill/>
                </a:u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1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 and illustrations by </a:t>
            </a:r>
            <a:r>
              <a:rPr lang="en" sz="1100">
                <a:solidFill>
                  <a:schemeClr val="accent1"/>
                </a:solidFill>
                <a:uFill>
                  <a:noFill/>
                </a:u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Stories</a:t>
            </a:r>
            <a:endParaRPr>
              <a:solidFill>
                <a:schemeClr val="dk2"/>
              </a:solidFill>
              <a:latin typeface="Barlow Semi Condensed Medium"/>
              <a:ea typeface="Barlow Semi Condensed Medium"/>
              <a:cs typeface="Barlow Semi Condensed Medium"/>
              <a:sym typeface="Barlow Semi Condensed Medium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Barlow Semi Condensed"/>
              <a:ea typeface="Barlow Semi Condensed"/>
              <a:cs typeface="Barlow Semi Condensed"/>
              <a:sym typeface="Barlow Semi Condensed"/>
            </a:endParaRPr>
          </a:p>
        </p:txBody>
      </p:sp>
      <p:cxnSp>
        <p:nvCxnSpPr>
          <p:cNvPr id="915" name="Google Shape;915;p19"/>
          <p:cNvCxnSpPr/>
          <p:nvPr/>
        </p:nvCxnSpPr>
        <p:spPr>
          <a:xfrm rot="5400000">
            <a:off x="7269708" y="3324550"/>
            <a:ext cx="1133100" cy="306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6" name="Google Shape;916;p19"/>
          <p:cNvCxnSpPr/>
          <p:nvPr/>
        </p:nvCxnSpPr>
        <p:spPr>
          <a:xfrm flipH="1" rot="-5400000">
            <a:off x="7181408" y="2082400"/>
            <a:ext cx="1342200" cy="315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7" name="Google Shape;917;p19"/>
          <p:cNvCxnSpPr/>
          <p:nvPr/>
        </p:nvCxnSpPr>
        <p:spPr>
          <a:xfrm rot="5400000">
            <a:off x="7232433" y="736375"/>
            <a:ext cx="1332000" cy="392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8" name="Google Shape;918;p19"/>
          <p:cNvCxnSpPr/>
          <p:nvPr/>
        </p:nvCxnSpPr>
        <p:spPr>
          <a:xfrm rot="5400000">
            <a:off x="8168433" y="-66600"/>
            <a:ext cx="273900" cy="407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919" name="Google Shape;919;p19"/>
          <p:cNvGrpSpPr/>
          <p:nvPr/>
        </p:nvGrpSpPr>
        <p:grpSpPr>
          <a:xfrm flipH="1" rot="5400000">
            <a:off x="7407333" y="1284925"/>
            <a:ext cx="581800" cy="582350"/>
            <a:chOff x="8064275" y="887850"/>
            <a:chExt cx="581800" cy="582350"/>
          </a:xfrm>
        </p:grpSpPr>
        <p:sp>
          <p:nvSpPr>
            <p:cNvPr id="920" name="Google Shape;920;p19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" name="Google Shape;921;p19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" name="Google Shape;922;p19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" name="Google Shape;923;p19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" name="Google Shape;924;p19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" name="Google Shape;925;p19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26" name="Google Shape;926;p19"/>
          <p:cNvGrpSpPr/>
          <p:nvPr/>
        </p:nvGrpSpPr>
        <p:grpSpPr>
          <a:xfrm flipH="1" rot="5400000">
            <a:off x="7869720" y="2754200"/>
            <a:ext cx="292025" cy="292575"/>
            <a:chOff x="7353050" y="316275"/>
            <a:chExt cx="292025" cy="292575"/>
          </a:xfrm>
        </p:grpSpPr>
        <p:sp>
          <p:nvSpPr>
            <p:cNvPr id="927" name="Google Shape;927;p19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" name="Google Shape;928;p19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" name="Google Shape;929;p19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" name="Google Shape;930;p19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31" name="Google Shape;931;p19"/>
          <p:cNvGrpSpPr/>
          <p:nvPr/>
        </p:nvGrpSpPr>
        <p:grpSpPr>
          <a:xfrm flipH="1" rot="5400000">
            <a:off x="8012458" y="178175"/>
            <a:ext cx="175000" cy="175000"/>
            <a:chOff x="8792300" y="321275"/>
            <a:chExt cx="175000" cy="175000"/>
          </a:xfrm>
        </p:grpSpPr>
        <p:sp>
          <p:nvSpPr>
            <p:cNvPr id="932" name="Google Shape;932;p19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" name="Google Shape;933;p19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" name="Google Shape;934;p19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" name="Google Shape;935;p19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36" name="Google Shape;936;p19"/>
          <p:cNvGrpSpPr/>
          <p:nvPr/>
        </p:nvGrpSpPr>
        <p:grpSpPr>
          <a:xfrm rot="5400000">
            <a:off x="7551683" y="3879926"/>
            <a:ext cx="293111" cy="293388"/>
            <a:chOff x="3164039" y="430875"/>
            <a:chExt cx="293111" cy="293388"/>
          </a:xfrm>
        </p:grpSpPr>
        <p:sp>
          <p:nvSpPr>
            <p:cNvPr id="937" name="Google Shape;937;p19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" name="Google Shape;938;p19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" name="Google Shape;939;p19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" name="Google Shape;940;p19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" name="Google Shape;941;p19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" name="Google Shape;942;p19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43" name="Google Shape;943;p19"/>
          <p:cNvGrpSpPr/>
          <p:nvPr/>
        </p:nvGrpSpPr>
        <p:grpSpPr>
          <a:xfrm flipH="1" rot="5400000">
            <a:off x="8259052" y="323144"/>
            <a:ext cx="175013" cy="27000"/>
            <a:chOff x="5662375" y="212375"/>
            <a:chExt cx="175013" cy="27000"/>
          </a:xfrm>
        </p:grpSpPr>
        <p:sp>
          <p:nvSpPr>
            <p:cNvPr id="944" name="Google Shape;944;p1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5" name="Google Shape;945;p1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" name="Google Shape;946;p1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947" name="Google Shape;947;p19"/>
          <p:cNvCxnSpPr/>
          <p:nvPr/>
        </p:nvCxnSpPr>
        <p:spPr>
          <a:xfrm flipH="1" rot="5400000">
            <a:off x="740850" y="2598325"/>
            <a:ext cx="1672500" cy="126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48" name="Google Shape;948;p19"/>
          <p:cNvCxnSpPr/>
          <p:nvPr/>
        </p:nvCxnSpPr>
        <p:spPr>
          <a:xfrm rot="-5400000">
            <a:off x="847100" y="3554000"/>
            <a:ext cx="829500" cy="743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49" name="Google Shape;949;p19"/>
          <p:cNvCxnSpPr/>
          <p:nvPr/>
        </p:nvCxnSpPr>
        <p:spPr>
          <a:xfrm flipH="1" rot="5400000">
            <a:off x="1105775" y="4151250"/>
            <a:ext cx="796500" cy="1188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950" name="Google Shape;950;p19"/>
          <p:cNvGrpSpPr/>
          <p:nvPr/>
        </p:nvGrpSpPr>
        <p:grpSpPr>
          <a:xfrm rot="5400000">
            <a:off x="621475" y="4062025"/>
            <a:ext cx="581800" cy="582350"/>
            <a:chOff x="8064275" y="887850"/>
            <a:chExt cx="581800" cy="582350"/>
          </a:xfrm>
        </p:grpSpPr>
        <p:sp>
          <p:nvSpPr>
            <p:cNvPr id="951" name="Google Shape;951;p19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2" name="Google Shape;952;p19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3" name="Google Shape;953;p19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4" name="Google Shape;954;p19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5" name="Google Shape;955;p19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6" name="Google Shape;956;p19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57" name="Google Shape;957;p19"/>
          <p:cNvGrpSpPr/>
          <p:nvPr/>
        </p:nvGrpSpPr>
        <p:grpSpPr>
          <a:xfrm rot="5400000">
            <a:off x="1482825" y="3350800"/>
            <a:ext cx="292025" cy="292575"/>
            <a:chOff x="7353050" y="316275"/>
            <a:chExt cx="292025" cy="292575"/>
          </a:xfrm>
        </p:grpSpPr>
        <p:sp>
          <p:nvSpPr>
            <p:cNvPr id="958" name="Google Shape;958;p19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9" name="Google Shape;959;p19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0" name="Google Shape;960;p19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1" name="Google Shape;961;p19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62" name="Google Shape;962;p19"/>
          <p:cNvGrpSpPr/>
          <p:nvPr/>
        </p:nvGrpSpPr>
        <p:grpSpPr>
          <a:xfrm rot="5400000">
            <a:off x="1595125" y="4790325"/>
            <a:ext cx="175000" cy="175000"/>
            <a:chOff x="8792300" y="321275"/>
            <a:chExt cx="175000" cy="175000"/>
          </a:xfrm>
        </p:grpSpPr>
        <p:sp>
          <p:nvSpPr>
            <p:cNvPr id="963" name="Google Shape;963;p19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4" name="Google Shape;964;p19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5" name="Google Shape;965;p19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" name="Google Shape;966;p19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67" name="Google Shape;967;p19"/>
          <p:cNvSpPr/>
          <p:nvPr/>
        </p:nvSpPr>
        <p:spPr>
          <a:xfrm rot="5400000">
            <a:off x="1377117" y="1688743"/>
            <a:ext cx="288614" cy="288337"/>
          </a:xfrm>
          <a:custGeom>
            <a:rect b="b" l="l" r="r" t="t"/>
            <a:pathLst>
              <a:path extrusionOk="0" h="22893" w="22915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8" name="Google Shape;968;p19"/>
          <p:cNvSpPr/>
          <p:nvPr/>
        </p:nvSpPr>
        <p:spPr>
          <a:xfrm rot="5400000">
            <a:off x="1374876" y="1686211"/>
            <a:ext cx="293111" cy="293388"/>
          </a:xfrm>
          <a:custGeom>
            <a:rect b="b" l="l" r="r" t="t"/>
            <a:pathLst>
              <a:path extrusionOk="0" h="23294" w="23272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9" name="Google Shape;969;p19"/>
          <p:cNvSpPr/>
          <p:nvPr/>
        </p:nvSpPr>
        <p:spPr>
          <a:xfrm rot="5400000">
            <a:off x="1413610" y="1725239"/>
            <a:ext cx="215626" cy="215337"/>
          </a:xfrm>
          <a:custGeom>
            <a:rect b="b" l="l" r="r" t="t"/>
            <a:pathLst>
              <a:path extrusionOk="0" h="17097" w="1712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0" name="Google Shape;970;p19"/>
          <p:cNvSpPr/>
          <p:nvPr/>
        </p:nvSpPr>
        <p:spPr>
          <a:xfrm rot="5400000">
            <a:off x="1411362" y="1722714"/>
            <a:ext cx="220123" cy="220400"/>
          </a:xfrm>
          <a:custGeom>
            <a:rect b="b" l="l" r="r" t="t"/>
            <a:pathLst>
              <a:path extrusionOk="0" h="17499" w="17477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1" name="Google Shape;971;p19"/>
          <p:cNvSpPr/>
          <p:nvPr/>
        </p:nvSpPr>
        <p:spPr>
          <a:xfrm rot="5400000">
            <a:off x="1453339" y="1764682"/>
            <a:ext cx="136177" cy="136177"/>
          </a:xfrm>
          <a:custGeom>
            <a:rect b="b" l="l" r="r" t="t"/>
            <a:pathLst>
              <a:path extrusionOk="0" h="10812" w="10812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2" name="Google Shape;972;p19"/>
          <p:cNvSpPr/>
          <p:nvPr/>
        </p:nvSpPr>
        <p:spPr>
          <a:xfrm rot="5400000">
            <a:off x="1450946" y="1762579"/>
            <a:ext cx="140951" cy="140674"/>
          </a:xfrm>
          <a:custGeom>
            <a:rect b="b" l="l" r="r" t="t"/>
            <a:pathLst>
              <a:path extrusionOk="0" h="11169" w="11191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73" name="Google Shape;973;p19"/>
          <p:cNvGrpSpPr/>
          <p:nvPr/>
        </p:nvGrpSpPr>
        <p:grpSpPr>
          <a:xfrm rot="5400000">
            <a:off x="1701119" y="1515381"/>
            <a:ext cx="175013" cy="27000"/>
            <a:chOff x="5662375" y="212375"/>
            <a:chExt cx="175013" cy="27000"/>
          </a:xfrm>
        </p:grpSpPr>
        <p:sp>
          <p:nvSpPr>
            <p:cNvPr id="974" name="Google Shape;974;p1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5" name="Google Shape;975;p1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6" name="Google Shape;976;p1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77" name="Google Shape;977;p19"/>
          <p:cNvGrpSpPr/>
          <p:nvPr/>
        </p:nvGrpSpPr>
        <p:grpSpPr>
          <a:xfrm rot="5400000">
            <a:off x="1819519" y="4562081"/>
            <a:ext cx="175013" cy="27000"/>
            <a:chOff x="5662375" y="212375"/>
            <a:chExt cx="175013" cy="27000"/>
          </a:xfrm>
        </p:grpSpPr>
        <p:sp>
          <p:nvSpPr>
            <p:cNvPr id="978" name="Google Shape;978;p1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9" name="Google Shape;979;p1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0" name="Google Shape;980;p1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81" name="Google Shape;981;p19"/>
          <p:cNvGrpSpPr/>
          <p:nvPr/>
        </p:nvGrpSpPr>
        <p:grpSpPr>
          <a:xfrm rot="5400000">
            <a:off x="408594" y="4140781"/>
            <a:ext cx="175013" cy="27000"/>
            <a:chOff x="5662375" y="212375"/>
            <a:chExt cx="175013" cy="27000"/>
          </a:xfrm>
        </p:grpSpPr>
        <p:sp>
          <p:nvSpPr>
            <p:cNvPr id="982" name="Google Shape;982;p1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3" name="Google Shape;983;p1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" name="Google Shape;984;p1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ighlighted numbers">
  <p:cSld name="CUSTOM_11">
    <p:spTree>
      <p:nvGrpSpPr>
        <p:cNvPr id="985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20"/>
          <p:cNvSpPr txBox="1"/>
          <p:nvPr>
            <p:ph hasCustomPrompt="1" type="title"/>
          </p:nvPr>
        </p:nvSpPr>
        <p:spPr>
          <a:xfrm>
            <a:off x="2825496" y="704088"/>
            <a:ext cx="3483900" cy="56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87" name="Google Shape;987;p20"/>
          <p:cNvSpPr txBox="1"/>
          <p:nvPr>
            <p:ph idx="1" type="subTitle"/>
          </p:nvPr>
        </p:nvSpPr>
        <p:spPr>
          <a:xfrm>
            <a:off x="2825496" y="1225296"/>
            <a:ext cx="3483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988" name="Google Shape;988;p20"/>
          <p:cNvSpPr txBox="1"/>
          <p:nvPr>
            <p:ph hasCustomPrompt="1" idx="2" type="title"/>
          </p:nvPr>
        </p:nvSpPr>
        <p:spPr>
          <a:xfrm>
            <a:off x="2825496" y="2185416"/>
            <a:ext cx="3483900" cy="56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89" name="Google Shape;989;p20"/>
          <p:cNvSpPr txBox="1"/>
          <p:nvPr>
            <p:ph idx="3" type="subTitle"/>
          </p:nvPr>
        </p:nvSpPr>
        <p:spPr>
          <a:xfrm>
            <a:off x="2825496" y="2697480"/>
            <a:ext cx="3483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990" name="Google Shape;990;p20"/>
          <p:cNvSpPr txBox="1"/>
          <p:nvPr>
            <p:ph hasCustomPrompt="1" idx="4" type="title"/>
          </p:nvPr>
        </p:nvSpPr>
        <p:spPr>
          <a:xfrm>
            <a:off x="2825496" y="3648456"/>
            <a:ext cx="3483900" cy="56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91" name="Google Shape;991;p20"/>
          <p:cNvSpPr txBox="1"/>
          <p:nvPr>
            <p:ph idx="5" type="subTitle"/>
          </p:nvPr>
        </p:nvSpPr>
        <p:spPr>
          <a:xfrm>
            <a:off x="2834640" y="4169664"/>
            <a:ext cx="3483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cxnSp>
        <p:nvCxnSpPr>
          <p:cNvPr id="992" name="Google Shape;992;p20"/>
          <p:cNvCxnSpPr/>
          <p:nvPr/>
        </p:nvCxnSpPr>
        <p:spPr>
          <a:xfrm rot="5400000">
            <a:off x="7269708" y="3324550"/>
            <a:ext cx="1133100" cy="306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93" name="Google Shape;993;p20"/>
          <p:cNvCxnSpPr/>
          <p:nvPr/>
        </p:nvCxnSpPr>
        <p:spPr>
          <a:xfrm flipH="1" rot="-5400000">
            <a:off x="7181408" y="2082400"/>
            <a:ext cx="1342200" cy="315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94" name="Google Shape;994;p20"/>
          <p:cNvCxnSpPr/>
          <p:nvPr/>
        </p:nvCxnSpPr>
        <p:spPr>
          <a:xfrm rot="5400000">
            <a:off x="7232433" y="736375"/>
            <a:ext cx="1332000" cy="392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95" name="Google Shape;995;p20"/>
          <p:cNvCxnSpPr/>
          <p:nvPr/>
        </p:nvCxnSpPr>
        <p:spPr>
          <a:xfrm rot="5400000">
            <a:off x="8168433" y="-66600"/>
            <a:ext cx="273900" cy="407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996" name="Google Shape;996;p20"/>
          <p:cNvGrpSpPr/>
          <p:nvPr/>
        </p:nvGrpSpPr>
        <p:grpSpPr>
          <a:xfrm flipH="1" rot="5400000">
            <a:off x="7407333" y="1284925"/>
            <a:ext cx="581800" cy="582350"/>
            <a:chOff x="8064275" y="887850"/>
            <a:chExt cx="581800" cy="582350"/>
          </a:xfrm>
        </p:grpSpPr>
        <p:sp>
          <p:nvSpPr>
            <p:cNvPr id="997" name="Google Shape;997;p20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8" name="Google Shape;998;p20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9" name="Google Shape;999;p20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0" name="Google Shape;1000;p20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1" name="Google Shape;1001;p20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2" name="Google Shape;1002;p20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03" name="Google Shape;1003;p20"/>
          <p:cNvGrpSpPr/>
          <p:nvPr/>
        </p:nvGrpSpPr>
        <p:grpSpPr>
          <a:xfrm flipH="1" rot="5400000">
            <a:off x="7869720" y="2754200"/>
            <a:ext cx="292025" cy="292575"/>
            <a:chOff x="7353050" y="316275"/>
            <a:chExt cx="292025" cy="292575"/>
          </a:xfrm>
        </p:grpSpPr>
        <p:sp>
          <p:nvSpPr>
            <p:cNvPr id="1004" name="Google Shape;1004;p20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5" name="Google Shape;1005;p20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6" name="Google Shape;1006;p20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7" name="Google Shape;1007;p20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08" name="Google Shape;1008;p20"/>
          <p:cNvGrpSpPr/>
          <p:nvPr/>
        </p:nvGrpSpPr>
        <p:grpSpPr>
          <a:xfrm flipH="1" rot="5400000">
            <a:off x="8012458" y="178175"/>
            <a:ext cx="175000" cy="175000"/>
            <a:chOff x="8792300" y="321275"/>
            <a:chExt cx="175000" cy="175000"/>
          </a:xfrm>
        </p:grpSpPr>
        <p:sp>
          <p:nvSpPr>
            <p:cNvPr id="1009" name="Google Shape;1009;p20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0" name="Google Shape;1010;p20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1" name="Google Shape;1011;p20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2" name="Google Shape;1012;p20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13" name="Google Shape;1013;p20"/>
          <p:cNvGrpSpPr/>
          <p:nvPr/>
        </p:nvGrpSpPr>
        <p:grpSpPr>
          <a:xfrm rot="5400000">
            <a:off x="7551683" y="3879926"/>
            <a:ext cx="293111" cy="293388"/>
            <a:chOff x="3164039" y="430875"/>
            <a:chExt cx="293111" cy="293388"/>
          </a:xfrm>
        </p:grpSpPr>
        <p:sp>
          <p:nvSpPr>
            <p:cNvPr id="1014" name="Google Shape;1014;p20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5" name="Google Shape;1015;p20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6" name="Google Shape;1016;p20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7" name="Google Shape;1017;p20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8" name="Google Shape;1018;p20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" name="Google Shape;1019;p20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20" name="Google Shape;1020;p20"/>
          <p:cNvGrpSpPr/>
          <p:nvPr/>
        </p:nvGrpSpPr>
        <p:grpSpPr>
          <a:xfrm flipH="1" rot="5400000">
            <a:off x="8259052" y="323144"/>
            <a:ext cx="175013" cy="27000"/>
            <a:chOff x="5662375" y="212375"/>
            <a:chExt cx="175013" cy="27000"/>
          </a:xfrm>
        </p:grpSpPr>
        <p:sp>
          <p:nvSpPr>
            <p:cNvPr id="1021" name="Google Shape;1021;p20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" name="Google Shape;1022;p20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3" name="Google Shape;1023;p20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1024" name="Google Shape;1024;p20"/>
          <p:cNvCxnSpPr/>
          <p:nvPr/>
        </p:nvCxnSpPr>
        <p:spPr>
          <a:xfrm flipH="1" rot="5400000">
            <a:off x="740850" y="2598325"/>
            <a:ext cx="1672500" cy="126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25" name="Google Shape;1025;p20"/>
          <p:cNvCxnSpPr/>
          <p:nvPr/>
        </p:nvCxnSpPr>
        <p:spPr>
          <a:xfrm rot="-5400000">
            <a:off x="847100" y="3554000"/>
            <a:ext cx="829500" cy="743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26" name="Google Shape;1026;p20"/>
          <p:cNvCxnSpPr/>
          <p:nvPr/>
        </p:nvCxnSpPr>
        <p:spPr>
          <a:xfrm flipH="1" rot="5400000">
            <a:off x="1105775" y="4151250"/>
            <a:ext cx="796500" cy="1188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027" name="Google Shape;1027;p20"/>
          <p:cNvGrpSpPr/>
          <p:nvPr/>
        </p:nvGrpSpPr>
        <p:grpSpPr>
          <a:xfrm rot="5400000">
            <a:off x="621475" y="4062025"/>
            <a:ext cx="581800" cy="582350"/>
            <a:chOff x="8064275" y="887850"/>
            <a:chExt cx="581800" cy="582350"/>
          </a:xfrm>
        </p:grpSpPr>
        <p:sp>
          <p:nvSpPr>
            <p:cNvPr id="1028" name="Google Shape;1028;p20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" name="Google Shape;1029;p20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" name="Google Shape;1030;p20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" name="Google Shape;1031;p20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" name="Google Shape;1032;p20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" name="Google Shape;1033;p20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34" name="Google Shape;1034;p20"/>
          <p:cNvGrpSpPr/>
          <p:nvPr/>
        </p:nvGrpSpPr>
        <p:grpSpPr>
          <a:xfrm rot="5400000">
            <a:off x="1482825" y="3350800"/>
            <a:ext cx="292025" cy="292575"/>
            <a:chOff x="7353050" y="316275"/>
            <a:chExt cx="292025" cy="292575"/>
          </a:xfrm>
        </p:grpSpPr>
        <p:sp>
          <p:nvSpPr>
            <p:cNvPr id="1035" name="Google Shape;1035;p20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" name="Google Shape;1036;p20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" name="Google Shape;1037;p20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8" name="Google Shape;1038;p20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39" name="Google Shape;1039;p20"/>
          <p:cNvGrpSpPr/>
          <p:nvPr/>
        </p:nvGrpSpPr>
        <p:grpSpPr>
          <a:xfrm rot="5400000">
            <a:off x="1595125" y="4790325"/>
            <a:ext cx="175000" cy="175000"/>
            <a:chOff x="8792300" y="321275"/>
            <a:chExt cx="175000" cy="175000"/>
          </a:xfrm>
        </p:grpSpPr>
        <p:sp>
          <p:nvSpPr>
            <p:cNvPr id="1040" name="Google Shape;1040;p20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1" name="Google Shape;1041;p20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" name="Google Shape;1042;p20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" name="Google Shape;1043;p20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44" name="Google Shape;1044;p20"/>
          <p:cNvSpPr/>
          <p:nvPr/>
        </p:nvSpPr>
        <p:spPr>
          <a:xfrm rot="5400000">
            <a:off x="1377117" y="1688743"/>
            <a:ext cx="288614" cy="288337"/>
          </a:xfrm>
          <a:custGeom>
            <a:rect b="b" l="l" r="r" t="t"/>
            <a:pathLst>
              <a:path extrusionOk="0" h="22893" w="22915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5" name="Google Shape;1045;p20"/>
          <p:cNvSpPr/>
          <p:nvPr/>
        </p:nvSpPr>
        <p:spPr>
          <a:xfrm rot="5400000">
            <a:off x="1374876" y="1686211"/>
            <a:ext cx="293111" cy="293388"/>
          </a:xfrm>
          <a:custGeom>
            <a:rect b="b" l="l" r="r" t="t"/>
            <a:pathLst>
              <a:path extrusionOk="0" h="23294" w="23272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20"/>
          <p:cNvSpPr/>
          <p:nvPr/>
        </p:nvSpPr>
        <p:spPr>
          <a:xfrm rot="5400000">
            <a:off x="1413610" y="1725239"/>
            <a:ext cx="215626" cy="215337"/>
          </a:xfrm>
          <a:custGeom>
            <a:rect b="b" l="l" r="r" t="t"/>
            <a:pathLst>
              <a:path extrusionOk="0" h="17097" w="1712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Google Shape;1047;p20"/>
          <p:cNvSpPr/>
          <p:nvPr/>
        </p:nvSpPr>
        <p:spPr>
          <a:xfrm rot="5400000">
            <a:off x="1411362" y="1722714"/>
            <a:ext cx="220123" cy="220400"/>
          </a:xfrm>
          <a:custGeom>
            <a:rect b="b" l="l" r="r" t="t"/>
            <a:pathLst>
              <a:path extrusionOk="0" h="17499" w="17477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8" name="Google Shape;1048;p20"/>
          <p:cNvSpPr/>
          <p:nvPr/>
        </p:nvSpPr>
        <p:spPr>
          <a:xfrm rot="5400000">
            <a:off x="1453339" y="1764682"/>
            <a:ext cx="136177" cy="136177"/>
          </a:xfrm>
          <a:custGeom>
            <a:rect b="b" l="l" r="r" t="t"/>
            <a:pathLst>
              <a:path extrusionOk="0" h="10812" w="10812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9" name="Google Shape;1049;p20"/>
          <p:cNvSpPr/>
          <p:nvPr/>
        </p:nvSpPr>
        <p:spPr>
          <a:xfrm rot="5400000">
            <a:off x="1450946" y="1762579"/>
            <a:ext cx="140951" cy="140674"/>
          </a:xfrm>
          <a:custGeom>
            <a:rect b="b" l="l" r="r" t="t"/>
            <a:pathLst>
              <a:path extrusionOk="0" h="11169" w="11191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50" name="Google Shape;1050;p20"/>
          <p:cNvGrpSpPr/>
          <p:nvPr/>
        </p:nvGrpSpPr>
        <p:grpSpPr>
          <a:xfrm rot="5400000">
            <a:off x="1701119" y="1515381"/>
            <a:ext cx="175013" cy="27000"/>
            <a:chOff x="5662375" y="212375"/>
            <a:chExt cx="175013" cy="27000"/>
          </a:xfrm>
        </p:grpSpPr>
        <p:sp>
          <p:nvSpPr>
            <p:cNvPr id="1051" name="Google Shape;1051;p20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2" name="Google Shape;1052;p20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" name="Google Shape;1053;p20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4" name="Google Shape;1054;p20"/>
          <p:cNvGrpSpPr/>
          <p:nvPr/>
        </p:nvGrpSpPr>
        <p:grpSpPr>
          <a:xfrm rot="5400000">
            <a:off x="1819519" y="4562081"/>
            <a:ext cx="175013" cy="27000"/>
            <a:chOff x="5662375" y="212375"/>
            <a:chExt cx="175013" cy="27000"/>
          </a:xfrm>
        </p:grpSpPr>
        <p:sp>
          <p:nvSpPr>
            <p:cNvPr id="1055" name="Google Shape;1055;p20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6" name="Google Shape;1056;p20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7" name="Google Shape;1057;p20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8" name="Google Shape;1058;p20"/>
          <p:cNvGrpSpPr/>
          <p:nvPr/>
        </p:nvGrpSpPr>
        <p:grpSpPr>
          <a:xfrm rot="5400000">
            <a:off x="408594" y="4140781"/>
            <a:ext cx="175013" cy="27000"/>
            <a:chOff x="5662375" y="212375"/>
            <a:chExt cx="175013" cy="27000"/>
          </a:xfrm>
        </p:grpSpPr>
        <p:sp>
          <p:nvSpPr>
            <p:cNvPr id="1059" name="Google Shape;1059;p20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0" name="Google Shape;1060;p20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1" name="Google Shape;1061;p20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lumns of text 3">
  <p:cSld name="CUSTOM_13"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p21"/>
          <p:cNvSpPr txBox="1"/>
          <p:nvPr>
            <p:ph type="title"/>
          </p:nvPr>
        </p:nvSpPr>
        <p:spPr>
          <a:xfrm>
            <a:off x="2962656" y="338328"/>
            <a:ext cx="3218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grpSp>
        <p:nvGrpSpPr>
          <p:cNvPr id="1064" name="Google Shape;1064;p21"/>
          <p:cNvGrpSpPr/>
          <p:nvPr/>
        </p:nvGrpSpPr>
        <p:grpSpPr>
          <a:xfrm>
            <a:off x="261711" y="-1158"/>
            <a:ext cx="8550326" cy="3981600"/>
            <a:chOff x="261711" y="-1158"/>
            <a:chExt cx="8550326" cy="3981600"/>
          </a:xfrm>
        </p:grpSpPr>
        <p:cxnSp>
          <p:nvCxnSpPr>
            <p:cNvPr id="1065" name="Google Shape;1065;p21"/>
            <p:cNvCxnSpPr/>
            <p:nvPr/>
          </p:nvCxnSpPr>
          <p:spPr>
            <a:xfrm>
              <a:off x="515925" y="-1158"/>
              <a:ext cx="0" cy="39816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66" name="Google Shape;1066;p21"/>
            <p:cNvCxnSpPr/>
            <p:nvPr/>
          </p:nvCxnSpPr>
          <p:spPr>
            <a:xfrm>
              <a:off x="8666025" y="-1158"/>
              <a:ext cx="0" cy="19020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1067" name="Google Shape;1067;p21"/>
            <p:cNvGrpSpPr/>
            <p:nvPr/>
          </p:nvGrpSpPr>
          <p:grpSpPr>
            <a:xfrm rot="10800000">
              <a:off x="343275" y="3300779"/>
              <a:ext cx="344736" cy="345385"/>
              <a:chOff x="7353050" y="316275"/>
              <a:chExt cx="292025" cy="292575"/>
            </a:xfrm>
          </p:grpSpPr>
          <p:sp>
            <p:nvSpPr>
              <p:cNvPr id="1068" name="Google Shape;1068;p21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9" name="Google Shape;1069;p21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0" name="Google Shape;1070;p21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1" name="Google Shape;1071;p21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72" name="Google Shape;1072;p21"/>
            <p:cNvGrpSpPr/>
            <p:nvPr/>
          </p:nvGrpSpPr>
          <p:grpSpPr>
            <a:xfrm rot="10800000">
              <a:off x="8520013" y="714742"/>
              <a:ext cx="292025" cy="292575"/>
              <a:chOff x="7353050" y="316275"/>
              <a:chExt cx="292025" cy="292575"/>
            </a:xfrm>
          </p:grpSpPr>
          <p:sp>
            <p:nvSpPr>
              <p:cNvPr id="1073" name="Google Shape;1073;p21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4" name="Google Shape;1074;p21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5" name="Google Shape;1075;p21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6" name="Google Shape;1076;p21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77" name="Google Shape;1077;p21"/>
            <p:cNvGrpSpPr/>
            <p:nvPr/>
          </p:nvGrpSpPr>
          <p:grpSpPr>
            <a:xfrm rot="10800000">
              <a:off x="261711" y="465077"/>
              <a:ext cx="507562" cy="507984"/>
              <a:chOff x="8064275" y="887850"/>
              <a:chExt cx="581800" cy="582350"/>
            </a:xfrm>
          </p:grpSpPr>
          <p:sp>
            <p:nvSpPr>
              <p:cNvPr id="1078" name="Google Shape;1078;p21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9" name="Google Shape;1079;p21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0" name="Google Shape;1080;p21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1" name="Google Shape;1081;p21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2" name="Google Shape;1082;p21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3" name="Google Shape;1083;p21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084" name="Google Shape;1084;p21"/>
          <p:cNvSpPr txBox="1"/>
          <p:nvPr>
            <p:ph idx="1" type="subTitle"/>
          </p:nvPr>
        </p:nvSpPr>
        <p:spPr>
          <a:xfrm>
            <a:off x="1408175" y="1035279"/>
            <a:ext cx="218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1085" name="Google Shape;1085;p21"/>
          <p:cNvSpPr txBox="1"/>
          <p:nvPr>
            <p:ph idx="2" type="subTitle"/>
          </p:nvPr>
        </p:nvSpPr>
        <p:spPr>
          <a:xfrm>
            <a:off x="1408175" y="1336956"/>
            <a:ext cx="2184000" cy="6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1086" name="Google Shape;1086;p21"/>
          <p:cNvSpPr txBox="1"/>
          <p:nvPr>
            <p:ph idx="3" type="subTitle"/>
          </p:nvPr>
        </p:nvSpPr>
        <p:spPr>
          <a:xfrm>
            <a:off x="1408175" y="2309476"/>
            <a:ext cx="21840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1087" name="Google Shape;1087;p21"/>
          <p:cNvSpPr txBox="1"/>
          <p:nvPr>
            <p:ph idx="4" type="subTitle"/>
          </p:nvPr>
        </p:nvSpPr>
        <p:spPr>
          <a:xfrm>
            <a:off x="1408175" y="2609979"/>
            <a:ext cx="2184000" cy="6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1088" name="Google Shape;1088;p21"/>
          <p:cNvSpPr txBox="1"/>
          <p:nvPr>
            <p:ph idx="5" type="subTitle"/>
          </p:nvPr>
        </p:nvSpPr>
        <p:spPr>
          <a:xfrm>
            <a:off x="1408175" y="3587645"/>
            <a:ext cx="218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1089" name="Google Shape;1089;p21"/>
          <p:cNvSpPr txBox="1"/>
          <p:nvPr>
            <p:ph idx="6" type="subTitle"/>
          </p:nvPr>
        </p:nvSpPr>
        <p:spPr>
          <a:xfrm>
            <a:off x="1408175" y="3889317"/>
            <a:ext cx="2184000" cy="6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lumns of text 4">
  <p:cSld name="CUSTOM_14">
    <p:spTree>
      <p:nvGrpSpPr>
        <p:cNvPr id="1090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91" name="Google Shape;1091;p22"/>
          <p:cNvCxnSpPr/>
          <p:nvPr/>
        </p:nvCxnSpPr>
        <p:spPr>
          <a:xfrm>
            <a:off x="590450" y="4340600"/>
            <a:ext cx="670200" cy="423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92" name="Google Shape;1092;p22"/>
          <p:cNvSpPr txBox="1"/>
          <p:nvPr>
            <p:ph type="title"/>
          </p:nvPr>
        </p:nvSpPr>
        <p:spPr>
          <a:xfrm>
            <a:off x="2208175" y="342775"/>
            <a:ext cx="472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cxnSp>
        <p:nvCxnSpPr>
          <p:cNvPr id="1093" name="Google Shape;1093;p22"/>
          <p:cNvCxnSpPr/>
          <p:nvPr/>
        </p:nvCxnSpPr>
        <p:spPr>
          <a:xfrm flipH="1" rot="10800000">
            <a:off x="0" y="4332550"/>
            <a:ext cx="590700" cy="663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094" name="Google Shape;1094;p22"/>
          <p:cNvGrpSpPr/>
          <p:nvPr/>
        </p:nvGrpSpPr>
        <p:grpSpPr>
          <a:xfrm flipH="1">
            <a:off x="431725" y="4183775"/>
            <a:ext cx="292025" cy="292575"/>
            <a:chOff x="7353050" y="316275"/>
            <a:chExt cx="292025" cy="292575"/>
          </a:xfrm>
        </p:grpSpPr>
        <p:sp>
          <p:nvSpPr>
            <p:cNvPr id="1095" name="Google Shape;1095;p22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6" name="Google Shape;1096;p22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7" name="Google Shape;1097;p22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8" name="Google Shape;1098;p22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9" name="Google Shape;1099;p22"/>
          <p:cNvGrpSpPr/>
          <p:nvPr/>
        </p:nvGrpSpPr>
        <p:grpSpPr>
          <a:xfrm>
            <a:off x="1075789" y="4604675"/>
            <a:ext cx="293111" cy="293388"/>
            <a:chOff x="3164039" y="430875"/>
            <a:chExt cx="293111" cy="293388"/>
          </a:xfrm>
        </p:grpSpPr>
        <p:sp>
          <p:nvSpPr>
            <p:cNvPr id="1100" name="Google Shape;1100;p22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1" name="Google Shape;1101;p22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" name="Google Shape;1102;p22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" name="Google Shape;1103;p22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" name="Google Shape;1104;p22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" name="Google Shape;1105;p22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1106" name="Google Shape;1106;p22"/>
          <p:cNvCxnSpPr/>
          <p:nvPr/>
        </p:nvCxnSpPr>
        <p:spPr>
          <a:xfrm rot="10800000">
            <a:off x="7196975" y="295100"/>
            <a:ext cx="1157100" cy="54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07" name="Google Shape;1107;p22"/>
          <p:cNvCxnSpPr/>
          <p:nvPr/>
        </p:nvCxnSpPr>
        <p:spPr>
          <a:xfrm flipH="1">
            <a:off x="8354075" y="-6625"/>
            <a:ext cx="791400" cy="836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108" name="Google Shape;1108;p22"/>
          <p:cNvGrpSpPr/>
          <p:nvPr/>
        </p:nvGrpSpPr>
        <p:grpSpPr>
          <a:xfrm>
            <a:off x="8064275" y="526925"/>
            <a:ext cx="581800" cy="582350"/>
            <a:chOff x="8064275" y="887850"/>
            <a:chExt cx="581800" cy="582350"/>
          </a:xfrm>
        </p:grpSpPr>
        <p:sp>
          <p:nvSpPr>
            <p:cNvPr id="1109" name="Google Shape;1109;p22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" name="Google Shape;1110;p22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" name="Google Shape;1111;p22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" name="Google Shape;1112;p22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" name="Google Shape;1113;p22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4" name="Google Shape;1114;p22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5" name="Google Shape;1115;p22"/>
          <p:cNvGrpSpPr/>
          <p:nvPr/>
        </p:nvGrpSpPr>
        <p:grpSpPr>
          <a:xfrm>
            <a:off x="7033875" y="170875"/>
            <a:ext cx="292025" cy="292575"/>
            <a:chOff x="7353050" y="316275"/>
            <a:chExt cx="292025" cy="292575"/>
          </a:xfrm>
        </p:grpSpPr>
        <p:sp>
          <p:nvSpPr>
            <p:cNvPr id="1116" name="Google Shape;1116;p22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7" name="Google Shape;1117;p22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8" name="Google Shape;1118;p22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9" name="Google Shape;1119;p22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0" name="Google Shape;1120;p22"/>
          <p:cNvGrpSpPr/>
          <p:nvPr/>
        </p:nvGrpSpPr>
        <p:grpSpPr>
          <a:xfrm>
            <a:off x="8757950" y="229650"/>
            <a:ext cx="175000" cy="175000"/>
            <a:chOff x="8792300" y="321275"/>
            <a:chExt cx="175000" cy="175000"/>
          </a:xfrm>
        </p:grpSpPr>
        <p:sp>
          <p:nvSpPr>
            <p:cNvPr id="1121" name="Google Shape;1121;p22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" name="Google Shape;1122;p22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" name="Google Shape;1123;p22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" name="Google Shape;1124;p22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5" name="Google Shape;1125;p22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1126" name="Google Shape;1126;p2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" name="Google Shape;1127;p2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" name="Google Shape;1128;p2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9" name="Google Shape;1129;p22"/>
          <p:cNvGrpSpPr/>
          <p:nvPr/>
        </p:nvGrpSpPr>
        <p:grpSpPr>
          <a:xfrm>
            <a:off x="7916350" y="1124600"/>
            <a:ext cx="175013" cy="27000"/>
            <a:chOff x="5662375" y="212375"/>
            <a:chExt cx="175013" cy="27000"/>
          </a:xfrm>
        </p:grpSpPr>
        <p:sp>
          <p:nvSpPr>
            <p:cNvPr id="1130" name="Google Shape;1130;p2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" name="Google Shape;1131;p2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" name="Google Shape;1132;p2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33" name="Google Shape;1133;p22"/>
          <p:cNvSpPr txBox="1"/>
          <p:nvPr>
            <p:ph idx="1" type="subTitle"/>
          </p:nvPr>
        </p:nvSpPr>
        <p:spPr>
          <a:xfrm>
            <a:off x="5641848" y="2743200"/>
            <a:ext cx="18654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1134" name="Google Shape;1134;p22"/>
          <p:cNvSpPr txBox="1"/>
          <p:nvPr>
            <p:ph idx="2" type="subTitle"/>
          </p:nvPr>
        </p:nvSpPr>
        <p:spPr>
          <a:xfrm>
            <a:off x="3639312" y="1636776"/>
            <a:ext cx="18654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1135" name="Google Shape;1135;p22"/>
          <p:cNvSpPr txBox="1"/>
          <p:nvPr>
            <p:ph idx="3" type="subTitle"/>
          </p:nvPr>
        </p:nvSpPr>
        <p:spPr>
          <a:xfrm>
            <a:off x="1636776" y="2249424"/>
            <a:ext cx="18654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/>
        </p:txBody>
      </p:sp>
      <p:sp>
        <p:nvSpPr>
          <p:cNvPr id="1136" name="Google Shape;1136;p22"/>
          <p:cNvSpPr txBox="1"/>
          <p:nvPr>
            <p:ph idx="4" type="subTitle"/>
          </p:nvPr>
        </p:nvSpPr>
        <p:spPr>
          <a:xfrm>
            <a:off x="5641848" y="3081528"/>
            <a:ext cx="18654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1137" name="Google Shape;1137;p22"/>
          <p:cNvSpPr txBox="1"/>
          <p:nvPr>
            <p:ph idx="5" type="subTitle"/>
          </p:nvPr>
        </p:nvSpPr>
        <p:spPr>
          <a:xfrm>
            <a:off x="3639312" y="1975104"/>
            <a:ext cx="18654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1138" name="Google Shape;1138;p22"/>
          <p:cNvSpPr txBox="1"/>
          <p:nvPr>
            <p:ph idx="6" type="subTitle"/>
          </p:nvPr>
        </p:nvSpPr>
        <p:spPr>
          <a:xfrm>
            <a:off x="1636776" y="2596896"/>
            <a:ext cx="18654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3">
  <p:cSld name="TITLE_AND_BODY_1">
    <p:spTree>
      <p:nvGrpSpPr>
        <p:cNvPr id="1139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23"/>
          <p:cNvSpPr txBox="1"/>
          <p:nvPr>
            <p:ph type="title"/>
          </p:nvPr>
        </p:nvSpPr>
        <p:spPr>
          <a:xfrm>
            <a:off x="2532888" y="338328"/>
            <a:ext cx="40875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41" name="Google Shape;1141;p23"/>
          <p:cNvSpPr txBox="1"/>
          <p:nvPr>
            <p:ph idx="1" type="body"/>
          </p:nvPr>
        </p:nvSpPr>
        <p:spPr>
          <a:xfrm>
            <a:off x="714650" y="1152150"/>
            <a:ext cx="7705500" cy="352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Barlow Semi Condensed Medium"/>
              <a:buAutoNum type="arabicPeriod"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cxnSp>
        <p:nvCxnSpPr>
          <p:cNvPr id="1142" name="Google Shape;1142;p23"/>
          <p:cNvCxnSpPr/>
          <p:nvPr/>
        </p:nvCxnSpPr>
        <p:spPr>
          <a:xfrm rot="10800000">
            <a:off x="303000" y="3359375"/>
            <a:ext cx="151800" cy="9573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43" name="Google Shape;1143;p23"/>
          <p:cNvCxnSpPr/>
          <p:nvPr/>
        </p:nvCxnSpPr>
        <p:spPr>
          <a:xfrm flipH="1" rot="10800000">
            <a:off x="0" y="4332550"/>
            <a:ext cx="446700" cy="663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144" name="Google Shape;1144;p23"/>
          <p:cNvGrpSpPr/>
          <p:nvPr/>
        </p:nvGrpSpPr>
        <p:grpSpPr>
          <a:xfrm flipH="1">
            <a:off x="300738" y="4167800"/>
            <a:ext cx="292025" cy="292575"/>
            <a:chOff x="7353050" y="316275"/>
            <a:chExt cx="292025" cy="292575"/>
          </a:xfrm>
        </p:grpSpPr>
        <p:sp>
          <p:nvSpPr>
            <p:cNvPr id="1145" name="Google Shape;1145;p23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" name="Google Shape;1146;p23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" name="Google Shape;1147;p23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" name="Google Shape;1148;p23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9" name="Google Shape;1149;p23"/>
          <p:cNvGrpSpPr/>
          <p:nvPr/>
        </p:nvGrpSpPr>
        <p:grpSpPr>
          <a:xfrm>
            <a:off x="148789" y="3224300"/>
            <a:ext cx="293111" cy="293388"/>
            <a:chOff x="3164039" y="430875"/>
            <a:chExt cx="293111" cy="293388"/>
          </a:xfrm>
        </p:grpSpPr>
        <p:sp>
          <p:nvSpPr>
            <p:cNvPr id="1150" name="Google Shape;1150;p23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" name="Google Shape;1151;p23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" name="Google Shape;1152;p23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" name="Google Shape;1153;p23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" name="Google Shape;1154;p23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" name="Google Shape;1155;p23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1156" name="Google Shape;1156;p23"/>
          <p:cNvCxnSpPr/>
          <p:nvPr/>
        </p:nvCxnSpPr>
        <p:spPr>
          <a:xfrm rot="10800000">
            <a:off x="7196975" y="295100"/>
            <a:ext cx="1157100" cy="542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57" name="Google Shape;1157;p23"/>
          <p:cNvCxnSpPr/>
          <p:nvPr/>
        </p:nvCxnSpPr>
        <p:spPr>
          <a:xfrm flipH="1">
            <a:off x="8354075" y="-6625"/>
            <a:ext cx="791400" cy="836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158" name="Google Shape;1158;p23"/>
          <p:cNvGrpSpPr/>
          <p:nvPr/>
        </p:nvGrpSpPr>
        <p:grpSpPr>
          <a:xfrm>
            <a:off x="8064275" y="526925"/>
            <a:ext cx="581800" cy="582350"/>
            <a:chOff x="8064275" y="887850"/>
            <a:chExt cx="581800" cy="582350"/>
          </a:xfrm>
        </p:grpSpPr>
        <p:sp>
          <p:nvSpPr>
            <p:cNvPr id="1159" name="Google Shape;1159;p23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" name="Google Shape;1160;p23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" name="Google Shape;1161;p23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" name="Google Shape;1162;p23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" name="Google Shape;1163;p23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" name="Google Shape;1164;p23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5" name="Google Shape;1165;p23"/>
          <p:cNvGrpSpPr/>
          <p:nvPr/>
        </p:nvGrpSpPr>
        <p:grpSpPr>
          <a:xfrm>
            <a:off x="7033875" y="170875"/>
            <a:ext cx="292025" cy="292575"/>
            <a:chOff x="7353050" y="316275"/>
            <a:chExt cx="292025" cy="292575"/>
          </a:xfrm>
        </p:grpSpPr>
        <p:sp>
          <p:nvSpPr>
            <p:cNvPr id="1166" name="Google Shape;1166;p23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" name="Google Shape;1167;p23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" name="Google Shape;1168;p23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" name="Google Shape;1169;p23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0" name="Google Shape;1170;p23"/>
          <p:cNvGrpSpPr/>
          <p:nvPr/>
        </p:nvGrpSpPr>
        <p:grpSpPr>
          <a:xfrm>
            <a:off x="8757950" y="229650"/>
            <a:ext cx="175000" cy="175000"/>
            <a:chOff x="8792300" y="321275"/>
            <a:chExt cx="175000" cy="175000"/>
          </a:xfrm>
        </p:grpSpPr>
        <p:sp>
          <p:nvSpPr>
            <p:cNvPr id="1171" name="Google Shape;1171;p23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" name="Google Shape;1172;p23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" name="Google Shape;1173;p23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" name="Google Shape;1174;p23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5" name="Google Shape;1175;p23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1176" name="Google Shape;1176;p23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" name="Google Shape;1177;p23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" name="Google Shape;1178;p23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9" name="Google Shape;1179;p23"/>
          <p:cNvGrpSpPr/>
          <p:nvPr/>
        </p:nvGrpSpPr>
        <p:grpSpPr>
          <a:xfrm>
            <a:off x="7916350" y="1124600"/>
            <a:ext cx="175013" cy="27000"/>
            <a:chOff x="5662375" y="212375"/>
            <a:chExt cx="175013" cy="27000"/>
          </a:xfrm>
        </p:grpSpPr>
        <p:sp>
          <p:nvSpPr>
            <p:cNvPr id="1180" name="Google Shape;1180;p23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" name="Google Shape;1181;p23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" name="Google Shape;1182;p23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5">
    <p:spTree>
      <p:nvGrpSpPr>
        <p:cNvPr id="1183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Google Shape;1184;p24"/>
          <p:cNvSpPr txBox="1"/>
          <p:nvPr>
            <p:ph type="title"/>
          </p:nvPr>
        </p:nvSpPr>
        <p:spPr>
          <a:xfrm>
            <a:off x="723750" y="526925"/>
            <a:ext cx="7696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cxnSp>
        <p:nvCxnSpPr>
          <p:cNvPr id="1185" name="Google Shape;1185;p24"/>
          <p:cNvCxnSpPr/>
          <p:nvPr/>
        </p:nvCxnSpPr>
        <p:spPr>
          <a:xfrm>
            <a:off x="590450" y="4340600"/>
            <a:ext cx="670200" cy="423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86" name="Google Shape;1186;p24"/>
          <p:cNvCxnSpPr/>
          <p:nvPr/>
        </p:nvCxnSpPr>
        <p:spPr>
          <a:xfrm flipH="1" rot="10800000">
            <a:off x="0" y="4332550"/>
            <a:ext cx="590700" cy="663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187" name="Google Shape;1187;p24"/>
          <p:cNvGrpSpPr/>
          <p:nvPr/>
        </p:nvGrpSpPr>
        <p:grpSpPr>
          <a:xfrm flipH="1">
            <a:off x="431725" y="4183775"/>
            <a:ext cx="292025" cy="292575"/>
            <a:chOff x="7353050" y="316275"/>
            <a:chExt cx="292025" cy="292575"/>
          </a:xfrm>
        </p:grpSpPr>
        <p:sp>
          <p:nvSpPr>
            <p:cNvPr id="1188" name="Google Shape;1188;p24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" name="Google Shape;1189;p24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" name="Google Shape;1190;p24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" name="Google Shape;1191;p24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92" name="Google Shape;1192;p24"/>
          <p:cNvGrpSpPr/>
          <p:nvPr/>
        </p:nvGrpSpPr>
        <p:grpSpPr>
          <a:xfrm>
            <a:off x="1075789" y="4604675"/>
            <a:ext cx="293111" cy="293388"/>
            <a:chOff x="3164039" y="430875"/>
            <a:chExt cx="293111" cy="293388"/>
          </a:xfrm>
        </p:grpSpPr>
        <p:sp>
          <p:nvSpPr>
            <p:cNvPr id="1193" name="Google Shape;1193;p24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" name="Google Shape;1194;p24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" name="Google Shape;1195;p24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" name="Google Shape;1196;p24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" name="Google Shape;1197;p24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" name="Google Shape;1198;p24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1199" name="Google Shape;1199;p24"/>
          <p:cNvCxnSpPr/>
          <p:nvPr/>
        </p:nvCxnSpPr>
        <p:spPr>
          <a:xfrm rot="10800000">
            <a:off x="7196975" y="295100"/>
            <a:ext cx="1157100" cy="54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00" name="Google Shape;1200;p24"/>
          <p:cNvCxnSpPr/>
          <p:nvPr/>
        </p:nvCxnSpPr>
        <p:spPr>
          <a:xfrm flipH="1">
            <a:off x="8354075" y="-6625"/>
            <a:ext cx="791400" cy="836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201" name="Google Shape;1201;p24"/>
          <p:cNvGrpSpPr/>
          <p:nvPr/>
        </p:nvGrpSpPr>
        <p:grpSpPr>
          <a:xfrm>
            <a:off x="8064275" y="526925"/>
            <a:ext cx="581800" cy="582350"/>
            <a:chOff x="8064275" y="887850"/>
            <a:chExt cx="581800" cy="582350"/>
          </a:xfrm>
        </p:grpSpPr>
        <p:sp>
          <p:nvSpPr>
            <p:cNvPr id="1202" name="Google Shape;1202;p24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" name="Google Shape;1203;p24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" name="Google Shape;1204;p24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" name="Google Shape;1205;p24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" name="Google Shape;1206;p24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" name="Google Shape;1207;p24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8" name="Google Shape;1208;p24"/>
          <p:cNvGrpSpPr/>
          <p:nvPr/>
        </p:nvGrpSpPr>
        <p:grpSpPr>
          <a:xfrm>
            <a:off x="7033875" y="170875"/>
            <a:ext cx="292025" cy="292575"/>
            <a:chOff x="7353050" y="316275"/>
            <a:chExt cx="292025" cy="292575"/>
          </a:xfrm>
        </p:grpSpPr>
        <p:sp>
          <p:nvSpPr>
            <p:cNvPr id="1209" name="Google Shape;1209;p24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" name="Google Shape;1210;p24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" name="Google Shape;1211;p24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" name="Google Shape;1212;p24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3" name="Google Shape;1213;p24"/>
          <p:cNvGrpSpPr/>
          <p:nvPr/>
        </p:nvGrpSpPr>
        <p:grpSpPr>
          <a:xfrm>
            <a:off x="8757950" y="229650"/>
            <a:ext cx="175000" cy="175000"/>
            <a:chOff x="8792300" y="321275"/>
            <a:chExt cx="175000" cy="175000"/>
          </a:xfrm>
        </p:grpSpPr>
        <p:sp>
          <p:nvSpPr>
            <p:cNvPr id="1214" name="Google Shape;1214;p24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" name="Google Shape;1215;p24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" name="Google Shape;1216;p24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" name="Google Shape;1217;p24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8" name="Google Shape;1218;p24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1219" name="Google Shape;1219;p24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" name="Google Shape;1220;p24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" name="Google Shape;1221;p24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2" name="Google Shape;1222;p24"/>
          <p:cNvGrpSpPr/>
          <p:nvPr/>
        </p:nvGrpSpPr>
        <p:grpSpPr>
          <a:xfrm>
            <a:off x="7916350" y="1124600"/>
            <a:ext cx="175013" cy="27000"/>
            <a:chOff x="5662375" y="212375"/>
            <a:chExt cx="175013" cy="27000"/>
          </a:xfrm>
        </p:grpSpPr>
        <p:sp>
          <p:nvSpPr>
            <p:cNvPr id="1223" name="Google Shape;1223;p24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" name="Google Shape;1224;p24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" name="Google Shape;1225;p24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CUSTOM_16">
    <p:spTree>
      <p:nvGrpSpPr>
        <p:cNvPr id="1226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p25"/>
          <p:cNvSpPr txBox="1"/>
          <p:nvPr>
            <p:ph type="title"/>
          </p:nvPr>
        </p:nvSpPr>
        <p:spPr>
          <a:xfrm>
            <a:off x="896100" y="1984450"/>
            <a:ext cx="3457200" cy="1292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cxnSp>
        <p:nvCxnSpPr>
          <p:cNvPr id="1228" name="Google Shape;1228;p25"/>
          <p:cNvCxnSpPr/>
          <p:nvPr/>
        </p:nvCxnSpPr>
        <p:spPr>
          <a:xfrm>
            <a:off x="1645925" y="523125"/>
            <a:ext cx="1672500" cy="126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29" name="Google Shape;1229;p25"/>
          <p:cNvCxnSpPr/>
          <p:nvPr/>
        </p:nvCxnSpPr>
        <p:spPr>
          <a:xfrm flipH="1" rot="10800000">
            <a:off x="803050" y="529675"/>
            <a:ext cx="829500" cy="743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30" name="Google Shape;1230;p25"/>
          <p:cNvCxnSpPr/>
          <p:nvPr/>
        </p:nvCxnSpPr>
        <p:spPr>
          <a:xfrm>
            <a:off x="0" y="65200"/>
            <a:ext cx="796500" cy="1188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231" name="Google Shape;1231;p25"/>
          <p:cNvGrpSpPr/>
          <p:nvPr/>
        </p:nvGrpSpPr>
        <p:grpSpPr>
          <a:xfrm flipH="1">
            <a:off x="499400" y="959675"/>
            <a:ext cx="581800" cy="582350"/>
            <a:chOff x="8064275" y="887850"/>
            <a:chExt cx="581800" cy="582350"/>
          </a:xfrm>
        </p:grpSpPr>
        <p:sp>
          <p:nvSpPr>
            <p:cNvPr id="1232" name="Google Shape;1232;p25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" name="Google Shape;1233;p25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" name="Google Shape;1234;p25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" name="Google Shape;1235;p25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6" name="Google Shape;1236;p25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7" name="Google Shape;1237;p25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8" name="Google Shape;1238;p25"/>
          <p:cNvGrpSpPr/>
          <p:nvPr/>
        </p:nvGrpSpPr>
        <p:grpSpPr>
          <a:xfrm flipH="1">
            <a:off x="1500400" y="388100"/>
            <a:ext cx="292025" cy="292575"/>
            <a:chOff x="7353050" y="316275"/>
            <a:chExt cx="292025" cy="292575"/>
          </a:xfrm>
        </p:grpSpPr>
        <p:sp>
          <p:nvSpPr>
            <p:cNvPr id="1239" name="Google Shape;1239;p25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0" name="Google Shape;1240;p25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" name="Google Shape;1241;p25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" name="Google Shape;1242;p25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43" name="Google Shape;1243;p25"/>
          <p:cNvSpPr/>
          <p:nvPr/>
        </p:nvSpPr>
        <p:spPr>
          <a:xfrm flipH="1">
            <a:off x="3166281" y="497632"/>
            <a:ext cx="288614" cy="288337"/>
          </a:xfrm>
          <a:custGeom>
            <a:rect b="b" l="l" r="r" t="t"/>
            <a:pathLst>
              <a:path extrusionOk="0" h="22893" w="22915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4" name="Google Shape;1244;p25"/>
          <p:cNvSpPr/>
          <p:nvPr/>
        </p:nvSpPr>
        <p:spPr>
          <a:xfrm flipH="1">
            <a:off x="3164039" y="495100"/>
            <a:ext cx="293111" cy="293388"/>
          </a:xfrm>
          <a:custGeom>
            <a:rect b="b" l="l" r="r" t="t"/>
            <a:pathLst>
              <a:path extrusionOk="0" h="23294" w="23272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5" name="Google Shape;1245;p25"/>
          <p:cNvSpPr/>
          <p:nvPr/>
        </p:nvSpPr>
        <p:spPr>
          <a:xfrm flipH="1">
            <a:off x="3202780" y="534134"/>
            <a:ext cx="215626" cy="215337"/>
          </a:xfrm>
          <a:custGeom>
            <a:rect b="b" l="l" r="r" t="t"/>
            <a:pathLst>
              <a:path extrusionOk="0" h="17097" w="1712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6" name="Google Shape;1246;p25"/>
          <p:cNvSpPr/>
          <p:nvPr/>
        </p:nvSpPr>
        <p:spPr>
          <a:xfrm flipH="1">
            <a:off x="3200525" y="531602"/>
            <a:ext cx="220123" cy="220400"/>
          </a:xfrm>
          <a:custGeom>
            <a:rect b="b" l="l" r="r" t="t"/>
            <a:pathLst>
              <a:path extrusionOk="0" h="17499" w="17477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7" name="Google Shape;1247;p25"/>
          <p:cNvSpPr/>
          <p:nvPr/>
        </p:nvSpPr>
        <p:spPr>
          <a:xfrm flipH="1">
            <a:off x="3242641" y="573709"/>
            <a:ext cx="136177" cy="136177"/>
          </a:xfrm>
          <a:custGeom>
            <a:rect b="b" l="l" r="r" t="t"/>
            <a:pathLst>
              <a:path extrusionOk="0" h="10812" w="10812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8" name="Google Shape;1248;p25"/>
          <p:cNvSpPr/>
          <p:nvPr/>
        </p:nvSpPr>
        <p:spPr>
          <a:xfrm flipH="1">
            <a:off x="3240109" y="571467"/>
            <a:ext cx="140951" cy="140674"/>
          </a:xfrm>
          <a:custGeom>
            <a:rect b="b" l="l" r="r" t="t"/>
            <a:pathLst>
              <a:path extrusionOk="0" h="11169" w="11191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49" name="Google Shape;1249;p25"/>
          <p:cNvGrpSpPr/>
          <p:nvPr/>
        </p:nvGrpSpPr>
        <p:grpSpPr>
          <a:xfrm flipH="1">
            <a:off x="3527112" y="361100"/>
            <a:ext cx="175013" cy="27000"/>
            <a:chOff x="5662375" y="212375"/>
            <a:chExt cx="175013" cy="27000"/>
          </a:xfrm>
        </p:grpSpPr>
        <p:sp>
          <p:nvSpPr>
            <p:cNvPr id="1250" name="Google Shape;1250;p25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" name="Google Shape;1251;p25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2" name="Google Shape;1252;p25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3" name="Google Shape;1253;p25"/>
          <p:cNvGrpSpPr/>
          <p:nvPr/>
        </p:nvGrpSpPr>
        <p:grpSpPr>
          <a:xfrm flipH="1">
            <a:off x="480412" y="242700"/>
            <a:ext cx="175013" cy="27000"/>
            <a:chOff x="5662375" y="212375"/>
            <a:chExt cx="175013" cy="27000"/>
          </a:xfrm>
        </p:grpSpPr>
        <p:sp>
          <p:nvSpPr>
            <p:cNvPr id="1254" name="Google Shape;1254;p25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5" name="Google Shape;1255;p25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6" name="Google Shape;1256;p25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7" name="Google Shape;1257;p25"/>
          <p:cNvGrpSpPr/>
          <p:nvPr/>
        </p:nvGrpSpPr>
        <p:grpSpPr>
          <a:xfrm flipH="1">
            <a:off x="901712" y="1653625"/>
            <a:ext cx="175013" cy="27000"/>
            <a:chOff x="5662375" y="212375"/>
            <a:chExt cx="175013" cy="27000"/>
          </a:xfrm>
        </p:grpSpPr>
        <p:sp>
          <p:nvSpPr>
            <p:cNvPr id="1258" name="Google Shape;1258;p25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9" name="Google Shape;1259;p25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0" name="Google Shape;1260;p25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1261" name="Google Shape;1261;p25"/>
          <p:cNvCxnSpPr/>
          <p:nvPr/>
        </p:nvCxnSpPr>
        <p:spPr>
          <a:xfrm>
            <a:off x="791400" y="4212400"/>
            <a:ext cx="1157100" cy="54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62" name="Google Shape;1262;p25"/>
          <p:cNvCxnSpPr/>
          <p:nvPr/>
        </p:nvCxnSpPr>
        <p:spPr>
          <a:xfrm flipH="1" rot="10800000">
            <a:off x="0" y="4220425"/>
            <a:ext cx="791400" cy="836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263" name="Google Shape;1263;p25"/>
          <p:cNvGrpSpPr/>
          <p:nvPr/>
        </p:nvGrpSpPr>
        <p:grpSpPr>
          <a:xfrm rot="10800000">
            <a:off x="499400" y="3940925"/>
            <a:ext cx="581800" cy="582350"/>
            <a:chOff x="8064275" y="887850"/>
            <a:chExt cx="581800" cy="582350"/>
          </a:xfrm>
        </p:grpSpPr>
        <p:sp>
          <p:nvSpPr>
            <p:cNvPr id="1264" name="Google Shape;1264;p25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5" name="Google Shape;1265;p25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6" name="Google Shape;1266;p25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7" name="Google Shape;1267;p25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8" name="Google Shape;1268;p25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9" name="Google Shape;1269;p25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0" name="Google Shape;1270;p25"/>
          <p:cNvGrpSpPr/>
          <p:nvPr/>
        </p:nvGrpSpPr>
        <p:grpSpPr>
          <a:xfrm rot="10800000">
            <a:off x="1819575" y="4586750"/>
            <a:ext cx="292025" cy="292575"/>
            <a:chOff x="7353050" y="316275"/>
            <a:chExt cx="292025" cy="292575"/>
          </a:xfrm>
        </p:grpSpPr>
        <p:sp>
          <p:nvSpPr>
            <p:cNvPr id="1271" name="Google Shape;1271;p25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2" name="Google Shape;1272;p25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3" name="Google Shape;1273;p25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4" name="Google Shape;1274;p25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5" name="Google Shape;1275;p25"/>
          <p:cNvGrpSpPr/>
          <p:nvPr/>
        </p:nvGrpSpPr>
        <p:grpSpPr>
          <a:xfrm rot="10800000">
            <a:off x="212525" y="4645550"/>
            <a:ext cx="175000" cy="175000"/>
            <a:chOff x="8792300" y="321275"/>
            <a:chExt cx="175000" cy="175000"/>
          </a:xfrm>
        </p:grpSpPr>
        <p:sp>
          <p:nvSpPr>
            <p:cNvPr id="1276" name="Google Shape;1276;p25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" name="Google Shape;1277;p25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" name="Google Shape;1278;p25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9" name="Google Shape;1279;p25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0" name="Google Shape;1280;p25"/>
          <p:cNvGrpSpPr/>
          <p:nvPr/>
        </p:nvGrpSpPr>
        <p:grpSpPr>
          <a:xfrm rot="10800000">
            <a:off x="480412" y="4852325"/>
            <a:ext cx="175013" cy="27000"/>
            <a:chOff x="5662375" y="212375"/>
            <a:chExt cx="175013" cy="27000"/>
          </a:xfrm>
        </p:grpSpPr>
        <p:sp>
          <p:nvSpPr>
            <p:cNvPr id="1281" name="Google Shape;1281;p25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2" name="Google Shape;1282;p25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3" name="Google Shape;1283;p25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4" name="Google Shape;1284;p25"/>
          <p:cNvGrpSpPr/>
          <p:nvPr/>
        </p:nvGrpSpPr>
        <p:grpSpPr>
          <a:xfrm rot="10800000">
            <a:off x="1054112" y="3898600"/>
            <a:ext cx="175013" cy="27000"/>
            <a:chOff x="5662375" y="212375"/>
            <a:chExt cx="175013" cy="27000"/>
          </a:xfrm>
        </p:grpSpPr>
        <p:sp>
          <p:nvSpPr>
            <p:cNvPr id="1285" name="Google Shape;1285;p25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6" name="Google Shape;1286;p25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7" name="Google Shape;1287;p25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CUSTOM_17">
    <p:spTree>
      <p:nvGrpSpPr>
        <p:cNvPr id="1288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Google Shape;1289;p26"/>
          <p:cNvSpPr txBox="1"/>
          <p:nvPr>
            <p:ph type="title"/>
          </p:nvPr>
        </p:nvSpPr>
        <p:spPr>
          <a:xfrm>
            <a:off x="723750" y="526925"/>
            <a:ext cx="7696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cxnSp>
        <p:nvCxnSpPr>
          <p:cNvPr id="1290" name="Google Shape;1290;p26"/>
          <p:cNvCxnSpPr/>
          <p:nvPr/>
        </p:nvCxnSpPr>
        <p:spPr>
          <a:xfrm rot="10800000">
            <a:off x="8109000" y="501275"/>
            <a:ext cx="737700" cy="73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91" name="Google Shape;1291;p26"/>
          <p:cNvCxnSpPr/>
          <p:nvPr/>
        </p:nvCxnSpPr>
        <p:spPr>
          <a:xfrm>
            <a:off x="582475" y="282188"/>
            <a:ext cx="1212900" cy="42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92" name="Google Shape;1292;p26"/>
          <p:cNvCxnSpPr/>
          <p:nvPr/>
        </p:nvCxnSpPr>
        <p:spPr>
          <a:xfrm flipH="1" rot="10800000">
            <a:off x="0" y="274188"/>
            <a:ext cx="582600" cy="654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293" name="Google Shape;1293;p26"/>
          <p:cNvGrpSpPr/>
          <p:nvPr/>
        </p:nvGrpSpPr>
        <p:grpSpPr>
          <a:xfrm flipH="1">
            <a:off x="423750" y="125363"/>
            <a:ext cx="292025" cy="292575"/>
            <a:chOff x="7353050" y="316275"/>
            <a:chExt cx="292025" cy="292575"/>
          </a:xfrm>
        </p:grpSpPr>
        <p:sp>
          <p:nvSpPr>
            <p:cNvPr id="1294" name="Google Shape;1294;p26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5" name="Google Shape;1295;p26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6" name="Google Shape;1296;p26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7" name="Google Shape;1297;p26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8" name="Google Shape;1298;p26"/>
          <p:cNvGrpSpPr/>
          <p:nvPr/>
        </p:nvGrpSpPr>
        <p:grpSpPr>
          <a:xfrm>
            <a:off x="1638739" y="558163"/>
            <a:ext cx="293111" cy="293388"/>
            <a:chOff x="3164039" y="430875"/>
            <a:chExt cx="293111" cy="293388"/>
          </a:xfrm>
        </p:grpSpPr>
        <p:sp>
          <p:nvSpPr>
            <p:cNvPr id="1299" name="Google Shape;1299;p26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0" name="Google Shape;1300;p26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1" name="Google Shape;1301;p26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2" name="Google Shape;1302;p26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3" name="Google Shape;1303;p26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4" name="Google Shape;1304;p26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05" name="Google Shape;1305;p26"/>
          <p:cNvGrpSpPr/>
          <p:nvPr/>
        </p:nvGrpSpPr>
        <p:grpSpPr>
          <a:xfrm>
            <a:off x="1591750" y="362600"/>
            <a:ext cx="175013" cy="27000"/>
            <a:chOff x="5662375" y="212375"/>
            <a:chExt cx="175013" cy="27000"/>
          </a:xfrm>
        </p:grpSpPr>
        <p:sp>
          <p:nvSpPr>
            <p:cNvPr id="1306" name="Google Shape;1306;p26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" name="Google Shape;1307;p26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" name="Google Shape;1308;p26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1309" name="Google Shape;1309;p26"/>
          <p:cNvCxnSpPr/>
          <p:nvPr/>
        </p:nvCxnSpPr>
        <p:spPr>
          <a:xfrm flipH="1">
            <a:off x="8151325" y="6875"/>
            <a:ext cx="1002600" cy="494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310" name="Google Shape;1310;p26"/>
          <p:cNvGrpSpPr/>
          <p:nvPr/>
        </p:nvGrpSpPr>
        <p:grpSpPr>
          <a:xfrm>
            <a:off x="7823875" y="202375"/>
            <a:ext cx="581800" cy="582350"/>
            <a:chOff x="8064275" y="887850"/>
            <a:chExt cx="581800" cy="582350"/>
          </a:xfrm>
        </p:grpSpPr>
        <p:sp>
          <p:nvSpPr>
            <p:cNvPr id="1311" name="Google Shape;1311;p26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" name="Google Shape;1312;p26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" name="Google Shape;1313;p26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" name="Google Shape;1314;p26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" name="Google Shape;1315;p26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6" name="Google Shape;1316;p26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17" name="Google Shape;1317;p26"/>
          <p:cNvGrpSpPr/>
          <p:nvPr/>
        </p:nvGrpSpPr>
        <p:grpSpPr>
          <a:xfrm flipH="1">
            <a:off x="8698650" y="1117488"/>
            <a:ext cx="292025" cy="292575"/>
            <a:chOff x="7353050" y="316275"/>
            <a:chExt cx="292025" cy="292575"/>
          </a:xfrm>
        </p:grpSpPr>
        <p:sp>
          <p:nvSpPr>
            <p:cNvPr id="1318" name="Google Shape;1318;p26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9" name="Google Shape;1319;p26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0" name="Google Shape;1320;p26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1" name="Google Shape;1321;p26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22" name="Google Shape;1322;p26"/>
          <p:cNvGrpSpPr/>
          <p:nvPr/>
        </p:nvGrpSpPr>
        <p:grpSpPr>
          <a:xfrm>
            <a:off x="8678350" y="1581800"/>
            <a:ext cx="175013" cy="27000"/>
            <a:chOff x="5662375" y="212375"/>
            <a:chExt cx="175013" cy="27000"/>
          </a:xfrm>
        </p:grpSpPr>
        <p:sp>
          <p:nvSpPr>
            <p:cNvPr id="1323" name="Google Shape;1323;p26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" name="Google Shape;1324;p26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5" name="Google Shape;1325;p26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18">
    <p:spTree>
      <p:nvGrpSpPr>
        <p:cNvPr id="1326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7" name="Google Shape;1327;p27"/>
          <p:cNvCxnSpPr/>
          <p:nvPr/>
        </p:nvCxnSpPr>
        <p:spPr>
          <a:xfrm rot="5400000">
            <a:off x="7269708" y="3324550"/>
            <a:ext cx="1133100" cy="306300"/>
          </a:xfrm>
          <a:prstGeom prst="straightConnector1">
            <a:avLst/>
          </a:prstGeom>
          <a:noFill/>
          <a:ln cap="flat" cmpd="sng" w="9525">
            <a:solidFill>
              <a:srgbClr val="1A2E35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28" name="Google Shape;1328;p27"/>
          <p:cNvCxnSpPr/>
          <p:nvPr/>
        </p:nvCxnSpPr>
        <p:spPr>
          <a:xfrm flipH="1" rot="-5400000">
            <a:off x="7181408" y="2082400"/>
            <a:ext cx="1342200" cy="315300"/>
          </a:xfrm>
          <a:prstGeom prst="straightConnector1">
            <a:avLst/>
          </a:prstGeom>
          <a:noFill/>
          <a:ln cap="flat" cmpd="sng" w="9525">
            <a:solidFill>
              <a:srgbClr val="1A2E35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29" name="Google Shape;1329;p27"/>
          <p:cNvCxnSpPr/>
          <p:nvPr/>
        </p:nvCxnSpPr>
        <p:spPr>
          <a:xfrm rot="5400000">
            <a:off x="7232433" y="736375"/>
            <a:ext cx="1332000" cy="392100"/>
          </a:xfrm>
          <a:prstGeom prst="straightConnector1">
            <a:avLst/>
          </a:prstGeom>
          <a:noFill/>
          <a:ln cap="flat" cmpd="sng" w="9525">
            <a:solidFill>
              <a:srgbClr val="1A2E35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30" name="Google Shape;1330;p27"/>
          <p:cNvCxnSpPr/>
          <p:nvPr/>
        </p:nvCxnSpPr>
        <p:spPr>
          <a:xfrm rot="5400000">
            <a:off x="8168433" y="-66600"/>
            <a:ext cx="273900" cy="407100"/>
          </a:xfrm>
          <a:prstGeom prst="straightConnector1">
            <a:avLst/>
          </a:prstGeom>
          <a:noFill/>
          <a:ln cap="flat" cmpd="sng" w="9525">
            <a:solidFill>
              <a:srgbClr val="1A2E35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331" name="Google Shape;1331;p27"/>
          <p:cNvGrpSpPr/>
          <p:nvPr/>
        </p:nvGrpSpPr>
        <p:grpSpPr>
          <a:xfrm flipH="1" rot="5400000">
            <a:off x="7407333" y="1284925"/>
            <a:ext cx="581800" cy="582350"/>
            <a:chOff x="8064275" y="887850"/>
            <a:chExt cx="581800" cy="582350"/>
          </a:xfrm>
        </p:grpSpPr>
        <p:sp>
          <p:nvSpPr>
            <p:cNvPr id="1332" name="Google Shape;1332;p27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" name="Google Shape;1333;p27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4" name="Google Shape;1334;p27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" name="Google Shape;1335;p27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" name="Google Shape;1336;p27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" name="Google Shape;1337;p27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38" name="Google Shape;1338;p27"/>
          <p:cNvGrpSpPr/>
          <p:nvPr/>
        </p:nvGrpSpPr>
        <p:grpSpPr>
          <a:xfrm flipH="1" rot="5400000">
            <a:off x="7869720" y="2754200"/>
            <a:ext cx="292025" cy="292575"/>
            <a:chOff x="7353050" y="316275"/>
            <a:chExt cx="292025" cy="292575"/>
          </a:xfrm>
        </p:grpSpPr>
        <p:sp>
          <p:nvSpPr>
            <p:cNvPr id="1339" name="Google Shape;1339;p27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0" name="Google Shape;1340;p27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1" name="Google Shape;1341;p27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2" name="Google Shape;1342;p27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3" name="Google Shape;1343;p27"/>
          <p:cNvGrpSpPr/>
          <p:nvPr/>
        </p:nvGrpSpPr>
        <p:grpSpPr>
          <a:xfrm flipH="1" rot="5400000">
            <a:off x="8012458" y="178175"/>
            <a:ext cx="175000" cy="175000"/>
            <a:chOff x="8792300" y="321275"/>
            <a:chExt cx="175000" cy="175000"/>
          </a:xfrm>
        </p:grpSpPr>
        <p:sp>
          <p:nvSpPr>
            <p:cNvPr id="1344" name="Google Shape;1344;p27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5" name="Google Shape;1345;p27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6" name="Google Shape;1346;p27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7" name="Google Shape;1347;p27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8" name="Google Shape;1348;p27"/>
          <p:cNvGrpSpPr/>
          <p:nvPr/>
        </p:nvGrpSpPr>
        <p:grpSpPr>
          <a:xfrm rot="5400000">
            <a:off x="7551683" y="3879926"/>
            <a:ext cx="293111" cy="293388"/>
            <a:chOff x="3164039" y="430875"/>
            <a:chExt cx="293111" cy="293388"/>
          </a:xfrm>
        </p:grpSpPr>
        <p:sp>
          <p:nvSpPr>
            <p:cNvPr id="1349" name="Google Shape;1349;p27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0" name="Google Shape;1350;p27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1" name="Google Shape;1351;p27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2" name="Google Shape;1352;p27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3" name="Google Shape;1353;p27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4" name="Google Shape;1354;p27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5" name="Google Shape;1355;p27"/>
          <p:cNvGrpSpPr/>
          <p:nvPr/>
        </p:nvGrpSpPr>
        <p:grpSpPr>
          <a:xfrm flipH="1" rot="5400000">
            <a:off x="8259052" y="323144"/>
            <a:ext cx="175013" cy="27000"/>
            <a:chOff x="5662375" y="212375"/>
            <a:chExt cx="175013" cy="27000"/>
          </a:xfrm>
        </p:grpSpPr>
        <p:sp>
          <p:nvSpPr>
            <p:cNvPr id="1356" name="Google Shape;1356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7" name="Google Shape;1357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8" name="Google Shape;1358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1359" name="Google Shape;1359;p27"/>
          <p:cNvCxnSpPr/>
          <p:nvPr/>
        </p:nvCxnSpPr>
        <p:spPr>
          <a:xfrm flipH="1" rot="5400000">
            <a:off x="740850" y="2598325"/>
            <a:ext cx="1672500" cy="126000"/>
          </a:xfrm>
          <a:prstGeom prst="straightConnector1">
            <a:avLst/>
          </a:prstGeom>
          <a:noFill/>
          <a:ln cap="flat" cmpd="sng" w="9525">
            <a:solidFill>
              <a:srgbClr val="1A2E35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60" name="Google Shape;1360;p27"/>
          <p:cNvCxnSpPr/>
          <p:nvPr/>
        </p:nvCxnSpPr>
        <p:spPr>
          <a:xfrm rot="-5400000">
            <a:off x="847100" y="3554000"/>
            <a:ext cx="829500" cy="743400"/>
          </a:xfrm>
          <a:prstGeom prst="straightConnector1">
            <a:avLst/>
          </a:prstGeom>
          <a:noFill/>
          <a:ln cap="flat" cmpd="sng" w="9525">
            <a:solidFill>
              <a:srgbClr val="1A2E35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61" name="Google Shape;1361;p27"/>
          <p:cNvCxnSpPr/>
          <p:nvPr/>
        </p:nvCxnSpPr>
        <p:spPr>
          <a:xfrm flipH="1" rot="5400000">
            <a:off x="1105775" y="4151250"/>
            <a:ext cx="796500" cy="1188000"/>
          </a:xfrm>
          <a:prstGeom prst="straightConnector1">
            <a:avLst/>
          </a:prstGeom>
          <a:noFill/>
          <a:ln cap="flat" cmpd="sng" w="9525">
            <a:solidFill>
              <a:srgbClr val="1A2E35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362" name="Google Shape;1362;p27"/>
          <p:cNvGrpSpPr/>
          <p:nvPr/>
        </p:nvGrpSpPr>
        <p:grpSpPr>
          <a:xfrm rot="5400000">
            <a:off x="621475" y="4062025"/>
            <a:ext cx="581800" cy="582350"/>
            <a:chOff x="8064275" y="887850"/>
            <a:chExt cx="581800" cy="582350"/>
          </a:xfrm>
        </p:grpSpPr>
        <p:sp>
          <p:nvSpPr>
            <p:cNvPr id="1363" name="Google Shape;1363;p27"/>
            <p:cNvSpPr/>
            <p:nvPr/>
          </p:nvSpPr>
          <p:spPr>
            <a:xfrm>
              <a:off x="8068750" y="892875"/>
              <a:ext cx="572875" cy="572325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" name="Google Shape;1364;p27"/>
            <p:cNvSpPr/>
            <p:nvPr/>
          </p:nvSpPr>
          <p:spPr>
            <a:xfrm>
              <a:off x="8064275" y="887850"/>
              <a:ext cx="581800" cy="582350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" name="Google Shape;1365;p27"/>
            <p:cNvSpPr/>
            <p:nvPr/>
          </p:nvSpPr>
          <p:spPr>
            <a:xfrm>
              <a:off x="8141175" y="965325"/>
              <a:ext cx="428000" cy="427425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" name="Google Shape;1366;p27"/>
            <p:cNvSpPr/>
            <p:nvPr/>
          </p:nvSpPr>
          <p:spPr>
            <a:xfrm>
              <a:off x="8136725" y="960300"/>
              <a:ext cx="436925" cy="437475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" name="Google Shape;1367;p27"/>
            <p:cNvSpPr/>
            <p:nvPr/>
          </p:nvSpPr>
          <p:spPr>
            <a:xfrm>
              <a:off x="8219750" y="1043875"/>
              <a:ext cx="270300" cy="270300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" name="Google Shape;1368;p27"/>
            <p:cNvSpPr/>
            <p:nvPr/>
          </p:nvSpPr>
          <p:spPr>
            <a:xfrm>
              <a:off x="8215300" y="1039425"/>
              <a:ext cx="279775" cy="279225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9" name="Google Shape;1369;p27"/>
          <p:cNvGrpSpPr/>
          <p:nvPr/>
        </p:nvGrpSpPr>
        <p:grpSpPr>
          <a:xfrm rot="5400000">
            <a:off x="1482825" y="3350800"/>
            <a:ext cx="292025" cy="292575"/>
            <a:chOff x="7353050" y="316275"/>
            <a:chExt cx="292025" cy="292575"/>
          </a:xfrm>
        </p:grpSpPr>
        <p:sp>
          <p:nvSpPr>
            <p:cNvPr id="1370" name="Google Shape;1370;p27"/>
            <p:cNvSpPr/>
            <p:nvPr/>
          </p:nvSpPr>
          <p:spPr>
            <a:xfrm>
              <a:off x="7358075" y="321275"/>
              <a:ext cx="282550" cy="282550"/>
            </a:xfrm>
            <a:custGeom>
              <a:rect b="b" l="l" r="r" t="t"/>
              <a:pathLst>
                <a:path extrusionOk="0" h="11302" w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" name="Google Shape;1371;p27"/>
            <p:cNvSpPr/>
            <p:nvPr/>
          </p:nvSpPr>
          <p:spPr>
            <a:xfrm>
              <a:off x="7353050" y="316275"/>
              <a:ext cx="292025" cy="292575"/>
            </a:xfrm>
            <a:custGeom>
              <a:rect b="b" l="l" r="r" t="t"/>
              <a:pathLst>
                <a:path extrusionOk="0" h="11703" w="11681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" name="Google Shape;1372;p27"/>
            <p:cNvSpPr/>
            <p:nvPr/>
          </p:nvSpPr>
          <p:spPr>
            <a:xfrm>
              <a:off x="7419925" y="383125"/>
              <a:ext cx="158275" cy="158300"/>
            </a:xfrm>
            <a:custGeom>
              <a:rect b="b" l="l" r="r" t="t"/>
              <a:pathLst>
                <a:path extrusionOk="0" h="6332" w="6331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3" name="Google Shape;1373;p27"/>
            <p:cNvSpPr/>
            <p:nvPr/>
          </p:nvSpPr>
          <p:spPr>
            <a:xfrm>
              <a:off x="7415475" y="378675"/>
              <a:ext cx="167750" cy="167775"/>
            </a:xfrm>
            <a:custGeom>
              <a:rect b="b" l="l" r="r" t="t"/>
              <a:pathLst>
                <a:path extrusionOk="0" h="6711" w="671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4" name="Google Shape;1374;p27"/>
          <p:cNvGrpSpPr/>
          <p:nvPr/>
        </p:nvGrpSpPr>
        <p:grpSpPr>
          <a:xfrm rot="5400000">
            <a:off x="1595125" y="4790325"/>
            <a:ext cx="175000" cy="175000"/>
            <a:chOff x="8792300" y="321275"/>
            <a:chExt cx="175000" cy="175000"/>
          </a:xfrm>
        </p:grpSpPr>
        <p:sp>
          <p:nvSpPr>
            <p:cNvPr id="1375" name="Google Shape;1375;p27"/>
            <p:cNvSpPr/>
            <p:nvPr/>
          </p:nvSpPr>
          <p:spPr>
            <a:xfrm>
              <a:off x="8796750" y="326300"/>
              <a:ext cx="166100" cy="165525"/>
            </a:xfrm>
            <a:custGeom>
              <a:rect b="b" l="l" r="r" t="t"/>
              <a:pathLst>
                <a:path extrusionOk="0" h="6621" w="6644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6" name="Google Shape;1376;p27"/>
            <p:cNvSpPr/>
            <p:nvPr/>
          </p:nvSpPr>
          <p:spPr>
            <a:xfrm>
              <a:off x="8792300" y="321275"/>
              <a:ext cx="175000" cy="175000"/>
            </a:xfrm>
            <a:custGeom>
              <a:rect b="b" l="l" r="r" t="t"/>
              <a:pathLst>
                <a:path extrusionOk="0" h="7000" w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7" name="Google Shape;1377;p27"/>
            <p:cNvSpPr/>
            <p:nvPr/>
          </p:nvSpPr>
          <p:spPr>
            <a:xfrm>
              <a:off x="8833525" y="362525"/>
              <a:ext cx="92550" cy="93075"/>
            </a:xfrm>
            <a:custGeom>
              <a:rect b="b" l="l" r="r" t="t"/>
              <a:pathLst>
                <a:path extrusionOk="0" h="3723" w="3702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8" name="Google Shape;1378;p27"/>
            <p:cNvSpPr/>
            <p:nvPr/>
          </p:nvSpPr>
          <p:spPr>
            <a:xfrm>
              <a:off x="8828525" y="358050"/>
              <a:ext cx="102550" cy="102000"/>
            </a:xfrm>
            <a:custGeom>
              <a:rect b="b" l="l" r="r" t="t"/>
              <a:pathLst>
                <a:path extrusionOk="0" h="4080" w="4102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79" name="Google Shape;1379;p27"/>
          <p:cNvSpPr/>
          <p:nvPr/>
        </p:nvSpPr>
        <p:spPr>
          <a:xfrm rot="5400000">
            <a:off x="1377117" y="1688743"/>
            <a:ext cx="288614" cy="288337"/>
          </a:xfrm>
          <a:custGeom>
            <a:rect b="b" l="l" r="r" t="t"/>
            <a:pathLst>
              <a:path extrusionOk="0" h="22893" w="22915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0" name="Google Shape;1380;p27"/>
          <p:cNvSpPr/>
          <p:nvPr/>
        </p:nvSpPr>
        <p:spPr>
          <a:xfrm rot="5400000">
            <a:off x="1374876" y="1686211"/>
            <a:ext cx="293111" cy="293388"/>
          </a:xfrm>
          <a:custGeom>
            <a:rect b="b" l="l" r="r" t="t"/>
            <a:pathLst>
              <a:path extrusionOk="0" h="23294" w="23272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1" name="Google Shape;1381;p27"/>
          <p:cNvSpPr/>
          <p:nvPr/>
        </p:nvSpPr>
        <p:spPr>
          <a:xfrm rot="5400000">
            <a:off x="1413610" y="1725239"/>
            <a:ext cx="215626" cy="215337"/>
          </a:xfrm>
          <a:custGeom>
            <a:rect b="b" l="l" r="r" t="t"/>
            <a:pathLst>
              <a:path extrusionOk="0" h="17097" w="1712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2" name="Google Shape;1382;p27"/>
          <p:cNvSpPr/>
          <p:nvPr/>
        </p:nvSpPr>
        <p:spPr>
          <a:xfrm rot="5400000">
            <a:off x="1411362" y="1722714"/>
            <a:ext cx="220123" cy="220400"/>
          </a:xfrm>
          <a:custGeom>
            <a:rect b="b" l="l" r="r" t="t"/>
            <a:pathLst>
              <a:path extrusionOk="0" h="17499" w="17477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3" name="Google Shape;1383;p27"/>
          <p:cNvSpPr/>
          <p:nvPr/>
        </p:nvSpPr>
        <p:spPr>
          <a:xfrm rot="5400000">
            <a:off x="1453339" y="1764682"/>
            <a:ext cx="136177" cy="136177"/>
          </a:xfrm>
          <a:custGeom>
            <a:rect b="b" l="l" r="r" t="t"/>
            <a:pathLst>
              <a:path extrusionOk="0" h="10812" w="10812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4" name="Google Shape;1384;p27"/>
          <p:cNvSpPr/>
          <p:nvPr/>
        </p:nvSpPr>
        <p:spPr>
          <a:xfrm rot="5400000">
            <a:off x="1450946" y="1762579"/>
            <a:ext cx="140951" cy="140674"/>
          </a:xfrm>
          <a:custGeom>
            <a:rect b="b" l="l" r="r" t="t"/>
            <a:pathLst>
              <a:path extrusionOk="0" h="11169" w="11191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5" name="Google Shape;1385;p27"/>
          <p:cNvGrpSpPr/>
          <p:nvPr/>
        </p:nvGrpSpPr>
        <p:grpSpPr>
          <a:xfrm rot="5400000">
            <a:off x="1701119" y="1515381"/>
            <a:ext cx="175013" cy="27000"/>
            <a:chOff x="5662375" y="212375"/>
            <a:chExt cx="175013" cy="27000"/>
          </a:xfrm>
        </p:grpSpPr>
        <p:sp>
          <p:nvSpPr>
            <p:cNvPr id="1386" name="Google Shape;1386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" name="Google Shape;1387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" name="Google Shape;1388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9" name="Google Shape;1389;p27"/>
          <p:cNvGrpSpPr/>
          <p:nvPr/>
        </p:nvGrpSpPr>
        <p:grpSpPr>
          <a:xfrm rot="5400000">
            <a:off x="1819519" y="4562081"/>
            <a:ext cx="175013" cy="27000"/>
            <a:chOff x="5662375" y="212375"/>
            <a:chExt cx="175013" cy="27000"/>
          </a:xfrm>
        </p:grpSpPr>
        <p:sp>
          <p:nvSpPr>
            <p:cNvPr id="1390" name="Google Shape;1390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" name="Google Shape;1391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" name="Google Shape;1392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93" name="Google Shape;1393;p27"/>
          <p:cNvGrpSpPr/>
          <p:nvPr/>
        </p:nvGrpSpPr>
        <p:grpSpPr>
          <a:xfrm rot="5400000">
            <a:off x="408594" y="4140781"/>
            <a:ext cx="175013" cy="27000"/>
            <a:chOff x="5662375" y="212375"/>
            <a:chExt cx="175013" cy="27000"/>
          </a:xfrm>
        </p:grpSpPr>
        <p:sp>
          <p:nvSpPr>
            <p:cNvPr id="1394" name="Google Shape;1394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" name="Google Shape;1395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" name="Google Shape;1396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2">
  <p:cSld name="CUSTOM_19">
    <p:spTree>
      <p:nvGrpSpPr>
        <p:cNvPr id="1397" name="Shape 1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8" name="Google Shape;1398;p28"/>
          <p:cNvGrpSpPr/>
          <p:nvPr/>
        </p:nvGrpSpPr>
        <p:grpSpPr>
          <a:xfrm>
            <a:off x="261711" y="-1158"/>
            <a:ext cx="8550326" cy="3981600"/>
            <a:chOff x="261711" y="-1158"/>
            <a:chExt cx="8550326" cy="3981600"/>
          </a:xfrm>
        </p:grpSpPr>
        <p:cxnSp>
          <p:nvCxnSpPr>
            <p:cNvPr id="1399" name="Google Shape;1399;p28"/>
            <p:cNvCxnSpPr/>
            <p:nvPr/>
          </p:nvCxnSpPr>
          <p:spPr>
            <a:xfrm>
              <a:off x="515925" y="-1158"/>
              <a:ext cx="0" cy="3981600"/>
            </a:xfrm>
            <a:prstGeom prst="straightConnector1">
              <a:avLst/>
            </a:prstGeom>
            <a:noFill/>
            <a:ln cap="flat" cmpd="sng" w="9525">
              <a:solidFill>
                <a:srgbClr val="59595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00" name="Google Shape;1400;p28"/>
            <p:cNvCxnSpPr/>
            <p:nvPr/>
          </p:nvCxnSpPr>
          <p:spPr>
            <a:xfrm>
              <a:off x="8666025" y="-1158"/>
              <a:ext cx="0" cy="1902000"/>
            </a:xfrm>
            <a:prstGeom prst="straightConnector1">
              <a:avLst/>
            </a:prstGeom>
            <a:noFill/>
            <a:ln cap="flat" cmpd="sng" w="9525">
              <a:solidFill>
                <a:srgbClr val="59595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1401" name="Google Shape;1401;p28"/>
            <p:cNvGrpSpPr/>
            <p:nvPr/>
          </p:nvGrpSpPr>
          <p:grpSpPr>
            <a:xfrm rot="10800000">
              <a:off x="343275" y="3300779"/>
              <a:ext cx="344736" cy="345385"/>
              <a:chOff x="7353050" y="316275"/>
              <a:chExt cx="292025" cy="292575"/>
            </a:xfrm>
          </p:grpSpPr>
          <p:sp>
            <p:nvSpPr>
              <p:cNvPr id="1402" name="Google Shape;1402;p2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3" name="Google Shape;1403;p2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4" name="Google Shape;1404;p2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5" name="Google Shape;1405;p2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06" name="Google Shape;1406;p28"/>
            <p:cNvGrpSpPr/>
            <p:nvPr/>
          </p:nvGrpSpPr>
          <p:grpSpPr>
            <a:xfrm rot="10800000">
              <a:off x="8520013" y="714742"/>
              <a:ext cx="292025" cy="292575"/>
              <a:chOff x="7353050" y="316275"/>
              <a:chExt cx="292025" cy="292575"/>
            </a:xfrm>
          </p:grpSpPr>
          <p:sp>
            <p:nvSpPr>
              <p:cNvPr id="1407" name="Google Shape;1407;p2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8" name="Google Shape;1408;p2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9" name="Google Shape;1409;p2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0" name="Google Shape;1410;p2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11" name="Google Shape;1411;p28"/>
            <p:cNvGrpSpPr/>
            <p:nvPr/>
          </p:nvGrpSpPr>
          <p:grpSpPr>
            <a:xfrm rot="10800000">
              <a:off x="261711" y="465077"/>
              <a:ext cx="507562" cy="507984"/>
              <a:chOff x="8064275" y="887850"/>
              <a:chExt cx="581800" cy="582350"/>
            </a:xfrm>
          </p:grpSpPr>
          <p:sp>
            <p:nvSpPr>
              <p:cNvPr id="1412" name="Google Shape;1412;p2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3" name="Google Shape;1413;p2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4" name="Google Shape;1414;p2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5" name="Google Shape;1415;p2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6" name="Google Shape;1416;p2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7" name="Google Shape;1417;p2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3">
  <p:cSld name="CUSTOM_20">
    <p:spTree>
      <p:nvGrpSpPr>
        <p:cNvPr id="1418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9" name="Google Shape;1419;p29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420" name="Google Shape;1420;p29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cap="flat" cmpd="sng" w="9525">
              <a:solidFill>
                <a:srgbClr val="59595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1421" name="Google Shape;1421;p29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422" name="Google Shape;1422;p29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3" name="Google Shape;1423;p29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4" name="Google Shape;1424;p29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5" name="Google Shape;1425;p29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6" name="Google Shape;1426;p29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7" name="Google Shape;1427;p29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28" name="Google Shape;1428;p29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429" name="Google Shape;1429;p29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0" name="Google Shape;1430;p29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1" name="Google Shape;1431;p29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2" name="Google Shape;1432;p29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33" name="Google Shape;1433;p29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434" name="Google Shape;1434;p29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5" name="Google Shape;1435;p29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6" name="Google Shape;1436;p29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7" name="Google Shape;1437;p29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1438" name="Google Shape;1438;p29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cap="flat" cmpd="sng" w="9525">
              <a:solidFill>
                <a:srgbClr val="59595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1439" name="Google Shape;1439;p29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1440" name="Google Shape;1440;p29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1" name="Google Shape;1441;p29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2" name="Google Shape;1442;p29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3" name="Google Shape;1443;p29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4" name="Google Shape;1444;p29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5" name="Google Shape;1445;p29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46" name="Google Shape;1446;p29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1447" name="Google Shape;1447;p29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8" name="Google Shape;1448;p29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9" name="Google Shape;1449;p29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0" name="Google Shape;1450;p29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51" name="Google Shape;1451;p29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1452" name="Google Shape;1452;p29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3" name="Google Shape;1453;p29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4" name="Google Shape;1454;p29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5" name="Google Shape;1455;p29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56" name="Google Shape;1456;p29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1457" name="Google Shape;1457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8" name="Google Shape;1458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9" name="Google Shape;1459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60" name="Google Shape;1460;p29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1461" name="Google Shape;1461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2" name="Google Shape;1462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3" name="Google Shape;1463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64" name="Google Shape;1464;p29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1465" name="Google Shape;1465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6" name="Google Shape;1466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7" name="Google Shape;1467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68" name="Google Shape;1468;p29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469" name="Google Shape;1469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0" name="Google Shape;1470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1" name="Google Shape;1471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1472" name="Google Shape;1472;p29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cap="flat" cmpd="sng" w="9525">
              <a:solidFill>
                <a:srgbClr val="59595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73" name="Google Shape;1473;p29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cap="flat" cmpd="sng" w="9525">
              <a:solidFill>
                <a:srgbClr val="59595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474" name="Google Shape;1474;p29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rgbClr val="595959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5" name="Google Shape;1475;p29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rgbClr val="595959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6" name="Google Shape;1476;p29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rgbClr val="595959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7" name="Google Shape;1477;p29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rgbClr val="595959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4">
  <p:cSld name="CUSTOM_21">
    <p:spTree>
      <p:nvGrpSpPr>
        <p:cNvPr id="1478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9" name="Google Shape;1479;p30"/>
          <p:cNvGrpSpPr/>
          <p:nvPr/>
        </p:nvGrpSpPr>
        <p:grpSpPr>
          <a:xfrm>
            <a:off x="-6867" y="-6625"/>
            <a:ext cx="9152342" cy="5102050"/>
            <a:chOff x="-6867" y="-6625"/>
            <a:chExt cx="9152342" cy="5102050"/>
          </a:xfrm>
        </p:grpSpPr>
        <p:cxnSp>
          <p:nvCxnSpPr>
            <p:cNvPr id="1480" name="Google Shape;1480;p30"/>
            <p:cNvCxnSpPr/>
            <p:nvPr/>
          </p:nvCxnSpPr>
          <p:spPr>
            <a:xfrm>
              <a:off x="2904283" y="4513075"/>
              <a:ext cx="1133100" cy="306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81" name="Google Shape;1481;p30"/>
            <p:cNvCxnSpPr/>
            <p:nvPr/>
          </p:nvCxnSpPr>
          <p:spPr>
            <a:xfrm flipH="1" rot="10800000">
              <a:off x="1562083" y="4492325"/>
              <a:ext cx="1342200" cy="315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82" name="Google Shape;1482;p30"/>
            <p:cNvCxnSpPr/>
            <p:nvPr/>
          </p:nvCxnSpPr>
          <p:spPr>
            <a:xfrm>
              <a:off x="259558" y="4408000"/>
              <a:ext cx="1332000" cy="3921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83" name="Google Shape;1483;p30"/>
            <p:cNvCxnSpPr/>
            <p:nvPr/>
          </p:nvCxnSpPr>
          <p:spPr>
            <a:xfrm>
              <a:off x="-6867" y="3993550"/>
              <a:ext cx="273900" cy="4071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1484" name="Google Shape;1484;p30"/>
            <p:cNvGrpSpPr/>
            <p:nvPr/>
          </p:nvGrpSpPr>
          <p:grpSpPr>
            <a:xfrm flipH="1">
              <a:off x="1278333" y="4513075"/>
              <a:ext cx="581800" cy="582350"/>
              <a:chOff x="8064275" y="887850"/>
              <a:chExt cx="581800" cy="582350"/>
            </a:xfrm>
          </p:grpSpPr>
          <p:sp>
            <p:nvSpPr>
              <p:cNvPr id="1485" name="Google Shape;1485;p30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6" name="Google Shape;1486;p30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7" name="Google Shape;1487;p30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8" name="Google Shape;1488;p30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9" name="Google Shape;1489;p30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0" name="Google Shape;1490;p30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91" name="Google Shape;1491;p30"/>
            <p:cNvGrpSpPr/>
            <p:nvPr/>
          </p:nvGrpSpPr>
          <p:grpSpPr>
            <a:xfrm flipH="1">
              <a:off x="2747608" y="4340463"/>
              <a:ext cx="292025" cy="292575"/>
              <a:chOff x="7353050" y="316275"/>
              <a:chExt cx="292025" cy="292575"/>
            </a:xfrm>
          </p:grpSpPr>
          <p:sp>
            <p:nvSpPr>
              <p:cNvPr id="1492" name="Google Shape;1492;p30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3" name="Google Shape;1493;p30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4" name="Google Shape;1494;p30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5" name="Google Shape;1495;p30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96" name="Google Shape;1496;p30"/>
            <p:cNvGrpSpPr/>
            <p:nvPr/>
          </p:nvGrpSpPr>
          <p:grpSpPr>
            <a:xfrm flipH="1">
              <a:off x="171308" y="4315025"/>
              <a:ext cx="175000" cy="175000"/>
              <a:chOff x="8792300" y="321275"/>
              <a:chExt cx="175000" cy="175000"/>
            </a:xfrm>
          </p:grpSpPr>
          <p:sp>
            <p:nvSpPr>
              <p:cNvPr id="1497" name="Google Shape;1497;p30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8" name="Google Shape;1498;p30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9" name="Google Shape;1499;p30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0" name="Google Shape;1500;p30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01" name="Google Shape;1501;p30"/>
            <p:cNvGrpSpPr/>
            <p:nvPr/>
          </p:nvGrpSpPr>
          <p:grpSpPr>
            <a:xfrm>
              <a:off x="3873197" y="4657550"/>
              <a:ext cx="293111" cy="293388"/>
              <a:chOff x="3164039" y="430875"/>
              <a:chExt cx="293111" cy="293388"/>
            </a:xfrm>
          </p:grpSpPr>
          <p:sp>
            <p:nvSpPr>
              <p:cNvPr id="1502" name="Google Shape;1502;p30"/>
              <p:cNvSpPr/>
              <p:nvPr/>
            </p:nvSpPr>
            <p:spPr>
              <a:xfrm flipH="1">
                <a:off x="3166281" y="433407"/>
                <a:ext cx="288614" cy="288337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3" name="Google Shape;1503;p30"/>
              <p:cNvSpPr/>
              <p:nvPr/>
            </p:nvSpPr>
            <p:spPr>
              <a:xfrm flipH="1">
                <a:off x="3164039" y="430875"/>
                <a:ext cx="293111" cy="293388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4" name="Google Shape;1504;p30"/>
              <p:cNvSpPr/>
              <p:nvPr/>
            </p:nvSpPr>
            <p:spPr>
              <a:xfrm flipH="1">
                <a:off x="3202780" y="469909"/>
                <a:ext cx="215626" cy="215337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5" name="Google Shape;1505;p30"/>
              <p:cNvSpPr/>
              <p:nvPr/>
            </p:nvSpPr>
            <p:spPr>
              <a:xfrm flipH="1">
                <a:off x="3200525" y="467377"/>
                <a:ext cx="220123" cy="220400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6" name="Google Shape;1506;p30"/>
              <p:cNvSpPr/>
              <p:nvPr/>
            </p:nvSpPr>
            <p:spPr>
              <a:xfrm flipH="1">
                <a:off x="3242641" y="509484"/>
                <a:ext cx="136177" cy="136177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7" name="Google Shape;1507;p30"/>
              <p:cNvSpPr/>
              <p:nvPr/>
            </p:nvSpPr>
            <p:spPr>
              <a:xfrm flipH="1">
                <a:off x="3240109" y="507242"/>
                <a:ext cx="140951" cy="140674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08" name="Google Shape;1508;p30"/>
            <p:cNvGrpSpPr/>
            <p:nvPr/>
          </p:nvGrpSpPr>
          <p:grpSpPr>
            <a:xfrm flipH="1">
              <a:off x="242270" y="4142425"/>
              <a:ext cx="175013" cy="27000"/>
              <a:chOff x="5662375" y="212375"/>
              <a:chExt cx="175013" cy="27000"/>
            </a:xfrm>
          </p:grpSpPr>
          <p:sp>
            <p:nvSpPr>
              <p:cNvPr id="1509" name="Google Shape;1509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0" name="Google Shape;1510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1" name="Google Shape;1511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1512" name="Google Shape;1512;p30"/>
            <p:cNvCxnSpPr/>
            <p:nvPr/>
          </p:nvCxnSpPr>
          <p:spPr>
            <a:xfrm rot="10800000">
              <a:off x="5995050" y="226600"/>
              <a:ext cx="1504500" cy="22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513" name="Google Shape;1513;p30"/>
            <p:cNvCxnSpPr/>
            <p:nvPr/>
          </p:nvCxnSpPr>
          <p:spPr>
            <a:xfrm rot="10800000">
              <a:off x="7512925" y="457850"/>
              <a:ext cx="829500" cy="743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514" name="Google Shape;1514;p30"/>
            <p:cNvCxnSpPr/>
            <p:nvPr/>
          </p:nvCxnSpPr>
          <p:spPr>
            <a:xfrm flipH="1">
              <a:off x="8348975" y="-6625"/>
              <a:ext cx="796500" cy="11880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1515" name="Google Shape;1515;p30"/>
            <p:cNvGrpSpPr/>
            <p:nvPr/>
          </p:nvGrpSpPr>
          <p:grpSpPr>
            <a:xfrm>
              <a:off x="8064275" y="1040250"/>
              <a:ext cx="581800" cy="582350"/>
              <a:chOff x="8064275" y="887850"/>
              <a:chExt cx="581800" cy="582350"/>
            </a:xfrm>
          </p:grpSpPr>
          <p:sp>
            <p:nvSpPr>
              <p:cNvPr id="1516" name="Google Shape;1516;p30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7" name="Google Shape;1517;p30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8" name="Google Shape;1518;p30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9" name="Google Shape;1519;p30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0" name="Google Shape;1520;p30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1" name="Google Shape;1521;p30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22" name="Google Shape;1522;p30"/>
            <p:cNvGrpSpPr/>
            <p:nvPr/>
          </p:nvGrpSpPr>
          <p:grpSpPr>
            <a:xfrm>
              <a:off x="7353050" y="316275"/>
              <a:ext cx="292025" cy="292575"/>
              <a:chOff x="7353050" y="316275"/>
              <a:chExt cx="292025" cy="292575"/>
            </a:xfrm>
          </p:grpSpPr>
          <p:sp>
            <p:nvSpPr>
              <p:cNvPr id="1523" name="Google Shape;1523;p30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4" name="Google Shape;1524;p30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5" name="Google Shape;1525;p30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6" name="Google Shape;1526;p30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27" name="Google Shape;1527;p30"/>
            <p:cNvGrpSpPr/>
            <p:nvPr/>
          </p:nvGrpSpPr>
          <p:grpSpPr>
            <a:xfrm>
              <a:off x="8792300" y="321275"/>
              <a:ext cx="175000" cy="175000"/>
              <a:chOff x="8792300" y="321275"/>
              <a:chExt cx="175000" cy="175000"/>
            </a:xfrm>
          </p:grpSpPr>
          <p:sp>
            <p:nvSpPr>
              <p:cNvPr id="1528" name="Google Shape;1528;p30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9" name="Google Shape;1529;p30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0" name="Google Shape;1530;p30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1" name="Google Shape;1531;p30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532" name="Google Shape;1532;p30"/>
            <p:cNvSpPr/>
            <p:nvPr/>
          </p:nvSpPr>
          <p:spPr>
            <a:xfrm>
              <a:off x="5829305" y="687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3" name="Google Shape;1533;p30"/>
            <p:cNvSpPr/>
            <p:nvPr/>
          </p:nvSpPr>
          <p:spPr>
            <a:xfrm>
              <a:off x="5827050" y="661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4" name="Google Shape;1534;p30"/>
            <p:cNvSpPr/>
            <p:nvPr/>
          </p:nvSpPr>
          <p:spPr>
            <a:xfrm>
              <a:off x="5865794" y="1052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5" name="Google Shape;1535;p30"/>
            <p:cNvSpPr/>
            <p:nvPr/>
          </p:nvSpPr>
          <p:spPr>
            <a:xfrm>
              <a:off x="5863552" y="1026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6" name="Google Shape;1536;p30"/>
            <p:cNvSpPr/>
            <p:nvPr/>
          </p:nvSpPr>
          <p:spPr>
            <a:xfrm>
              <a:off x="5905382" y="1447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7" name="Google Shape;1537;p30"/>
            <p:cNvSpPr/>
            <p:nvPr/>
          </p:nvSpPr>
          <p:spPr>
            <a:xfrm>
              <a:off x="5903140" y="1425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538" name="Google Shape;1538;p30"/>
            <p:cNvGrpSpPr/>
            <p:nvPr/>
          </p:nvGrpSpPr>
          <p:grpSpPr>
            <a:xfrm>
              <a:off x="8490050" y="170875"/>
              <a:ext cx="175013" cy="27000"/>
              <a:chOff x="5662375" y="212375"/>
              <a:chExt cx="175013" cy="27000"/>
            </a:xfrm>
          </p:grpSpPr>
          <p:sp>
            <p:nvSpPr>
              <p:cNvPr id="1539" name="Google Shape;1539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0" name="Google Shape;1540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1" name="Google Shape;1541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42" name="Google Shape;1542;p30"/>
            <p:cNvGrpSpPr/>
            <p:nvPr/>
          </p:nvGrpSpPr>
          <p:grpSpPr>
            <a:xfrm>
              <a:off x="8678350" y="1658000"/>
              <a:ext cx="175013" cy="27000"/>
              <a:chOff x="5662375" y="212375"/>
              <a:chExt cx="175013" cy="27000"/>
            </a:xfrm>
          </p:grpSpPr>
          <p:sp>
            <p:nvSpPr>
              <p:cNvPr id="1543" name="Google Shape;1543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4" name="Google Shape;1544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5" name="Google Shape;1545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2">
  <p:cSld name="CUSTOM_22">
    <p:spTree>
      <p:nvGrpSpPr>
        <p:cNvPr id="1546" name="Shape 1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7" name="Google Shape;1547;p31"/>
          <p:cNvGrpSpPr/>
          <p:nvPr/>
        </p:nvGrpSpPr>
        <p:grpSpPr>
          <a:xfrm>
            <a:off x="1349626" y="598417"/>
            <a:ext cx="6453730" cy="3631136"/>
            <a:chOff x="365750" y="1285025"/>
            <a:chExt cx="6934275" cy="3315500"/>
          </a:xfrm>
        </p:grpSpPr>
        <p:sp>
          <p:nvSpPr>
            <p:cNvPr id="1548" name="Google Shape;1548;p31"/>
            <p:cNvSpPr/>
            <p:nvPr/>
          </p:nvSpPr>
          <p:spPr>
            <a:xfrm>
              <a:off x="365750" y="1285025"/>
              <a:ext cx="6934275" cy="3315500"/>
            </a:xfrm>
            <a:custGeom>
              <a:rect b="b" l="l" r="r" t="t"/>
              <a:pathLst>
                <a:path extrusionOk="0" h="132620" w="277371">
                  <a:moveTo>
                    <a:pt x="139292" y="1"/>
                  </a:moveTo>
                  <a:cubicBezTo>
                    <a:pt x="131931" y="1"/>
                    <a:pt x="124510" y="530"/>
                    <a:pt x="116820" y="2020"/>
                  </a:cubicBezTo>
                  <a:cubicBezTo>
                    <a:pt x="97286" y="5794"/>
                    <a:pt x="78528" y="13563"/>
                    <a:pt x="62212" y="24940"/>
                  </a:cubicBezTo>
                  <a:cubicBezTo>
                    <a:pt x="40180" y="40312"/>
                    <a:pt x="16039" y="63953"/>
                    <a:pt x="5883" y="89204"/>
                  </a:cubicBezTo>
                  <a:cubicBezTo>
                    <a:pt x="2054" y="98638"/>
                    <a:pt x="1" y="109904"/>
                    <a:pt x="5162" y="118672"/>
                  </a:cubicBezTo>
                  <a:cubicBezTo>
                    <a:pt x="10878" y="128329"/>
                    <a:pt x="23309" y="131547"/>
                    <a:pt x="34519" y="132324"/>
                  </a:cubicBezTo>
                  <a:cubicBezTo>
                    <a:pt x="37485" y="132528"/>
                    <a:pt x="40447" y="132620"/>
                    <a:pt x="43408" y="132620"/>
                  </a:cubicBezTo>
                  <a:cubicBezTo>
                    <a:pt x="64717" y="132620"/>
                    <a:pt x="85919" y="127832"/>
                    <a:pt x="107164" y="125054"/>
                  </a:cubicBezTo>
                  <a:cubicBezTo>
                    <a:pt x="121795" y="123154"/>
                    <a:pt x="136548" y="122208"/>
                    <a:pt x="151300" y="122208"/>
                  </a:cubicBezTo>
                  <a:cubicBezTo>
                    <a:pt x="172303" y="122208"/>
                    <a:pt x="193303" y="124126"/>
                    <a:pt x="213939" y="127940"/>
                  </a:cubicBezTo>
                  <a:cubicBezTo>
                    <a:pt x="222522" y="129553"/>
                    <a:pt x="231673" y="131360"/>
                    <a:pt x="240407" y="131360"/>
                  </a:cubicBezTo>
                  <a:cubicBezTo>
                    <a:pt x="248501" y="131360"/>
                    <a:pt x="256237" y="129808"/>
                    <a:pt x="262831" y="125110"/>
                  </a:cubicBezTo>
                  <a:cubicBezTo>
                    <a:pt x="276372" y="115454"/>
                    <a:pt x="277371" y="99138"/>
                    <a:pt x="274429" y="84431"/>
                  </a:cubicBezTo>
                  <a:cubicBezTo>
                    <a:pt x="271488" y="69670"/>
                    <a:pt x="264329" y="59902"/>
                    <a:pt x="257059" y="47305"/>
                  </a:cubicBezTo>
                  <a:cubicBezTo>
                    <a:pt x="252786" y="39868"/>
                    <a:pt x="247736" y="33098"/>
                    <a:pt x="241798" y="27215"/>
                  </a:cubicBezTo>
                  <a:cubicBezTo>
                    <a:pt x="234972" y="20500"/>
                    <a:pt x="226925" y="14951"/>
                    <a:pt x="217768" y="11177"/>
                  </a:cubicBezTo>
                  <a:cubicBezTo>
                    <a:pt x="203783" y="5350"/>
                    <a:pt x="188521" y="3407"/>
                    <a:pt x="173482" y="2186"/>
                  </a:cubicBezTo>
                  <a:cubicBezTo>
                    <a:pt x="161726" y="1246"/>
                    <a:pt x="150579" y="1"/>
                    <a:pt x="13929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9" name="Google Shape;1549;p31"/>
            <p:cNvSpPr/>
            <p:nvPr/>
          </p:nvSpPr>
          <p:spPr>
            <a:xfrm>
              <a:off x="417100" y="1285575"/>
              <a:ext cx="6842700" cy="3314500"/>
            </a:xfrm>
            <a:custGeom>
              <a:rect b="b" l="l" r="r" t="t"/>
              <a:pathLst>
                <a:path extrusionOk="0" h="132580" w="273708">
                  <a:moveTo>
                    <a:pt x="137298" y="0"/>
                  </a:moveTo>
                  <a:cubicBezTo>
                    <a:pt x="129917" y="0"/>
                    <a:pt x="122480" y="500"/>
                    <a:pt x="114766" y="1998"/>
                  </a:cubicBezTo>
                  <a:cubicBezTo>
                    <a:pt x="95232" y="5772"/>
                    <a:pt x="76474" y="13541"/>
                    <a:pt x="60158" y="24918"/>
                  </a:cubicBezTo>
                  <a:cubicBezTo>
                    <a:pt x="38126" y="40290"/>
                    <a:pt x="13985" y="63931"/>
                    <a:pt x="3829" y="89182"/>
                  </a:cubicBezTo>
                  <a:cubicBezTo>
                    <a:pt x="1609" y="94621"/>
                    <a:pt x="0" y="100614"/>
                    <a:pt x="56" y="106386"/>
                  </a:cubicBezTo>
                  <a:cubicBezTo>
                    <a:pt x="56" y="110715"/>
                    <a:pt x="943" y="114877"/>
                    <a:pt x="3108" y="118650"/>
                  </a:cubicBezTo>
                  <a:cubicBezTo>
                    <a:pt x="8824" y="128307"/>
                    <a:pt x="21255" y="131525"/>
                    <a:pt x="32465" y="132302"/>
                  </a:cubicBezTo>
                  <a:cubicBezTo>
                    <a:pt x="35407" y="132469"/>
                    <a:pt x="38403" y="132580"/>
                    <a:pt x="41345" y="132580"/>
                  </a:cubicBezTo>
                  <a:cubicBezTo>
                    <a:pt x="62655" y="132580"/>
                    <a:pt x="83855" y="127807"/>
                    <a:pt x="105110" y="125032"/>
                  </a:cubicBezTo>
                  <a:cubicBezTo>
                    <a:pt x="119761" y="123146"/>
                    <a:pt x="134523" y="122202"/>
                    <a:pt x="149340" y="122202"/>
                  </a:cubicBezTo>
                  <a:cubicBezTo>
                    <a:pt x="170318" y="122202"/>
                    <a:pt x="191240" y="124089"/>
                    <a:pt x="211885" y="127918"/>
                  </a:cubicBezTo>
                  <a:cubicBezTo>
                    <a:pt x="220486" y="129528"/>
                    <a:pt x="229643" y="131359"/>
                    <a:pt x="238412" y="131359"/>
                  </a:cubicBezTo>
                  <a:cubicBezTo>
                    <a:pt x="246459" y="131359"/>
                    <a:pt x="254173" y="129805"/>
                    <a:pt x="260777" y="125088"/>
                  </a:cubicBezTo>
                  <a:cubicBezTo>
                    <a:pt x="270433" y="118206"/>
                    <a:pt x="273707" y="107884"/>
                    <a:pt x="273707" y="97229"/>
                  </a:cubicBezTo>
                  <a:cubicBezTo>
                    <a:pt x="273707" y="92956"/>
                    <a:pt x="273208" y="88627"/>
                    <a:pt x="272375" y="84409"/>
                  </a:cubicBezTo>
                  <a:cubicBezTo>
                    <a:pt x="269434" y="69648"/>
                    <a:pt x="262275" y="59880"/>
                    <a:pt x="255005" y="47283"/>
                  </a:cubicBezTo>
                  <a:cubicBezTo>
                    <a:pt x="250732" y="39846"/>
                    <a:pt x="245682" y="33076"/>
                    <a:pt x="239744" y="27193"/>
                  </a:cubicBezTo>
                  <a:cubicBezTo>
                    <a:pt x="232918" y="20478"/>
                    <a:pt x="224871" y="14929"/>
                    <a:pt x="215714" y="11155"/>
                  </a:cubicBezTo>
                  <a:cubicBezTo>
                    <a:pt x="201729" y="5328"/>
                    <a:pt x="186467" y="3385"/>
                    <a:pt x="171428" y="2164"/>
                  </a:cubicBezTo>
                  <a:cubicBezTo>
                    <a:pt x="159663" y="1221"/>
                    <a:pt x="148563" y="0"/>
                    <a:pt x="1372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50" name="Google Shape;1550;p31"/>
          <p:cNvSpPr txBox="1"/>
          <p:nvPr>
            <p:ph type="title"/>
          </p:nvPr>
        </p:nvSpPr>
        <p:spPr>
          <a:xfrm>
            <a:off x="2624328" y="1018528"/>
            <a:ext cx="3904500" cy="190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grpSp>
        <p:nvGrpSpPr>
          <p:cNvPr id="1551" name="Google Shape;1551;p31"/>
          <p:cNvGrpSpPr/>
          <p:nvPr/>
        </p:nvGrpSpPr>
        <p:grpSpPr>
          <a:xfrm>
            <a:off x="-6867" y="-6625"/>
            <a:ext cx="9152342" cy="5102050"/>
            <a:chOff x="-6867" y="-6625"/>
            <a:chExt cx="9152342" cy="5102050"/>
          </a:xfrm>
        </p:grpSpPr>
        <p:cxnSp>
          <p:nvCxnSpPr>
            <p:cNvPr id="1552" name="Google Shape;1552;p31"/>
            <p:cNvCxnSpPr/>
            <p:nvPr/>
          </p:nvCxnSpPr>
          <p:spPr>
            <a:xfrm>
              <a:off x="2904283" y="4513075"/>
              <a:ext cx="1133100" cy="306300"/>
            </a:xfrm>
            <a:prstGeom prst="straightConnector1">
              <a:avLst/>
            </a:prstGeom>
            <a:noFill/>
            <a:ln cap="flat" cmpd="sng" w="9525">
              <a:solidFill>
                <a:srgbClr val="59595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553" name="Google Shape;1553;p31"/>
            <p:cNvCxnSpPr/>
            <p:nvPr/>
          </p:nvCxnSpPr>
          <p:spPr>
            <a:xfrm flipH="1" rot="10800000">
              <a:off x="1562083" y="4492325"/>
              <a:ext cx="1342200" cy="315300"/>
            </a:xfrm>
            <a:prstGeom prst="straightConnector1">
              <a:avLst/>
            </a:prstGeom>
            <a:noFill/>
            <a:ln cap="flat" cmpd="sng" w="9525">
              <a:solidFill>
                <a:srgbClr val="59595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554" name="Google Shape;1554;p31"/>
            <p:cNvCxnSpPr/>
            <p:nvPr/>
          </p:nvCxnSpPr>
          <p:spPr>
            <a:xfrm>
              <a:off x="259558" y="4408000"/>
              <a:ext cx="1332000" cy="392100"/>
            </a:xfrm>
            <a:prstGeom prst="straightConnector1">
              <a:avLst/>
            </a:prstGeom>
            <a:noFill/>
            <a:ln cap="flat" cmpd="sng" w="9525">
              <a:solidFill>
                <a:srgbClr val="59595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555" name="Google Shape;1555;p31"/>
            <p:cNvCxnSpPr/>
            <p:nvPr/>
          </p:nvCxnSpPr>
          <p:spPr>
            <a:xfrm>
              <a:off x="-6867" y="3993550"/>
              <a:ext cx="273900" cy="407100"/>
            </a:xfrm>
            <a:prstGeom prst="straightConnector1">
              <a:avLst/>
            </a:prstGeom>
            <a:noFill/>
            <a:ln cap="flat" cmpd="sng" w="9525">
              <a:solidFill>
                <a:srgbClr val="59595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1556" name="Google Shape;1556;p31"/>
            <p:cNvGrpSpPr/>
            <p:nvPr/>
          </p:nvGrpSpPr>
          <p:grpSpPr>
            <a:xfrm flipH="1">
              <a:off x="1278333" y="4513075"/>
              <a:ext cx="581800" cy="582350"/>
              <a:chOff x="8064275" y="887850"/>
              <a:chExt cx="581800" cy="582350"/>
            </a:xfrm>
          </p:grpSpPr>
          <p:sp>
            <p:nvSpPr>
              <p:cNvPr id="1557" name="Google Shape;1557;p31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8" name="Google Shape;1558;p31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9" name="Google Shape;1559;p31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0" name="Google Shape;1560;p31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1" name="Google Shape;1561;p31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2" name="Google Shape;1562;p31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63" name="Google Shape;1563;p31"/>
            <p:cNvGrpSpPr/>
            <p:nvPr/>
          </p:nvGrpSpPr>
          <p:grpSpPr>
            <a:xfrm flipH="1">
              <a:off x="2747608" y="4340463"/>
              <a:ext cx="292025" cy="292575"/>
              <a:chOff x="7353050" y="316275"/>
              <a:chExt cx="292025" cy="292575"/>
            </a:xfrm>
          </p:grpSpPr>
          <p:sp>
            <p:nvSpPr>
              <p:cNvPr id="1564" name="Google Shape;1564;p31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5" name="Google Shape;1565;p31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6" name="Google Shape;1566;p31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7" name="Google Shape;1567;p31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68" name="Google Shape;1568;p31"/>
            <p:cNvGrpSpPr/>
            <p:nvPr/>
          </p:nvGrpSpPr>
          <p:grpSpPr>
            <a:xfrm flipH="1">
              <a:off x="171308" y="4315025"/>
              <a:ext cx="175000" cy="175000"/>
              <a:chOff x="8792300" y="321275"/>
              <a:chExt cx="175000" cy="175000"/>
            </a:xfrm>
          </p:grpSpPr>
          <p:sp>
            <p:nvSpPr>
              <p:cNvPr id="1569" name="Google Shape;1569;p31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0" name="Google Shape;1570;p31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1" name="Google Shape;1571;p31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2" name="Google Shape;1572;p31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73" name="Google Shape;1573;p31"/>
            <p:cNvGrpSpPr/>
            <p:nvPr/>
          </p:nvGrpSpPr>
          <p:grpSpPr>
            <a:xfrm>
              <a:off x="3873197" y="4657550"/>
              <a:ext cx="293111" cy="293388"/>
              <a:chOff x="3164039" y="430875"/>
              <a:chExt cx="293111" cy="293388"/>
            </a:xfrm>
          </p:grpSpPr>
          <p:sp>
            <p:nvSpPr>
              <p:cNvPr id="1574" name="Google Shape;1574;p31"/>
              <p:cNvSpPr/>
              <p:nvPr/>
            </p:nvSpPr>
            <p:spPr>
              <a:xfrm flipH="1">
                <a:off x="3166281" y="433407"/>
                <a:ext cx="288614" cy="288337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5" name="Google Shape;1575;p31"/>
              <p:cNvSpPr/>
              <p:nvPr/>
            </p:nvSpPr>
            <p:spPr>
              <a:xfrm flipH="1">
                <a:off x="3164039" y="430875"/>
                <a:ext cx="293111" cy="293388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6" name="Google Shape;1576;p31"/>
              <p:cNvSpPr/>
              <p:nvPr/>
            </p:nvSpPr>
            <p:spPr>
              <a:xfrm flipH="1">
                <a:off x="3202780" y="469909"/>
                <a:ext cx="215626" cy="215337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7" name="Google Shape;1577;p31"/>
              <p:cNvSpPr/>
              <p:nvPr/>
            </p:nvSpPr>
            <p:spPr>
              <a:xfrm flipH="1">
                <a:off x="3200525" y="467377"/>
                <a:ext cx="220123" cy="220400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8" name="Google Shape;1578;p31"/>
              <p:cNvSpPr/>
              <p:nvPr/>
            </p:nvSpPr>
            <p:spPr>
              <a:xfrm flipH="1">
                <a:off x="3242641" y="509484"/>
                <a:ext cx="136177" cy="136177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9" name="Google Shape;1579;p31"/>
              <p:cNvSpPr/>
              <p:nvPr/>
            </p:nvSpPr>
            <p:spPr>
              <a:xfrm flipH="1">
                <a:off x="3240109" y="507242"/>
                <a:ext cx="140951" cy="140674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80" name="Google Shape;1580;p31"/>
            <p:cNvGrpSpPr/>
            <p:nvPr/>
          </p:nvGrpSpPr>
          <p:grpSpPr>
            <a:xfrm flipH="1">
              <a:off x="242270" y="4142425"/>
              <a:ext cx="175013" cy="27000"/>
              <a:chOff x="5662375" y="212375"/>
              <a:chExt cx="175013" cy="27000"/>
            </a:xfrm>
          </p:grpSpPr>
          <p:sp>
            <p:nvSpPr>
              <p:cNvPr id="1581" name="Google Shape;1581;p31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2" name="Google Shape;1582;p31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3" name="Google Shape;1583;p31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1584" name="Google Shape;1584;p31"/>
            <p:cNvCxnSpPr/>
            <p:nvPr/>
          </p:nvCxnSpPr>
          <p:spPr>
            <a:xfrm rot="10800000">
              <a:off x="5995050" y="226600"/>
              <a:ext cx="1504500" cy="224700"/>
            </a:xfrm>
            <a:prstGeom prst="straightConnector1">
              <a:avLst/>
            </a:prstGeom>
            <a:noFill/>
            <a:ln cap="flat" cmpd="sng" w="9525">
              <a:solidFill>
                <a:srgbClr val="59595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585" name="Google Shape;1585;p31"/>
            <p:cNvCxnSpPr/>
            <p:nvPr/>
          </p:nvCxnSpPr>
          <p:spPr>
            <a:xfrm rot="10800000">
              <a:off x="7512925" y="457850"/>
              <a:ext cx="829500" cy="743400"/>
            </a:xfrm>
            <a:prstGeom prst="straightConnector1">
              <a:avLst/>
            </a:prstGeom>
            <a:noFill/>
            <a:ln cap="flat" cmpd="sng" w="9525">
              <a:solidFill>
                <a:srgbClr val="59595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586" name="Google Shape;1586;p31"/>
            <p:cNvCxnSpPr/>
            <p:nvPr/>
          </p:nvCxnSpPr>
          <p:spPr>
            <a:xfrm flipH="1">
              <a:off x="8348975" y="-6625"/>
              <a:ext cx="796500" cy="1188000"/>
            </a:xfrm>
            <a:prstGeom prst="straightConnector1">
              <a:avLst/>
            </a:prstGeom>
            <a:noFill/>
            <a:ln cap="flat" cmpd="sng" w="9525">
              <a:solidFill>
                <a:srgbClr val="59595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1587" name="Google Shape;1587;p31"/>
            <p:cNvGrpSpPr/>
            <p:nvPr/>
          </p:nvGrpSpPr>
          <p:grpSpPr>
            <a:xfrm>
              <a:off x="8064275" y="1040250"/>
              <a:ext cx="581800" cy="582350"/>
              <a:chOff x="8064275" y="887850"/>
              <a:chExt cx="581800" cy="582350"/>
            </a:xfrm>
          </p:grpSpPr>
          <p:sp>
            <p:nvSpPr>
              <p:cNvPr id="1588" name="Google Shape;1588;p31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9" name="Google Shape;1589;p31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0" name="Google Shape;1590;p31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1" name="Google Shape;1591;p31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2" name="Google Shape;1592;p31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3" name="Google Shape;1593;p31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4" name="Google Shape;1594;p31"/>
            <p:cNvGrpSpPr/>
            <p:nvPr/>
          </p:nvGrpSpPr>
          <p:grpSpPr>
            <a:xfrm>
              <a:off x="7353050" y="316275"/>
              <a:ext cx="292025" cy="292575"/>
              <a:chOff x="7353050" y="316275"/>
              <a:chExt cx="292025" cy="292575"/>
            </a:xfrm>
          </p:grpSpPr>
          <p:sp>
            <p:nvSpPr>
              <p:cNvPr id="1595" name="Google Shape;1595;p31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6" name="Google Shape;1596;p31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7" name="Google Shape;1597;p31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8" name="Google Shape;1598;p31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9" name="Google Shape;1599;p31"/>
            <p:cNvGrpSpPr/>
            <p:nvPr/>
          </p:nvGrpSpPr>
          <p:grpSpPr>
            <a:xfrm>
              <a:off x="8792300" y="321275"/>
              <a:ext cx="175000" cy="175000"/>
              <a:chOff x="8792300" y="321275"/>
              <a:chExt cx="175000" cy="175000"/>
            </a:xfrm>
          </p:grpSpPr>
          <p:sp>
            <p:nvSpPr>
              <p:cNvPr id="1600" name="Google Shape;1600;p31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1" name="Google Shape;1601;p31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2" name="Google Shape;1602;p31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3" name="Google Shape;1603;p31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04" name="Google Shape;1604;p31"/>
            <p:cNvSpPr/>
            <p:nvPr/>
          </p:nvSpPr>
          <p:spPr>
            <a:xfrm>
              <a:off x="5829305" y="68707"/>
              <a:ext cx="288614" cy="288337"/>
            </a:xfrm>
            <a:custGeom>
              <a:rect b="b" l="l" r="r" t="t"/>
              <a:pathLst>
                <a:path extrusionOk="0" h="22893" w="22915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" name="Google Shape;1605;p31"/>
            <p:cNvSpPr/>
            <p:nvPr/>
          </p:nvSpPr>
          <p:spPr>
            <a:xfrm>
              <a:off x="5827050" y="66175"/>
              <a:ext cx="293111" cy="293388"/>
            </a:xfrm>
            <a:custGeom>
              <a:rect b="b" l="l" r="r" t="t"/>
              <a:pathLst>
                <a:path extrusionOk="0" h="23294" w="23272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" name="Google Shape;1606;p31"/>
            <p:cNvSpPr/>
            <p:nvPr/>
          </p:nvSpPr>
          <p:spPr>
            <a:xfrm>
              <a:off x="5865794" y="105209"/>
              <a:ext cx="215626" cy="215337"/>
            </a:xfrm>
            <a:custGeom>
              <a:rect b="b" l="l" r="r" t="t"/>
              <a:pathLst>
                <a:path extrusionOk="0" h="17097" w="1712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" name="Google Shape;1607;p31"/>
            <p:cNvSpPr/>
            <p:nvPr/>
          </p:nvSpPr>
          <p:spPr>
            <a:xfrm>
              <a:off x="5863552" y="102677"/>
              <a:ext cx="220123" cy="220400"/>
            </a:xfrm>
            <a:custGeom>
              <a:rect b="b" l="l" r="r" t="t"/>
              <a:pathLst>
                <a:path extrusionOk="0" h="17499" w="17477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8" name="Google Shape;1608;p31"/>
            <p:cNvSpPr/>
            <p:nvPr/>
          </p:nvSpPr>
          <p:spPr>
            <a:xfrm>
              <a:off x="5905382" y="144784"/>
              <a:ext cx="136177" cy="136177"/>
            </a:xfrm>
            <a:custGeom>
              <a:rect b="b" l="l" r="r" t="t"/>
              <a:pathLst>
                <a:path extrusionOk="0" h="10812" w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9" name="Google Shape;1609;p31"/>
            <p:cNvSpPr/>
            <p:nvPr/>
          </p:nvSpPr>
          <p:spPr>
            <a:xfrm>
              <a:off x="5903140" y="142542"/>
              <a:ext cx="140951" cy="140674"/>
            </a:xfrm>
            <a:custGeom>
              <a:rect b="b" l="l" r="r" t="t"/>
              <a:pathLst>
                <a:path extrusionOk="0" h="11169" w="11191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10" name="Google Shape;1610;p31"/>
            <p:cNvGrpSpPr/>
            <p:nvPr/>
          </p:nvGrpSpPr>
          <p:grpSpPr>
            <a:xfrm>
              <a:off x="8490050" y="170875"/>
              <a:ext cx="175013" cy="27000"/>
              <a:chOff x="5662375" y="212375"/>
              <a:chExt cx="175013" cy="27000"/>
            </a:xfrm>
          </p:grpSpPr>
          <p:sp>
            <p:nvSpPr>
              <p:cNvPr id="1611" name="Google Shape;1611;p31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2" name="Google Shape;1612;p31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3" name="Google Shape;1613;p31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14" name="Google Shape;1614;p31"/>
            <p:cNvGrpSpPr/>
            <p:nvPr/>
          </p:nvGrpSpPr>
          <p:grpSpPr>
            <a:xfrm>
              <a:off x="8678350" y="1658000"/>
              <a:ext cx="175013" cy="27000"/>
              <a:chOff x="5662375" y="212375"/>
              <a:chExt cx="175013" cy="27000"/>
            </a:xfrm>
          </p:grpSpPr>
          <p:sp>
            <p:nvSpPr>
              <p:cNvPr id="1615" name="Google Shape;1615;p31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6" name="Google Shape;1616;p31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7" name="Google Shape;1617;p31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618" name="Google Shape;1618;p31"/>
          <p:cNvSpPr txBox="1"/>
          <p:nvPr>
            <p:ph idx="1" type="subTitle"/>
          </p:nvPr>
        </p:nvSpPr>
        <p:spPr>
          <a:xfrm>
            <a:off x="3639300" y="2596896"/>
            <a:ext cx="18654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23">
    <p:spTree>
      <p:nvGrpSpPr>
        <p:cNvPr id="1619" name="Shape 1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0" name="Google Shape;1620;p32"/>
          <p:cNvSpPr txBox="1"/>
          <p:nvPr>
            <p:ph idx="1" type="body"/>
          </p:nvPr>
        </p:nvSpPr>
        <p:spPr>
          <a:xfrm>
            <a:off x="1881350" y="1246850"/>
            <a:ext cx="2133300" cy="35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1621" name="Google Shape;1621;p32"/>
          <p:cNvSpPr txBox="1"/>
          <p:nvPr>
            <p:ph idx="2" type="body"/>
          </p:nvPr>
        </p:nvSpPr>
        <p:spPr>
          <a:xfrm>
            <a:off x="4220325" y="1246850"/>
            <a:ext cx="3099900" cy="35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/>
        </p:txBody>
      </p:sp>
      <p:sp>
        <p:nvSpPr>
          <p:cNvPr id="1622" name="Google Shape;1622;p32"/>
          <p:cNvSpPr txBox="1"/>
          <p:nvPr>
            <p:ph type="title"/>
          </p:nvPr>
        </p:nvSpPr>
        <p:spPr>
          <a:xfrm>
            <a:off x="2532888" y="338328"/>
            <a:ext cx="40875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1623" name="Google Shape;1623;p32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624" name="Google Shape;1624;p32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1625" name="Google Shape;1625;p32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626" name="Google Shape;1626;p32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7" name="Google Shape;1627;p32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8" name="Google Shape;1628;p32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9" name="Google Shape;1629;p32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0" name="Google Shape;1630;p32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1" name="Google Shape;1631;p32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2" name="Google Shape;1632;p32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633" name="Google Shape;1633;p32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4" name="Google Shape;1634;p32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5" name="Google Shape;1635;p32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6" name="Google Shape;1636;p32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7" name="Google Shape;1637;p32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638" name="Google Shape;1638;p32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9" name="Google Shape;1639;p32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0" name="Google Shape;1640;p32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1" name="Google Shape;1641;p32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1642" name="Google Shape;1642;p32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1643" name="Google Shape;1643;p32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1644" name="Google Shape;1644;p32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rect b="b" l="l" r="r" t="t"/>
                <a:pathLst>
                  <a:path extrusionOk="0" h="22893" w="22915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5" name="Google Shape;1645;p32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rect b="b" l="l" r="r" t="t"/>
                <a:pathLst>
                  <a:path extrusionOk="0" h="23294" w="23272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6" name="Google Shape;1646;p32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rect b="b" l="l" r="r" t="t"/>
                <a:pathLst>
                  <a:path extrusionOk="0" h="17097" w="1712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7" name="Google Shape;1647;p32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rect b="b" l="l" r="r" t="t"/>
                <a:pathLst>
                  <a:path extrusionOk="0" h="17499" w="17477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8" name="Google Shape;1648;p32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rect b="b" l="l" r="r" t="t"/>
                <a:pathLst>
                  <a:path extrusionOk="0" h="10812" w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9" name="Google Shape;1649;p32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rect b="b" l="l" r="r" t="t"/>
                <a:pathLst>
                  <a:path extrusionOk="0" h="11169" w="11191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50" name="Google Shape;1650;p32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1651" name="Google Shape;1651;p32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rect b="b" l="l" r="r" t="t"/>
                <a:pathLst>
                  <a:path extrusionOk="0" h="11302" w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2" name="Google Shape;1652;p32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rect b="b" l="l" r="r" t="t"/>
                <a:pathLst>
                  <a:path extrusionOk="0" h="11703" w="11681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3" name="Google Shape;1653;p32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rect b="b" l="l" r="r" t="t"/>
                <a:pathLst>
                  <a:path extrusionOk="0" h="6332" w="6331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4" name="Google Shape;1654;p32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rect b="b" l="l" r="r" t="t"/>
                <a:pathLst>
                  <a:path extrusionOk="0" h="6711" w="671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55" name="Google Shape;1655;p32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1656" name="Google Shape;1656;p32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rect b="b" l="l" r="r" t="t"/>
                <a:pathLst>
                  <a:path extrusionOk="0" h="6621" w="6644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7" name="Google Shape;1657;p32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rect b="b" l="l" r="r" t="t"/>
                <a:pathLst>
                  <a:path extrusionOk="0" h="7000" w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8" name="Google Shape;1658;p32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rect b="b" l="l" r="r" t="t"/>
                <a:pathLst>
                  <a:path extrusionOk="0" h="3723" w="3702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9" name="Google Shape;1659;p32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rect b="b" l="l" r="r" t="t"/>
                <a:pathLst>
                  <a:path extrusionOk="0" h="4080" w="4102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60" name="Google Shape;1660;p32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1661" name="Google Shape;1661;p32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2" name="Google Shape;1662;p32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3" name="Google Shape;1663;p32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64" name="Google Shape;1664;p32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1665" name="Google Shape;1665;p32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6" name="Google Shape;1666;p32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7" name="Google Shape;1667;p32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68" name="Google Shape;1668;p32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1669" name="Google Shape;1669;p32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0" name="Google Shape;1670;p32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1" name="Google Shape;1671;p32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72" name="Google Shape;1672;p32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673" name="Google Shape;1673;p32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4" name="Google Shape;1674;p32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5" name="Google Shape;1675;p32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1676" name="Google Shape;1676;p32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677" name="Google Shape;1677;p32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678" name="Google Shape;1678;p32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9" name="Google Shape;1679;p32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0" name="Google Shape;1680;p32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1" name="Google Shape;1681;p32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32" Type="http://schemas.openxmlformats.org/officeDocument/2006/relationships/theme" Target="../theme/theme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23750" y="526925"/>
            <a:ext cx="7696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5" name="Shape 1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6" name="Google Shape;1686;p33"/>
          <p:cNvSpPr txBox="1"/>
          <p:nvPr>
            <p:ph type="title"/>
          </p:nvPr>
        </p:nvSpPr>
        <p:spPr>
          <a:xfrm>
            <a:off x="2417250" y="1259150"/>
            <a:ext cx="4309500" cy="190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Dynamic Periodic Task</a:t>
            </a:r>
            <a:endParaRPr sz="6000"/>
          </a:p>
        </p:txBody>
      </p:sp>
      <p:sp>
        <p:nvSpPr>
          <p:cNvPr id="1687" name="Google Shape;1687;p33"/>
          <p:cNvSpPr txBox="1"/>
          <p:nvPr>
            <p:ph type="title"/>
          </p:nvPr>
        </p:nvSpPr>
        <p:spPr>
          <a:xfrm>
            <a:off x="3451950" y="3228375"/>
            <a:ext cx="2240100" cy="456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Student: Alberto Bottari</a:t>
            </a:r>
            <a:endParaRPr sz="1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1" name="Shape 1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2" name="Google Shape;1692;p34"/>
          <p:cNvSpPr txBox="1"/>
          <p:nvPr>
            <p:ph type="title"/>
          </p:nvPr>
        </p:nvSpPr>
        <p:spPr>
          <a:xfrm>
            <a:off x="2528238" y="65128"/>
            <a:ext cx="40875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Architecture</a:t>
            </a:r>
            <a:endParaRPr/>
          </a:p>
        </p:txBody>
      </p:sp>
      <p:pic>
        <p:nvPicPr>
          <p:cNvPr id="1693" name="Google Shape;1693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7350" y="641125"/>
            <a:ext cx="7029275" cy="43063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94" name="Google Shape;1694;p34"/>
          <p:cNvGrpSpPr/>
          <p:nvPr/>
        </p:nvGrpSpPr>
        <p:grpSpPr>
          <a:xfrm>
            <a:off x="7954031" y="3534493"/>
            <a:ext cx="1475957" cy="1578476"/>
            <a:chOff x="1744400" y="429725"/>
            <a:chExt cx="4623925" cy="4948200"/>
          </a:xfrm>
        </p:grpSpPr>
        <p:sp>
          <p:nvSpPr>
            <p:cNvPr id="1695" name="Google Shape;1695;p34"/>
            <p:cNvSpPr/>
            <p:nvPr/>
          </p:nvSpPr>
          <p:spPr>
            <a:xfrm>
              <a:off x="1744400" y="430000"/>
              <a:ext cx="4623925" cy="4588575"/>
            </a:xfrm>
            <a:custGeom>
              <a:rect b="b" l="l" r="r" t="t"/>
              <a:pathLst>
                <a:path extrusionOk="0" h="183543" w="184957">
                  <a:moveTo>
                    <a:pt x="93830" y="1"/>
                  </a:moveTo>
                  <a:cubicBezTo>
                    <a:pt x="76191" y="1"/>
                    <a:pt x="57391" y="6440"/>
                    <a:pt x="42281" y="19249"/>
                  </a:cubicBezTo>
                  <a:cubicBezTo>
                    <a:pt x="12606" y="44404"/>
                    <a:pt x="7524" y="71664"/>
                    <a:pt x="7524" y="71664"/>
                  </a:cubicBezTo>
                  <a:cubicBezTo>
                    <a:pt x="7524" y="71664"/>
                    <a:pt x="0" y="103754"/>
                    <a:pt x="20916" y="131716"/>
                  </a:cubicBezTo>
                  <a:cubicBezTo>
                    <a:pt x="41831" y="159679"/>
                    <a:pt x="78300" y="170544"/>
                    <a:pt x="107611" y="180117"/>
                  </a:cubicBezTo>
                  <a:cubicBezTo>
                    <a:pt x="114704" y="182434"/>
                    <a:pt x="121689" y="183542"/>
                    <a:pt x="128348" y="183542"/>
                  </a:cubicBezTo>
                  <a:cubicBezTo>
                    <a:pt x="149206" y="183542"/>
                    <a:pt x="166871" y="172670"/>
                    <a:pt x="174681" y="154008"/>
                  </a:cubicBezTo>
                  <a:cubicBezTo>
                    <a:pt x="184956" y="129386"/>
                    <a:pt x="164181" y="116107"/>
                    <a:pt x="159577" y="83933"/>
                  </a:cubicBezTo>
                  <a:cubicBezTo>
                    <a:pt x="155001" y="51759"/>
                    <a:pt x="158650" y="42495"/>
                    <a:pt x="137257" y="18013"/>
                  </a:cubicBezTo>
                  <a:cubicBezTo>
                    <a:pt x="126757" y="5984"/>
                    <a:pt x="110833" y="1"/>
                    <a:pt x="9383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6" name="Google Shape;1696;p34"/>
            <p:cNvSpPr/>
            <p:nvPr/>
          </p:nvSpPr>
          <p:spPr>
            <a:xfrm>
              <a:off x="1899500" y="429725"/>
              <a:ext cx="4282125" cy="4588850"/>
            </a:xfrm>
            <a:custGeom>
              <a:rect b="b" l="l" r="r" t="t"/>
              <a:pathLst>
                <a:path extrusionOk="0" h="183554" w="171285">
                  <a:moveTo>
                    <a:pt x="170470" y="133468"/>
                  </a:moveTo>
                  <a:lnTo>
                    <a:pt x="170470" y="147814"/>
                  </a:lnTo>
                  <a:cubicBezTo>
                    <a:pt x="171032" y="145372"/>
                    <a:pt x="171285" y="143013"/>
                    <a:pt x="171285" y="140711"/>
                  </a:cubicBezTo>
                  <a:cubicBezTo>
                    <a:pt x="171285" y="138241"/>
                    <a:pt x="171004" y="135854"/>
                    <a:pt x="170470" y="133468"/>
                  </a:cubicBezTo>
                  <a:close/>
                  <a:moveTo>
                    <a:pt x="87622" y="0"/>
                  </a:moveTo>
                  <a:cubicBezTo>
                    <a:pt x="70777" y="0"/>
                    <a:pt x="52893" y="5896"/>
                    <a:pt x="38126" y="17575"/>
                  </a:cubicBezTo>
                  <a:lnTo>
                    <a:pt x="103147" y="17575"/>
                  </a:lnTo>
                  <a:lnTo>
                    <a:pt x="103147" y="91805"/>
                  </a:lnTo>
                  <a:lnTo>
                    <a:pt x="3931" y="91805"/>
                  </a:lnTo>
                  <a:lnTo>
                    <a:pt x="3931" y="63169"/>
                  </a:lnTo>
                  <a:cubicBezTo>
                    <a:pt x="1910" y="68419"/>
                    <a:pt x="1320" y="71675"/>
                    <a:pt x="1320" y="71675"/>
                  </a:cubicBezTo>
                  <a:cubicBezTo>
                    <a:pt x="1320" y="71675"/>
                    <a:pt x="1" y="77290"/>
                    <a:pt x="1" y="85853"/>
                  </a:cubicBezTo>
                  <a:cubicBezTo>
                    <a:pt x="1" y="97785"/>
                    <a:pt x="2555" y="115444"/>
                    <a:pt x="14712" y="131727"/>
                  </a:cubicBezTo>
                  <a:cubicBezTo>
                    <a:pt x="35627" y="159690"/>
                    <a:pt x="72096" y="170555"/>
                    <a:pt x="101407" y="180128"/>
                  </a:cubicBezTo>
                  <a:cubicBezTo>
                    <a:pt x="108509" y="182458"/>
                    <a:pt x="115500" y="183553"/>
                    <a:pt x="122154" y="183553"/>
                  </a:cubicBezTo>
                  <a:cubicBezTo>
                    <a:pt x="143013" y="183553"/>
                    <a:pt x="160672" y="172688"/>
                    <a:pt x="168477" y="154019"/>
                  </a:cubicBezTo>
                  <a:cubicBezTo>
                    <a:pt x="169095" y="152503"/>
                    <a:pt x="169628" y="151015"/>
                    <a:pt x="170021" y="149583"/>
                  </a:cubicBezTo>
                  <a:lnTo>
                    <a:pt x="100452" y="149583"/>
                  </a:lnTo>
                  <a:lnTo>
                    <a:pt x="100452" y="98290"/>
                  </a:lnTo>
                  <a:lnTo>
                    <a:pt x="100452" y="97167"/>
                  </a:lnTo>
                  <a:lnTo>
                    <a:pt x="100452" y="94079"/>
                  </a:lnTo>
                  <a:lnTo>
                    <a:pt x="117465" y="94079"/>
                  </a:lnTo>
                  <a:lnTo>
                    <a:pt x="119402" y="97167"/>
                  </a:lnTo>
                  <a:lnTo>
                    <a:pt x="156349" y="97167"/>
                  </a:lnTo>
                  <a:cubicBezTo>
                    <a:pt x="155114" y="93124"/>
                    <a:pt x="154075" y="88745"/>
                    <a:pt x="153373" y="83944"/>
                  </a:cubicBezTo>
                  <a:cubicBezTo>
                    <a:pt x="148797" y="51770"/>
                    <a:pt x="152446" y="42506"/>
                    <a:pt x="131053" y="18024"/>
                  </a:cubicBezTo>
                  <a:cubicBezTo>
                    <a:pt x="120554" y="6008"/>
                    <a:pt x="104635" y="0"/>
                    <a:pt x="8762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7" name="Google Shape;1697;p34"/>
            <p:cNvSpPr/>
            <p:nvPr/>
          </p:nvSpPr>
          <p:spPr>
            <a:xfrm>
              <a:off x="4410775" y="2781675"/>
              <a:ext cx="1750500" cy="1387625"/>
            </a:xfrm>
            <a:custGeom>
              <a:rect b="b" l="l" r="r" t="t"/>
              <a:pathLst>
                <a:path extrusionOk="0" h="55505" w="70020">
                  <a:moveTo>
                    <a:pt x="1" y="1"/>
                  </a:moveTo>
                  <a:lnTo>
                    <a:pt x="1" y="55505"/>
                  </a:lnTo>
                  <a:lnTo>
                    <a:pt x="70019" y="55505"/>
                  </a:lnTo>
                  <a:lnTo>
                    <a:pt x="70019" y="3089"/>
                  </a:lnTo>
                  <a:lnTo>
                    <a:pt x="18951" y="3089"/>
                  </a:lnTo>
                  <a:lnTo>
                    <a:pt x="170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8" name="Google Shape;1698;p34"/>
            <p:cNvSpPr/>
            <p:nvPr/>
          </p:nvSpPr>
          <p:spPr>
            <a:xfrm>
              <a:off x="4424125" y="2894675"/>
              <a:ext cx="1725925" cy="1246550"/>
            </a:xfrm>
            <a:custGeom>
              <a:rect b="b" l="l" r="r" t="t"/>
              <a:pathLst>
                <a:path extrusionOk="0" h="49862" w="69037">
                  <a:moveTo>
                    <a:pt x="0" y="1"/>
                  </a:moveTo>
                  <a:lnTo>
                    <a:pt x="0" y="49862"/>
                  </a:lnTo>
                  <a:lnTo>
                    <a:pt x="69036" y="49862"/>
                  </a:lnTo>
                  <a:lnTo>
                    <a:pt x="690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9" name="Google Shape;1699;p34"/>
            <p:cNvSpPr/>
            <p:nvPr/>
          </p:nvSpPr>
          <p:spPr>
            <a:xfrm>
              <a:off x="6118425" y="2900300"/>
              <a:ext cx="26000" cy="749625"/>
            </a:xfrm>
            <a:custGeom>
              <a:rect b="b" l="l" r="r" t="t"/>
              <a:pathLst>
                <a:path extrusionOk="0" h="29985" w="1040">
                  <a:moveTo>
                    <a:pt x="1" y="1"/>
                  </a:moveTo>
                  <a:lnTo>
                    <a:pt x="1" y="29984"/>
                  </a:lnTo>
                  <a:lnTo>
                    <a:pt x="1040" y="29984"/>
                  </a:lnTo>
                  <a:lnTo>
                    <a:pt x="1040" y="1"/>
                  </a:lnTo>
                  <a:close/>
                </a:path>
              </a:pathLst>
            </a:custGeom>
            <a:solidFill>
              <a:srgbClr val="D4D4D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0" name="Google Shape;1700;p34"/>
            <p:cNvSpPr/>
            <p:nvPr/>
          </p:nvSpPr>
          <p:spPr>
            <a:xfrm>
              <a:off x="6118425" y="3649900"/>
              <a:ext cx="26000" cy="485025"/>
            </a:xfrm>
            <a:custGeom>
              <a:rect b="b" l="l" r="r" t="t"/>
              <a:pathLst>
                <a:path extrusionOk="0" h="19401" w="1040">
                  <a:moveTo>
                    <a:pt x="1" y="0"/>
                  </a:moveTo>
                  <a:lnTo>
                    <a:pt x="1" y="19400"/>
                  </a:lnTo>
                  <a:lnTo>
                    <a:pt x="1040" y="19400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rgbClr val="B0B0B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1" name="Google Shape;1701;p34"/>
            <p:cNvSpPr/>
            <p:nvPr/>
          </p:nvSpPr>
          <p:spPr>
            <a:xfrm>
              <a:off x="4417100" y="2877850"/>
              <a:ext cx="1735050" cy="67400"/>
            </a:xfrm>
            <a:custGeom>
              <a:rect b="b" l="l" r="r" t="t"/>
              <a:pathLst>
                <a:path extrusionOk="0" h="2696" w="69402">
                  <a:moveTo>
                    <a:pt x="1" y="0"/>
                  </a:moveTo>
                  <a:lnTo>
                    <a:pt x="1" y="2695"/>
                  </a:lnTo>
                  <a:lnTo>
                    <a:pt x="69401" y="2695"/>
                  </a:lnTo>
                  <a:lnTo>
                    <a:pt x="694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2" name="Google Shape;1702;p34"/>
            <p:cNvSpPr/>
            <p:nvPr/>
          </p:nvSpPr>
          <p:spPr>
            <a:xfrm>
              <a:off x="4411500" y="2871525"/>
              <a:ext cx="1746975" cy="80050"/>
            </a:xfrm>
            <a:custGeom>
              <a:rect b="b" l="l" r="r" t="t"/>
              <a:pathLst>
                <a:path extrusionOk="0" h="3202" w="69879">
                  <a:moveTo>
                    <a:pt x="69401" y="478"/>
                  </a:moveTo>
                  <a:lnTo>
                    <a:pt x="69401" y="2724"/>
                  </a:lnTo>
                  <a:lnTo>
                    <a:pt x="449" y="2724"/>
                  </a:lnTo>
                  <a:lnTo>
                    <a:pt x="449" y="478"/>
                  </a:lnTo>
                  <a:close/>
                  <a:moveTo>
                    <a:pt x="0" y="0"/>
                  </a:moveTo>
                  <a:lnTo>
                    <a:pt x="0" y="3201"/>
                  </a:lnTo>
                  <a:lnTo>
                    <a:pt x="69878" y="3201"/>
                  </a:lnTo>
                  <a:lnTo>
                    <a:pt x="69878" y="2948"/>
                  </a:lnTo>
                  <a:lnTo>
                    <a:pt x="6987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3" name="Google Shape;1703;p34"/>
            <p:cNvSpPr/>
            <p:nvPr/>
          </p:nvSpPr>
          <p:spPr>
            <a:xfrm>
              <a:off x="4417800" y="2888375"/>
              <a:ext cx="1737850" cy="1258475"/>
            </a:xfrm>
            <a:custGeom>
              <a:rect b="b" l="l" r="r" t="t"/>
              <a:pathLst>
                <a:path extrusionOk="0" h="50339" w="69514">
                  <a:moveTo>
                    <a:pt x="69065" y="478"/>
                  </a:moveTo>
                  <a:lnTo>
                    <a:pt x="69065" y="49861"/>
                  </a:lnTo>
                  <a:lnTo>
                    <a:pt x="478" y="49861"/>
                  </a:lnTo>
                  <a:lnTo>
                    <a:pt x="478" y="478"/>
                  </a:lnTo>
                  <a:close/>
                  <a:moveTo>
                    <a:pt x="253" y="0"/>
                  </a:moveTo>
                  <a:cubicBezTo>
                    <a:pt x="197" y="0"/>
                    <a:pt x="113" y="28"/>
                    <a:pt x="85" y="85"/>
                  </a:cubicBezTo>
                  <a:cubicBezTo>
                    <a:pt x="29" y="113"/>
                    <a:pt x="1" y="169"/>
                    <a:pt x="1" y="253"/>
                  </a:cubicBezTo>
                  <a:lnTo>
                    <a:pt x="1" y="50114"/>
                  </a:lnTo>
                  <a:cubicBezTo>
                    <a:pt x="1" y="50170"/>
                    <a:pt x="29" y="50226"/>
                    <a:pt x="85" y="50282"/>
                  </a:cubicBezTo>
                  <a:cubicBezTo>
                    <a:pt x="113" y="50310"/>
                    <a:pt x="197" y="50338"/>
                    <a:pt x="253" y="50338"/>
                  </a:cubicBezTo>
                  <a:lnTo>
                    <a:pt x="69289" y="50338"/>
                  </a:lnTo>
                  <a:cubicBezTo>
                    <a:pt x="69345" y="50338"/>
                    <a:pt x="69402" y="50310"/>
                    <a:pt x="69458" y="50282"/>
                  </a:cubicBezTo>
                  <a:cubicBezTo>
                    <a:pt x="69514" y="50226"/>
                    <a:pt x="69514" y="50170"/>
                    <a:pt x="69514" y="50114"/>
                  </a:cubicBezTo>
                  <a:lnTo>
                    <a:pt x="69514" y="253"/>
                  </a:lnTo>
                  <a:cubicBezTo>
                    <a:pt x="69514" y="169"/>
                    <a:pt x="69514" y="113"/>
                    <a:pt x="69458" y="85"/>
                  </a:cubicBezTo>
                  <a:cubicBezTo>
                    <a:pt x="69402" y="28"/>
                    <a:pt x="69345" y="0"/>
                    <a:pt x="6928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4" name="Google Shape;1704;p34"/>
            <p:cNvSpPr/>
            <p:nvPr/>
          </p:nvSpPr>
          <p:spPr>
            <a:xfrm>
              <a:off x="5191975" y="2989450"/>
              <a:ext cx="141800" cy="21075"/>
            </a:xfrm>
            <a:custGeom>
              <a:rect b="b" l="l" r="r" t="t"/>
              <a:pathLst>
                <a:path extrusionOk="0" h="843" w="5672">
                  <a:moveTo>
                    <a:pt x="421" y="0"/>
                  </a:moveTo>
                  <a:cubicBezTo>
                    <a:pt x="197" y="0"/>
                    <a:pt x="0" y="197"/>
                    <a:pt x="0" y="421"/>
                  </a:cubicBezTo>
                  <a:cubicBezTo>
                    <a:pt x="0" y="674"/>
                    <a:pt x="197" y="842"/>
                    <a:pt x="421" y="842"/>
                  </a:cubicBezTo>
                  <a:lnTo>
                    <a:pt x="5250" y="842"/>
                  </a:lnTo>
                  <a:cubicBezTo>
                    <a:pt x="5475" y="842"/>
                    <a:pt x="5671" y="674"/>
                    <a:pt x="5671" y="421"/>
                  </a:cubicBezTo>
                  <a:cubicBezTo>
                    <a:pt x="5671" y="197"/>
                    <a:pt x="5475" y="0"/>
                    <a:pt x="5250" y="0"/>
                  </a:cubicBezTo>
                  <a:close/>
                </a:path>
              </a:pathLst>
            </a:custGeom>
            <a:solidFill>
              <a:srgbClr val="D4D4D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5" name="Google Shape;1705;p34"/>
            <p:cNvSpPr/>
            <p:nvPr/>
          </p:nvSpPr>
          <p:spPr>
            <a:xfrm>
              <a:off x="5433400" y="2989450"/>
              <a:ext cx="141800" cy="21075"/>
            </a:xfrm>
            <a:custGeom>
              <a:rect b="b" l="l" r="r" t="t"/>
              <a:pathLst>
                <a:path extrusionOk="0" h="843" w="5672">
                  <a:moveTo>
                    <a:pt x="422" y="0"/>
                  </a:moveTo>
                  <a:cubicBezTo>
                    <a:pt x="197" y="0"/>
                    <a:pt x="1" y="197"/>
                    <a:pt x="1" y="421"/>
                  </a:cubicBezTo>
                  <a:cubicBezTo>
                    <a:pt x="1" y="674"/>
                    <a:pt x="197" y="842"/>
                    <a:pt x="422" y="842"/>
                  </a:cubicBezTo>
                  <a:lnTo>
                    <a:pt x="5251" y="842"/>
                  </a:lnTo>
                  <a:cubicBezTo>
                    <a:pt x="5504" y="842"/>
                    <a:pt x="5672" y="674"/>
                    <a:pt x="5672" y="421"/>
                  </a:cubicBezTo>
                  <a:cubicBezTo>
                    <a:pt x="5672" y="197"/>
                    <a:pt x="5504" y="0"/>
                    <a:pt x="5251" y="0"/>
                  </a:cubicBezTo>
                  <a:close/>
                </a:path>
              </a:pathLst>
            </a:custGeom>
            <a:solidFill>
              <a:srgbClr val="D4D4D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6" name="Google Shape;1706;p34"/>
            <p:cNvSpPr/>
            <p:nvPr/>
          </p:nvSpPr>
          <p:spPr>
            <a:xfrm>
              <a:off x="5674850" y="2989450"/>
              <a:ext cx="141800" cy="21075"/>
            </a:xfrm>
            <a:custGeom>
              <a:rect b="b" l="l" r="r" t="t"/>
              <a:pathLst>
                <a:path extrusionOk="0" h="843" w="5672">
                  <a:moveTo>
                    <a:pt x="422" y="0"/>
                  </a:moveTo>
                  <a:cubicBezTo>
                    <a:pt x="197" y="0"/>
                    <a:pt x="1" y="197"/>
                    <a:pt x="1" y="421"/>
                  </a:cubicBezTo>
                  <a:cubicBezTo>
                    <a:pt x="1" y="674"/>
                    <a:pt x="197" y="842"/>
                    <a:pt x="422" y="842"/>
                  </a:cubicBezTo>
                  <a:lnTo>
                    <a:pt x="5251" y="842"/>
                  </a:lnTo>
                  <a:cubicBezTo>
                    <a:pt x="5503" y="842"/>
                    <a:pt x="5672" y="674"/>
                    <a:pt x="5672" y="421"/>
                  </a:cubicBezTo>
                  <a:cubicBezTo>
                    <a:pt x="5672" y="197"/>
                    <a:pt x="5503" y="0"/>
                    <a:pt x="5251" y="0"/>
                  </a:cubicBezTo>
                  <a:close/>
                </a:path>
              </a:pathLst>
            </a:custGeom>
            <a:solidFill>
              <a:srgbClr val="D4D4D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7" name="Google Shape;1707;p34"/>
            <p:cNvSpPr/>
            <p:nvPr/>
          </p:nvSpPr>
          <p:spPr>
            <a:xfrm>
              <a:off x="5916300" y="2989450"/>
              <a:ext cx="142500" cy="21075"/>
            </a:xfrm>
            <a:custGeom>
              <a:rect b="b" l="l" r="r" t="t"/>
              <a:pathLst>
                <a:path extrusionOk="0" h="843" w="5700">
                  <a:moveTo>
                    <a:pt x="421" y="0"/>
                  </a:moveTo>
                  <a:cubicBezTo>
                    <a:pt x="197" y="0"/>
                    <a:pt x="0" y="197"/>
                    <a:pt x="0" y="421"/>
                  </a:cubicBezTo>
                  <a:cubicBezTo>
                    <a:pt x="0" y="674"/>
                    <a:pt x="197" y="842"/>
                    <a:pt x="421" y="842"/>
                  </a:cubicBezTo>
                  <a:lnTo>
                    <a:pt x="5250" y="842"/>
                  </a:lnTo>
                  <a:cubicBezTo>
                    <a:pt x="5503" y="842"/>
                    <a:pt x="5699" y="674"/>
                    <a:pt x="5699" y="421"/>
                  </a:cubicBezTo>
                  <a:cubicBezTo>
                    <a:pt x="5699" y="197"/>
                    <a:pt x="5503" y="0"/>
                    <a:pt x="5250" y="0"/>
                  </a:cubicBezTo>
                  <a:close/>
                </a:path>
              </a:pathLst>
            </a:custGeom>
            <a:solidFill>
              <a:srgbClr val="D4D4D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8" name="Google Shape;1708;p34"/>
            <p:cNvSpPr/>
            <p:nvPr/>
          </p:nvSpPr>
          <p:spPr>
            <a:xfrm>
              <a:off x="5778025" y="3646400"/>
              <a:ext cx="113725" cy="357975"/>
            </a:xfrm>
            <a:custGeom>
              <a:rect b="b" l="l" r="r" t="t"/>
              <a:pathLst>
                <a:path extrusionOk="0" h="14319" w="4549">
                  <a:moveTo>
                    <a:pt x="1" y="0"/>
                  </a:moveTo>
                  <a:lnTo>
                    <a:pt x="1" y="14318"/>
                  </a:lnTo>
                  <a:lnTo>
                    <a:pt x="4549" y="14318"/>
                  </a:lnTo>
                  <a:lnTo>
                    <a:pt x="454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9" name="Google Shape;1709;p34"/>
            <p:cNvSpPr/>
            <p:nvPr/>
          </p:nvSpPr>
          <p:spPr>
            <a:xfrm>
              <a:off x="5772400" y="3640075"/>
              <a:ext cx="124975" cy="370600"/>
            </a:xfrm>
            <a:custGeom>
              <a:rect b="b" l="l" r="r" t="t"/>
              <a:pathLst>
                <a:path extrusionOk="0" h="14824" w="4999">
                  <a:moveTo>
                    <a:pt x="4521" y="478"/>
                  </a:moveTo>
                  <a:lnTo>
                    <a:pt x="4521" y="14347"/>
                  </a:lnTo>
                  <a:lnTo>
                    <a:pt x="450" y="14347"/>
                  </a:lnTo>
                  <a:lnTo>
                    <a:pt x="450" y="478"/>
                  </a:lnTo>
                  <a:close/>
                  <a:moveTo>
                    <a:pt x="1" y="0"/>
                  </a:moveTo>
                  <a:lnTo>
                    <a:pt x="1" y="253"/>
                  </a:lnTo>
                  <a:lnTo>
                    <a:pt x="1" y="14824"/>
                  </a:lnTo>
                  <a:lnTo>
                    <a:pt x="4998" y="14824"/>
                  </a:lnTo>
                  <a:lnTo>
                    <a:pt x="49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0" name="Google Shape;1710;p34"/>
            <p:cNvSpPr/>
            <p:nvPr/>
          </p:nvSpPr>
          <p:spPr>
            <a:xfrm>
              <a:off x="5651700" y="3878000"/>
              <a:ext cx="113725" cy="126375"/>
            </a:xfrm>
            <a:custGeom>
              <a:rect b="b" l="l" r="r" t="t"/>
              <a:pathLst>
                <a:path extrusionOk="0" h="5055" w="4549">
                  <a:moveTo>
                    <a:pt x="0" y="1"/>
                  </a:moveTo>
                  <a:lnTo>
                    <a:pt x="0" y="5054"/>
                  </a:lnTo>
                  <a:lnTo>
                    <a:pt x="4548" y="5054"/>
                  </a:lnTo>
                  <a:lnTo>
                    <a:pt x="45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" name="Google Shape;1711;p34"/>
            <p:cNvSpPr/>
            <p:nvPr/>
          </p:nvSpPr>
          <p:spPr>
            <a:xfrm>
              <a:off x="5646075" y="3872400"/>
              <a:ext cx="124950" cy="138275"/>
            </a:xfrm>
            <a:custGeom>
              <a:rect b="b" l="l" r="r" t="t"/>
              <a:pathLst>
                <a:path extrusionOk="0" h="5531" w="4998">
                  <a:moveTo>
                    <a:pt x="4549" y="477"/>
                  </a:moveTo>
                  <a:lnTo>
                    <a:pt x="4549" y="5054"/>
                  </a:lnTo>
                  <a:lnTo>
                    <a:pt x="450" y="5054"/>
                  </a:lnTo>
                  <a:lnTo>
                    <a:pt x="450" y="477"/>
                  </a:lnTo>
                  <a:close/>
                  <a:moveTo>
                    <a:pt x="225" y="0"/>
                  </a:moveTo>
                  <a:cubicBezTo>
                    <a:pt x="169" y="0"/>
                    <a:pt x="113" y="28"/>
                    <a:pt x="57" y="56"/>
                  </a:cubicBezTo>
                  <a:cubicBezTo>
                    <a:pt x="29" y="112"/>
                    <a:pt x="1" y="169"/>
                    <a:pt x="1" y="225"/>
                  </a:cubicBezTo>
                  <a:lnTo>
                    <a:pt x="1" y="5278"/>
                  </a:lnTo>
                  <a:cubicBezTo>
                    <a:pt x="1" y="5362"/>
                    <a:pt x="29" y="5419"/>
                    <a:pt x="57" y="5447"/>
                  </a:cubicBezTo>
                  <a:cubicBezTo>
                    <a:pt x="113" y="5503"/>
                    <a:pt x="169" y="5531"/>
                    <a:pt x="225" y="5531"/>
                  </a:cubicBezTo>
                  <a:lnTo>
                    <a:pt x="4773" y="5531"/>
                  </a:lnTo>
                  <a:cubicBezTo>
                    <a:pt x="4829" y="5531"/>
                    <a:pt x="4886" y="5503"/>
                    <a:pt x="4942" y="5447"/>
                  </a:cubicBezTo>
                  <a:cubicBezTo>
                    <a:pt x="4970" y="5419"/>
                    <a:pt x="4998" y="5362"/>
                    <a:pt x="4998" y="5278"/>
                  </a:cubicBezTo>
                  <a:lnTo>
                    <a:pt x="4998" y="225"/>
                  </a:lnTo>
                  <a:cubicBezTo>
                    <a:pt x="4998" y="169"/>
                    <a:pt x="4970" y="112"/>
                    <a:pt x="4942" y="56"/>
                  </a:cubicBezTo>
                  <a:cubicBezTo>
                    <a:pt x="4886" y="28"/>
                    <a:pt x="4829" y="0"/>
                    <a:pt x="47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" name="Google Shape;1712;p34"/>
            <p:cNvSpPr/>
            <p:nvPr/>
          </p:nvSpPr>
          <p:spPr>
            <a:xfrm>
              <a:off x="5525350" y="3171925"/>
              <a:ext cx="113725" cy="832450"/>
            </a:xfrm>
            <a:custGeom>
              <a:rect b="b" l="l" r="r" t="t"/>
              <a:pathLst>
                <a:path extrusionOk="0" h="33298" w="4549">
                  <a:moveTo>
                    <a:pt x="1" y="0"/>
                  </a:moveTo>
                  <a:lnTo>
                    <a:pt x="1" y="33297"/>
                  </a:lnTo>
                  <a:lnTo>
                    <a:pt x="4549" y="33297"/>
                  </a:lnTo>
                  <a:lnTo>
                    <a:pt x="454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" name="Google Shape;1713;p34"/>
            <p:cNvSpPr/>
            <p:nvPr/>
          </p:nvSpPr>
          <p:spPr>
            <a:xfrm>
              <a:off x="5519750" y="3166300"/>
              <a:ext cx="124950" cy="844375"/>
            </a:xfrm>
            <a:custGeom>
              <a:rect b="b" l="l" r="r" t="t"/>
              <a:pathLst>
                <a:path extrusionOk="0" h="33775" w="4998">
                  <a:moveTo>
                    <a:pt x="4548" y="450"/>
                  </a:moveTo>
                  <a:lnTo>
                    <a:pt x="4548" y="33298"/>
                  </a:lnTo>
                  <a:lnTo>
                    <a:pt x="477" y="33298"/>
                  </a:lnTo>
                  <a:lnTo>
                    <a:pt x="477" y="450"/>
                  </a:lnTo>
                  <a:close/>
                  <a:moveTo>
                    <a:pt x="0" y="1"/>
                  </a:moveTo>
                  <a:lnTo>
                    <a:pt x="0" y="225"/>
                  </a:lnTo>
                  <a:lnTo>
                    <a:pt x="0" y="33775"/>
                  </a:lnTo>
                  <a:lnTo>
                    <a:pt x="4997" y="33775"/>
                  </a:lnTo>
                  <a:lnTo>
                    <a:pt x="499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" name="Google Shape;1714;p34"/>
            <p:cNvSpPr/>
            <p:nvPr/>
          </p:nvSpPr>
          <p:spPr>
            <a:xfrm>
              <a:off x="5399725" y="3214025"/>
              <a:ext cx="113025" cy="790350"/>
            </a:xfrm>
            <a:custGeom>
              <a:rect b="b" l="l" r="r" t="t"/>
              <a:pathLst>
                <a:path extrusionOk="0" h="31614" w="4521">
                  <a:moveTo>
                    <a:pt x="0" y="1"/>
                  </a:moveTo>
                  <a:lnTo>
                    <a:pt x="0" y="31613"/>
                  </a:lnTo>
                  <a:lnTo>
                    <a:pt x="4520" y="31613"/>
                  </a:lnTo>
                  <a:lnTo>
                    <a:pt x="452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" name="Google Shape;1715;p34"/>
            <p:cNvSpPr/>
            <p:nvPr/>
          </p:nvSpPr>
          <p:spPr>
            <a:xfrm>
              <a:off x="5393400" y="3208425"/>
              <a:ext cx="125650" cy="802250"/>
            </a:xfrm>
            <a:custGeom>
              <a:rect b="b" l="l" r="r" t="t"/>
              <a:pathLst>
                <a:path extrusionOk="0" h="32090" w="5026">
                  <a:moveTo>
                    <a:pt x="4549" y="478"/>
                  </a:moveTo>
                  <a:lnTo>
                    <a:pt x="4549" y="31613"/>
                  </a:lnTo>
                  <a:lnTo>
                    <a:pt x="478" y="31613"/>
                  </a:lnTo>
                  <a:lnTo>
                    <a:pt x="478" y="478"/>
                  </a:lnTo>
                  <a:close/>
                  <a:moveTo>
                    <a:pt x="253" y="0"/>
                  </a:moveTo>
                  <a:cubicBezTo>
                    <a:pt x="169" y="0"/>
                    <a:pt x="113" y="28"/>
                    <a:pt x="85" y="57"/>
                  </a:cubicBezTo>
                  <a:cubicBezTo>
                    <a:pt x="29" y="113"/>
                    <a:pt x="1" y="169"/>
                    <a:pt x="1" y="225"/>
                  </a:cubicBezTo>
                  <a:lnTo>
                    <a:pt x="1" y="31837"/>
                  </a:lnTo>
                  <a:cubicBezTo>
                    <a:pt x="1" y="31921"/>
                    <a:pt x="29" y="31978"/>
                    <a:pt x="85" y="32006"/>
                  </a:cubicBezTo>
                  <a:cubicBezTo>
                    <a:pt x="113" y="32062"/>
                    <a:pt x="169" y="32090"/>
                    <a:pt x="253" y="32090"/>
                  </a:cubicBezTo>
                  <a:lnTo>
                    <a:pt x="4773" y="32090"/>
                  </a:lnTo>
                  <a:cubicBezTo>
                    <a:pt x="4858" y="32090"/>
                    <a:pt x="4914" y="32062"/>
                    <a:pt x="4942" y="32006"/>
                  </a:cubicBezTo>
                  <a:cubicBezTo>
                    <a:pt x="4998" y="31978"/>
                    <a:pt x="5026" y="31921"/>
                    <a:pt x="5026" y="31837"/>
                  </a:cubicBezTo>
                  <a:lnTo>
                    <a:pt x="5026" y="225"/>
                  </a:lnTo>
                  <a:cubicBezTo>
                    <a:pt x="5026" y="169"/>
                    <a:pt x="4998" y="113"/>
                    <a:pt x="4942" y="57"/>
                  </a:cubicBezTo>
                  <a:cubicBezTo>
                    <a:pt x="4914" y="28"/>
                    <a:pt x="4858" y="0"/>
                    <a:pt x="47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" name="Google Shape;1716;p34"/>
            <p:cNvSpPr/>
            <p:nvPr/>
          </p:nvSpPr>
          <p:spPr>
            <a:xfrm>
              <a:off x="5273375" y="3646400"/>
              <a:ext cx="113725" cy="357975"/>
            </a:xfrm>
            <a:custGeom>
              <a:rect b="b" l="l" r="r" t="t"/>
              <a:pathLst>
                <a:path extrusionOk="0" h="14319" w="4549">
                  <a:moveTo>
                    <a:pt x="1" y="0"/>
                  </a:moveTo>
                  <a:lnTo>
                    <a:pt x="1" y="14318"/>
                  </a:lnTo>
                  <a:lnTo>
                    <a:pt x="4549" y="14318"/>
                  </a:lnTo>
                  <a:lnTo>
                    <a:pt x="454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" name="Google Shape;1717;p34"/>
            <p:cNvSpPr/>
            <p:nvPr/>
          </p:nvSpPr>
          <p:spPr>
            <a:xfrm>
              <a:off x="5267075" y="3640075"/>
              <a:ext cx="125650" cy="370600"/>
            </a:xfrm>
            <a:custGeom>
              <a:rect b="b" l="l" r="r" t="t"/>
              <a:pathLst>
                <a:path extrusionOk="0" h="14824" w="5026">
                  <a:moveTo>
                    <a:pt x="4548" y="478"/>
                  </a:moveTo>
                  <a:lnTo>
                    <a:pt x="4548" y="14347"/>
                  </a:lnTo>
                  <a:lnTo>
                    <a:pt x="477" y="14347"/>
                  </a:lnTo>
                  <a:lnTo>
                    <a:pt x="477" y="478"/>
                  </a:lnTo>
                  <a:close/>
                  <a:moveTo>
                    <a:pt x="0" y="0"/>
                  </a:moveTo>
                  <a:lnTo>
                    <a:pt x="0" y="253"/>
                  </a:lnTo>
                  <a:lnTo>
                    <a:pt x="0" y="14824"/>
                  </a:lnTo>
                  <a:lnTo>
                    <a:pt x="5026" y="14824"/>
                  </a:lnTo>
                  <a:lnTo>
                    <a:pt x="502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" name="Google Shape;1718;p34"/>
            <p:cNvSpPr/>
            <p:nvPr/>
          </p:nvSpPr>
          <p:spPr>
            <a:xfrm>
              <a:off x="5147050" y="3530575"/>
              <a:ext cx="113725" cy="473800"/>
            </a:xfrm>
            <a:custGeom>
              <a:rect b="b" l="l" r="r" t="t"/>
              <a:pathLst>
                <a:path extrusionOk="0" h="18952" w="4549">
                  <a:moveTo>
                    <a:pt x="0" y="1"/>
                  </a:moveTo>
                  <a:lnTo>
                    <a:pt x="0" y="18951"/>
                  </a:lnTo>
                  <a:lnTo>
                    <a:pt x="4549" y="18951"/>
                  </a:lnTo>
                  <a:lnTo>
                    <a:pt x="45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" name="Google Shape;1719;p34"/>
            <p:cNvSpPr/>
            <p:nvPr/>
          </p:nvSpPr>
          <p:spPr>
            <a:xfrm>
              <a:off x="5141425" y="3524275"/>
              <a:ext cx="124975" cy="486400"/>
            </a:xfrm>
            <a:custGeom>
              <a:rect b="b" l="l" r="r" t="t"/>
              <a:pathLst>
                <a:path extrusionOk="0" h="19456" w="4999">
                  <a:moveTo>
                    <a:pt x="4521" y="477"/>
                  </a:moveTo>
                  <a:lnTo>
                    <a:pt x="4521" y="18979"/>
                  </a:lnTo>
                  <a:lnTo>
                    <a:pt x="450" y="18979"/>
                  </a:lnTo>
                  <a:lnTo>
                    <a:pt x="450" y="477"/>
                  </a:lnTo>
                  <a:close/>
                  <a:moveTo>
                    <a:pt x="225" y="0"/>
                  </a:moveTo>
                  <a:cubicBezTo>
                    <a:pt x="169" y="0"/>
                    <a:pt x="113" y="28"/>
                    <a:pt x="57" y="84"/>
                  </a:cubicBezTo>
                  <a:cubicBezTo>
                    <a:pt x="29" y="112"/>
                    <a:pt x="1" y="168"/>
                    <a:pt x="1" y="253"/>
                  </a:cubicBezTo>
                  <a:lnTo>
                    <a:pt x="1" y="19203"/>
                  </a:lnTo>
                  <a:cubicBezTo>
                    <a:pt x="1" y="19287"/>
                    <a:pt x="29" y="19344"/>
                    <a:pt x="57" y="19372"/>
                  </a:cubicBezTo>
                  <a:cubicBezTo>
                    <a:pt x="113" y="19428"/>
                    <a:pt x="169" y="19456"/>
                    <a:pt x="225" y="19456"/>
                  </a:cubicBezTo>
                  <a:lnTo>
                    <a:pt x="4774" y="19456"/>
                  </a:lnTo>
                  <a:cubicBezTo>
                    <a:pt x="4830" y="19456"/>
                    <a:pt x="4886" y="19428"/>
                    <a:pt x="4942" y="19372"/>
                  </a:cubicBezTo>
                  <a:cubicBezTo>
                    <a:pt x="4970" y="19344"/>
                    <a:pt x="4998" y="19287"/>
                    <a:pt x="4998" y="19203"/>
                  </a:cubicBezTo>
                  <a:lnTo>
                    <a:pt x="4998" y="253"/>
                  </a:lnTo>
                  <a:cubicBezTo>
                    <a:pt x="4998" y="168"/>
                    <a:pt x="4970" y="112"/>
                    <a:pt x="4942" y="84"/>
                  </a:cubicBezTo>
                  <a:cubicBezTo>
                    <a:pt x="4886" y="28"/>
                    <a:pt x="4830" y="0"/>
                    <a:pt x="477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0" name="Google Shape;1720;p34"/>
            <p:cNvSpPr/>
            <p:nvPr/>
          </p:nvSpPr>
          <p:spPr>
            <a:xfrm>
              <a:off x="5020700" y="3941175"/>
              <a:ext cx="113750" cy="63200"/>
            </a:xfrm>
            <a:custGeom>
              <a:rect b="b" l="l" r="r" t="t"/>
              <a:pathLst>
                <a:path extrusionOk="0" h="2528" w="4550">
                  <a:moveTo>
                    <a:pt x="1" y="0"/>
                  </a:moveTo>
                  <a:lnTo>
                    <a:pt x="1" y="2527"/>
                  </a:lnTo>
                  <a:lnTo>
                    <a:pt x="4549" y="2527"/>
                  </a:lnTo>
                  <a:lnTo>
                    <a:pt x="454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1" name="Google Shape;1721;p34"/>
            <p:cNvSpPr/>
            <p:nvPr/>
          </p:nvSpPr>
          <p:spPr>
            <a:xfrm>
              <a:off x="5015100" y="3935550"/>
              <a:ext cx="124950" cy="75125"/>
            </a:xfrm>
            <a:custGeom>
              <a:rect b="b" l="l" r="r" t="t"/>
              <a:pathLst>
                <a:path extrusionOk="0" h="3005" w="4998">
                  <a:moveTo>
                    <a:pt x="4548" y="478"/>
                  </a:moveTo>
                  <a:lnTo>
                    <a:pt x="4548" y="2528"/>
                  </a:lnTo>
                  <a:lnTo>
                    <a:pt x="450" y="2528"/>
                  </a:lnTo>
                  <a:lnTo>
                    <a:pt x="475" y="478"/>
                  </a:lnTo>
                  <a:close/>
                  <a:moveTo>
                    <a:pt x="0" y="1"/>
                  </a:moveTo>
                  <a:lnTo>
                    <a:pt x="0" y="225"/>
                  </a:lnTo>
                  <a:lnTo>
                    <a:pt x="0" y="3005"/>
                  </a:lnTo>
                  <a:lnTo>
                    <a:pt x="4998" y="3005"/>
                  </a:lnTo>
                  <a:lnTo>
                    <a:pt x="49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2" name="Google Shape;1722;p34"/>
            <p:cNvSpPr/>
            <p:nvPr/>
          </p:nvSpPr>
          <p:spPr>
            <a:xfrm>
              <a:off x="4894375" y="3878000"/>
              <a:ext cx="113725" cy="126375"/>
            </a:xfrm>
            <a:custGeom>
              <a:rect b="b" l="l" r="r" t="t"/>
              <a:pathLst>
                <a:path extrusionOk="0" h="5055" w="4549">
                  <a:moveTo>
                    <a:pt x="0" y="1"/>
                  </a:moveTo>
                  <a:lnTo>
                    <a:pt x="0" y="5054"/>
                  </a:lnTo>
                  <a:lnTo>
                    <a:pt x="4549" y="5054"/>
                  </a:lnTo>
                  <a:lnTo>
                    <a:pt x="454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3" name="Google Shape;1723;p34"/>
            <p:cNvSpPr/>
            <p:nvPr/>
          </p:nvSpPr>
          <p:spPr>
            <a:xfrm>
              <a:off x="4888750" y="3872400"/>
              <a:ext cx="125675" cy="138275"/>
            </a:xfrm>
            <a:custGeom>
              <a:rect b="b" l="l" r="r" t="t"/>
              <a:pathLst>
                <a:path extrusionOk="0" h="5531" w="5027">
                  <a:moveTo>
                    <a:pt x="4549" y="477"/>
                  </a:moveTo>
                  <a:lnTo>
                    <a:pt x="4549" y="5054"/>
                  </a:lnTo>
                  <a:lnTo>
                    <a:pt x="478" y="5054"/>
                  </a:lnTo>
                  <a:lnTo>
                    <a:pt x="478" y="477"/>
                  </a:lnTo>
                  <a:close/>
                  <a:moveTo>
                    <a:pt x="225" y="0"/>
                  </a:moveTo>
                  <a:cubicBezTo>
                    <a:pt x="169" y="0"/>
                    <a:pt x="113" y="28"/>
                    <a:pt x="57" y="56"/>
                  </a:cubicBezTo>
                  <a:cubicBezTo>
                    <a:pt x="29" y="112"/>
                    <a:pt x="1" y="169"/>
                    <a:pt x="1" y="225"/>
                  </a:cubicBezTo>
                  <a:lnTo>
                    <a:pt x="1" y="5278"/>
                  </a:lnTo>
                  <a:cubicBezTo>
                    <a:pt x="1" y="5362"/>
                    <a:pt x="29" y="5419"/>
                    <a:pt x="57" y="5447"/>
                  </a:cubicBezTo>
                  <a:cubicBezTo>
                    <a:pt x="113" y="5503"/>
                    <a:pt x="169" y="5531"/>
                    <a:pt x="225" y="5531"/>
                  </a:cubicBezTo>
                  <a:lnTo>
                    <a:pt x="4774" y="5531"/>
                  </a:lnTo>
                  <a:cubicBezTo>
                    <a:pt x="4830" y="5531"/>
                    <a:pt x="4914" y="5503"/>
                    <a:pt x="4942" y="5447"/>
                  </a:cubicBezTo>
                  <a:cubicBezTo>
                    <a:pt x="4998" y="5419"/>
                    <a:pt x="5026" y="5362"/>
                    <a:pt x="5026" y="5278"/>
                  </a:cubicBezTo>
                  <a:lnTo>
                    <a:pt x="5026" y="225"/>
                  </a:lnTo>
                  <a:cubicBezTo>
                    <a:pt x="5026" y="169"/>
                    <a:pt x="4998" y="112"/>
                    <a:pt x="4942" y="56"/>
                  </a:cubicBezTo>
                  <a:cubicBezTo>
                    <a:pt x="4914" y="28"/>
                    <a:pt x="4830" y="0"/>
                    <a:pt x="477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4" name="Google Shape;1724;p34"/>
            <p:cNvSpPr/>
            <p:nvPr/>
          </p:nvSpPr>
          <p:spPr>
            <a:xfrm>
              <a:off x="4768750" y="3646400"/>
              <a:ext cx="113025" cy="357975"/>
            </a:xfrm>
            <a:custGeom>
              <a:rect b="b" l="l" r="r" t="t"/>
              <a:pathLst>
                <a:path extrusionOk="0" h="14319" w="4521">
                  <a:moveTo>
                    <a:pt x="0" y="0"/>
                  </a:moveTo>
                  <a:lnTo>
                    <a:pt x="0" y="14318"/>
                  </a:lnTo>
                  <a:lnTo>
                    <a:pt x="4520" y="14318"/>
                  </a:lnTo>
                  <a:lnTo>
                    <a:pt x="452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5" name="Google Shape;1725;p34"/>
            <p:cNvSpPr/>
            <p:nvPr/>
          </p:nvSpPr>
          <p:spPr>
            <a:xfrm>
              <a:off x="4762425" y="3640075"/>
              <a:ext cx="125650" cy="370600"/>
            </a:xfrm>
            <a:custGeom>
              <a:rect b="b" l="l" r="r" t="t"/>
              <a:pathLst>
                <a:path extrusionOk="0" h="14824" w="5026">
                  <a:moveTo>
                    <a:pt x="4549" y="478"/>
                  </a:moveTo>
                  <a:lnTo>
                    <a:pt x="4549" y="14347"/>
                  </a:lnTo>
                  <a:lnTo>
                    <a:pt x="478" y="14347"/>
                  </a:lnTo>
                  <a:lnTo>
                    <a:pt x="478" y="478"/>
                  </a:lnTo>
                  <a:close/>
                  <a:moveTo>
                    <a:pt x="0" y="0"/>
                  </a:moveTo>
                  <a:lnTo>
                    <a:pt x="0" y="253"/>
                  </a:lnTo>
                  <a:lnTo>
                    <a:pt x="0" y="14824"/>
                  </a:lnTo>
                  <a:lnTo>
                    <a:pt x="5026" y="14824"/>
                  </a:lnTo>
                  <a:lnTo>
                    <a:pt x="502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6" name="Google Shape;1726;p34"/>
            <p:cNvSpPr/>
            <p:nvPr/>
          </p:nvSpPr>
          <p:spPr>
            <a:xfrm>
              <a:off x="4673275" y="3320025"/>
              <a:ext cx="283600" cy="242875"/>
            </a:xfrm>
            <a:custGeom>
              <a:rect b="b" l="l" r="r" t="t"/>
              <a:pathLst>
                <a:path extrusionOk="0" h="9715" w="11344">
                  <a:moveTo>
                    <a:pt x="9403" y="365"/>
                  </a:moveTo>
                  <a:lnTo>
                    <a:pt x="10976" y="9263"/>
                  </a:lnTo>
                  <a:lnTo>
                    <a:pt x="10976" y="9263"/>
                  </a:lnTo>
                  <a:cubicBezTo>
                    <a:pt x="10495" y="9332"/>
                    <a:pt x="9998" y="9377"/>
                    <a:pt x="9546" y="9377"/>
                  </a:cubicBezTo>
                  <a:cubicBezTo>
                    <a:pt x="5167" y="9377"/>
                    <a:pt x="1292" y="6233"/>
                    <a:pt x="506" y="1769"/>
                  </a:cubicBezTo>
                  <a:cubicBezTo>
                    <a:pt x="406" y="1319"/>
                    <a:pt x="373" y="825"/>
                    <a:pt x="367" y="365"/>
                  </a:cubicBezTo>
                  <a:close/>
                  <a:moveTo>
                    <a:pt x="197" y="0"/>
                  </a:moveTo>
                  <a:cubicBezTo>
                    <a:pt x="141" y="0"/>
                    <a:pt x="85" y="28"/>
                    <a:pt x="57" y="56"/>
                  </a:cubicBezTo>
                  <a:cubicBezTo>
                    <a:pt x="29" y="84"/>
                    <a:pt x="1" y="141"/>
                    <a:pt x="1" y="197"/>
                  </a:cubicBezTo>
                  <a:cubicBezTo>
                    <a:pt x="1" y="730"/>
                    <a:pt x="57" y="1292"/>
                    <a:pt x="141" y="1853"/>
                  </a:cubicBezTo>
                  <a:cubicBezTo>
                    <a:pt x="955" y="6457"/>
                    <a:pt x="4998" y="9714"/>
                    <a:pt x="9546" y="9714"/>
                  </a:cubicBezTo>
                  <a:cubicBezTo>
                    <a:pt x="10080" y="9714"/>
                    <a:pt x="10641" y="9686"/>
                    <a:pt x="11203" y="9574"/>
                  </a:cubicBezTo>
                  <a:cubicBezTo>
                    <a:pt x="11259" y="9574"/>
                    <a:pt x="11287" y="9546"/>
                    <a:pt x="11315" y="9518"/>
                  </a:cubicBezTo>
                  <a:cubicBezTo>
                    <a:pt x="11343" y="9461"/>
                    <a:pt x="11343" y="9433"/>
                    <a:pt x="11343" y="9377"/>
                  </a:cubicBezTo>
                  <a:lnTo>
                    <a:pt x="9715" y="141"/>
                  </a:lnTo>
                  <a:cubicBezTo>
                    <a:pt x="9715" y="56"/>
                    <a:pt x="9631" y="0"/>
                    <a:pt x="954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7" name="Google Shape;1727;p34"/>
            <p:cNvSpPr/>
            <p:nvPr/>
          </p:nvSpPr>
          <p:spPr>
            <a:xfrm>
              <a:off x="4905600" y="3314400"/>
              <a:ext cx="197250" cy="245675"/>
            </a:xfrm>
            <a:custGeom>
              <a:rect b="b" l="l" r="r" t="t"/>
              <a:pathLst>
                <a:path extrusionOk="0" h="9827" w="7890">
                  <a:moveTo>
                    <a:pt x="501" y="816"/>
                  </a:moveTo>
                  <a:lnTo>
                    <a:pt x="7383" y="6206"/>
                  </a:lnTo>
                  <a:lnTo>
                    <a:pt x="7383" y="6206"/>
                  </a:lnTo>
                  <a:cubicBezTo>
                    <a:pt x="5953" y="7957"/>
                    <a:pt x="4238" y="9000"/>
                    <a:pt x="2020" y="9431"/>
                  </a:cubicBezTo>
                  <a:lnTo>
                    <a:pt x="2020" y="9431"/>
                  </a:lnTo>
                  <a:lnTo>
                    <a:pt x="501" y="816"/>
                  </a:lnTo>
                  <a:close/>
                  <a:moveTo>
                    <a:pt x="1" y="1"/>
                  </a:moveTo>
                  <a:lnTo>
                    <a:pt x="85" y="450"/>
                  </a:lnTo>
                  <a:lnTo>
                    <a:pt x="1741" y="9827"/>
                  </a:lnTo>
                  <a:lnTo>
                    <a:pt x="1910" y="9799"/>
                  </a:lnTo>
                  <a:cubicBezTo>
                    <a:pt x="4352" y="9378"/>
                    <a:pt x="6233" y="8227"/>
                    <a:pt x="7777" y="6289"/>
                  </a:cubicBezTo>
                  <a:lnTo>
                    <a:pt x="7890" y="614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8" name="Google Shape;1728;p34"/>
            <p:cNvSpPr/>
            <p:nvPr/>
          </p:nvSpPr>
          <p:spPr>
            <a:xfrm>
              <a:off x="4789800" y="3086300"/>
              <a:ext cx="361475" cy="386750"/>
            </a:xfrm>
            <a:custGeom>
              <a:rect b="b" l="l" r="r" t="t"/>
              <a:pathLst>
                <a:path extrusionOk="0" h="15470" w="14459">
                  <a:moveTo>
                    <a:pt x="4885" y="337"/>
                  </a:moveTo>
                  <a:cubicBezTo>
                    <a:pt x="8058" y="337"/>
                    <a:pt x="11146" y="1994"/>
                    <a:pt x="12831" y="4942"/>
                  </a:cubicBezTo>
                  <a:cubicBezTo>
                    <a:pt x="13701" y="6401"/>
                    <a:pt x="14094" y="7974"/>
                    <a:pt x="14094" y="9546"/>
                  </a:cubicBezTo>
                  <a:cubicBezTo>
                    <a:pt x="14094" y="11484"/>
                    <a:pt x="13483" y="13395"/>
                    <a:pt x="12237" y="15048"/>
                  </a:cubicBezTo>
                  <a:lnTo>
                    <a:pt x="12237" y="15048"/>
                  </a:lnTo>
                  <a:lnTo>
                    <a:pt x="5019" y="9422"/>
                  </a:lnTo>
                  <a:lnTo>
                    <a:pt x="442" y="1482"/>
                  </a:lnTo>
                  <a:lnTo>
                    <a:pt x="442" y="1482"/>
                  </a:lnTo>
                  <a:cubicBezTo>
                    <a:pt x="1856" y="702"/>
                    <a:pt x="3371" y="337"/>
                    <a:pt x="4885" y="337"/>
                  </a:cubicBezTo>
                  <a:close/>
                  <a:moveTo>
                    <a:pt x="4885" y="0"/>
                  </a:moveTo>
                  <a:cubicBezTo>
                    <a:pt x="3257" y="0"/>
                    <a:pt x="1629" y="393"/>
                    <a:pt x="113" y="1264"/>
                  </a:cubicBezTo>
                  <a:cubicBezTo>
                    <a:pt x="28" y="1320"/>
                    <a:pt x="0" y="1432"/>
                    <a:pt x="57" y="1516"/>
                  </a:cubicBezTo>
                  <a:lnTo>
                    <a:pt x="4745" y="9630"/>
                  </a:lnTo>
                  <a:lnTo>
                    <a:pt x="4773" y="9658"/>
                  </a:lnTo>
                  <a:lnTo>
                    <a:pt x="12157" y="15441"/>
                  </a:lnTo>
                  <a:cubicBezTo>
                    <a:pt x="12185" y="15470"/>
                    <a:pt x="12241" y="15470"/>
                    <a:pt x="12297" y="15470"/>
                  </a:cubicBezTo>
                  <a:cubicBezTo>
                    <a:pt x="12325" y="15470"/>
                    <a:pt x="12381" y="15441"/>
                    <a:pt x="12409" y="15413"/>
                  </a:cubicBezTo>
                  <a:cubicBezTo>
                    <a:pt x="13757" y="13673"/>
                    <a:pt x="14459" y="11623"/>
                    <a:pt x="14459" y="9546"/>
                  </a:cubicBezTo>
                  <a:cubicBezTo>
                    <a:pt x="14459" y="7917"/>
                    <a:pt x="14010" y="6289"/>
                    <a:pt x="13139" y="4773"/>
                  </a:cubicBezTo>
                  <a:cubicBezTo>
                    <a:pt x="11371" y="1713"/>
                    <a:pt x="8170" y="0"/>
                    <a:pt x="48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9" name="Google Shape;1729;p34"/>
            <p:cNvSpPr/>
            <p:nvPr/>
          </p:nvSpPr>
          <p:spPr>
            <a:xfrm>
              <a:off x="4797525" y="3210525"/>
              <a:ext cx="228825" cy="228125"/>
            </a:xfrm>
            <a:custGeom>
              <a:rect b="b" l="l" r="r" t="t"/>
              <a:pathLst>
                <a:path extrusionOk="0" h="9125" w="9153">
                  <a:moveTo>
                    <a:pt x="4576" y="1"/>
                  </a:moveTo>
                  <a:cubicBezTo>
                    <a:pt x="2050" y="1"/>
                    <a:pt x="0" y="2050"/>
                    <a:pt x="0" y="4577"/>
                  </a:cubicBezTo>
                  <a:cubicBezTo>
                    <a:pt x="0" y="7075"/>
                    <a:pt x="2050" y="9125"/>
                    <a:pt x="4576" y="9125"/>
                  </a:cubicBezTo>
                  <a:cubicBezTo>
                    <a:pt x="7103" y="9125"/>
                    <a:pt x="9153" y="7075"/>
                    <a:pt x="9153" y="4577"/>
                  </a:cubicBezTo>
                  <a:cubicBezTo>
                    <a:pt x="9153" y="2050"/>
                    <a:pt x="7103" y="1"/>
                    <a:pt x="457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0" name="Google Shape;1730;p34"/>
            <p:cNvSpPr/>
            <p:nvPr/>
          </p:nvSpPr>
          <p:spPr>
            <a:xfrm>
              <a:off x="4793300" y="3206325"/>
              <a:ext cx="237250" cy="236550"/>
            </a:xfrm>
            <a:custGeom>
              <a:rect b="b" l="l" r="r" t="t"/>
              <a:pathLst>
                <a:path extrusionOk="0" h="9462" w="9490">
                  <a:moveTo>
                    <a:pt x="4745" y="337"/>
                  </a:moveTo>
                  <a:cubicBezTo>
                    <a:pt x="5953" y="337"/>
                    <a:pt x="7047" y="842"/>
                    <a:pt x="7862" y="1628"/>
                  </a:cubicBezTo>
                  <a:cubicBezTo>
                    <a:pt x="8648" y="2415"/>
                    <a:pt x="9125" y="3510"/>
                    <a:pt x="9125" y="4745"/>
                  </a:cubicBezTo>
                  <a:cubicBezTo>
                    <a:pt x="9125" y="5952"/>
                    <a:pt x="8648" y="7047"/>
                    <a:pt x="7862" y="7833"/>
                  </a:cubicBezTo>
                  <a:cubicBezTo>
                    <a:pt x="7047" y="8619"/>
                    <a:pt x="5953" y="9124"/>
                    <a:pt x="4745" y="9124"/>
                  </a:cubicBezTo>
                  <a:cubicBezTo>
                    <a:pt x="3538" y="9124"/>
                    <a:pt x="2443" y="8619"/>
                    <a:pt x="1629" y="7833"/>
                  </a:cubicBezTo>
                  <a:cubicBezTo>
                    <a:pt x="843" y="7047"/>
                    <a:pt x="366" y="5952"/>
                    <a:pt x="366" y="4745"/>
                  </a:cubicBezTo>
                  <a:cubicBezTo>
                    <a:pt x="366" y="3510"/>
                    <a:pt x="843" y="2415"/>
                    <a:pt x="1629" y="1628"/>
                  </a:cubicBezTo>
                  <a:cubicBezTo>
                    <a:pt x="2443" y="842"/>
                    <a:pt x="3538" y="337"/>
                    <a:pt x="4745" y="337"/>
                  </a:cubicBezTo>
                  <a:close/>
                  <a:moveTo>
                    <a:pt x="4745" y="0"/>
                  </a:moveTo>
                  <a:cubicBezTo>
                    <a:pt x="2134" y="0"/>
                    <a:pt x="1" y="2106"/>
                    <a:pt x="1" y="4745"/>
                  </a:cubicBezTo>
                  <a:cubicBezTo>
                    <a:pt x="1" y="7356"/>
                    <a:pt x="2134" y="9461"/>
                    <a:pt x="4745" y="9461"/>
                  </a:cubicBezTo>
                  <a:cubicBezTo>
                    <a:pt x="7356" y="9461"/>
                    <a:pt x="9490" y="7356"/>
                    <a:pt x="9490" y="4745"/>
                  </a:cubicBezTo>
                  <a:cubicBezTo>
                    <a:pt x="9490" y="2106"/>
                    <a:pt x="7356" y="0"/>
                    <a:pt x="47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1" name="Google Shape;1731;p34"/>
            <p:cNvSpPr/>
            <p:nvPr/>
          </p:nvSpPr>
          <p:spPr>
            <a:xfrm>
              <a:off x="5243200" y="4242275"/>
              <a:ext cx="278675" cy="11950"/>
            </a:xfrm>
            <a:custGeom>
              <a:rect b="b" l="l" r="r" t="t"/>
              <a:pathLst>
                <a:path extrusionOk="0" h="478" w="11147">
                  <a:moveTo>
                    <a:pt x="1" y="1"/>
                  </a:moveTo>
                  <a:lnTo>
                    <a:pt x="1" y="478"/>
                  </a:lnTo>
                  <a:lnTo>
                    <a:pt x="11146" y="478"/>
                  </a:lnTo>
                  <a:lnTo>
                    <a:pt x="111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2" name="Google Shape;1732;p34"/>
            <p:cNvSpPr/>
            <p:nvPr/>
          </p:nvSpPr>
          <p:spPr>
            <a:xfrm>
              <a:off x="5243200" y="4290000"/>
              <a:ext cx="278675" cy="11250"/>
            </a:xfrm>
            <a:custGeom>
              <a:rect b="b" l="l" r="r" t="t"/>
              <a:pathLst>
                <a:path extrusionOk="0" h="450" w="11147">
                  <a:moveTo>
                    <a:pt x="1" y="1"/>
                  </a:moveTo>
                  <a:lnTo>
                    <a:pt x="1" y="450"/>
                  </a:lnTo>
                  <a:lnTo>
                    <a:pt x="11146" y="450"/>
                  </a:lnTo>
                  <a:lnTo>
                    <a:pt x="111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3" name="Google Shape;1733;p34"/>
            <p:cNvSpPr/>
            <p:nvPr/>
          </p:nvSpPr>
          <p:spPr>
            <a:xfrm>
              <a:off x="5243200" y="4337025"/>
              <a:ext cx="278675" cy="11950"/>
            </a:xfrm>
            <a:custGeom>
              <a:rect b="b" l="l" r="r" t="t"/>
              <a:pathLst>
                <a:path extrusionOk="0" h="478" w="11147">
                  <a:moveTo>
                    <a:pt x="1" y="1"/>
                  </a:moveTo>
                  <a:lnTo>
                    <a:pt x="1" y="478"/>
                  </a:lnTo>
                  <a:lnTo>
                    <a:pt x="11146" y="478"/>
                  </a:lnTo>
                  <a:lnTo>
                    <a:pt x="111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4" name="Google Shape;1734;p34"/>
            <p:cNvSpPr/>
            <p:nvPr/>
          </p:nvSpPr>
          <p:spPr>
            <a:xfrm>
              <a:off x="5243200" y="4384750"/>
              <a:ext cx="278675" cy="11250"/>
            </a:xfrm>
            <a:custGeom>
              <a:rect b="b" l="l" r="r" t="t"/>
              <a:pathLst>
                <a:path extrusionOk="0" h="450" w="11147">
                  <a:moveTo>
                    <a:pt x="1" y="1"/>
                  </a:moveTo>
                  <a:lnTo>
                    <a:pt x="1" y="450"/>
                  </a:lnTo>
                  <a:lnTo>
                    <a:pt x="11146" y="450"/>
                  </a:lnTo>
                  <a:lnTo>
                    <a:pt x="111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5" name="Google Shape;1735;p34"/>
            <p:cNvSpPr/>
            <p:nvPr/>
          </p:nvSpPr>
          <p:spPr>
            <a:xfrm>
              <a:off x="5568175" y="3960825"/>
              <a:ext cx="277950" cy="389575"/>
            </a:xfrm>
            <a:custGeom>
              <a:rect b="b" l="l" r="r" t="t"/>
              <a:pathLst>
                <a:path extrusionOk="0" h="15583" w="11118">
                  <a:moveTo>
                    <a:pt x="10669" y="1"/>
                  </a:moveTo>
                  <a:lnTo>
                    <a:pt x="10669" y="15105"/>
                  </a:lnTo>
                  <a:lnTo>
                    <a:pt x="0" y="15105"/>
                  </a:lnTo>
                  <a:lnTo>
                    <a:pt x="0" y="15582"/>
                  </a:lnTo>
                  <a:lnTo>
                    <a:pt x="11118" y="15582"/>
                  </a:lnTo>
                  <a:lnTo>
                    <a:pt x="1111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6" name="Google Shape;1736;p34"/>
            <p:cNvSpPr/>
            <p:nvPr/>
          </p:nvSpPr>
          <p:spPr>
            <a:xfrm>
              <a:off x="1997775" y="759600"/>
              <a:ext cx="2480425" cy="1965250"/>
            </a:xfrm>
            <a:custGeom>
              <a:rect b="b" l="l" r="r" t="t"/>
              <a:pathLst>
                <a:path extrusionOk="0" h="78610" w="99217">
                  <a:moveTo>
                    <a:pt x="0" y="1"/>
                  </a:moveTo>
                  <a:lnTo>
                    <a:pt x="0" y="78610"/>
                  </a:lnTo>
                  <a:lnTo>
                    <a:pt x="99216" y="78610"/>
                  </a:lnTo>
                  <a:lnTo>
                    <a:pt x="99216" y="4380"/>
                  </a:lnTo>
                  <a:lnTo>
                    <a:pt x="26839" y="4380"/>
                  </a:lnTo>
                  <a:lnTo>
                    <a:pt x="24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7" name="Google Shape;1737;p34"/>
            <p:cNvSpPr/>
            <p:nvPr/>
          </p:nvSpPr>
          <p:spPr>
            <a:xfrm>
              <a:off x="2016000" y="918925"/>
              <a:ext cx="2445350" cy="1766625"/>
            </a:xfrm>
            <a:custGeom>
              <a:rect b="b" l="l" r="r" t="t"/>
              <a:pathLst>
                <a:path extrusionOk="0" h="70665" w="97814">
                  <a:moveTo>
                    <a:pt x="1" y="1"/>
                  </a:moveTo>
                  <a:lnTo>
                    <a:pt x="1" y="70665"/>
                  </a:lnTo>
                  <a:lnTo>
                    <a:pt x="97813" y="70665"/>
                  </a:lnTo>
                  <a:lnTo>
                    <a:pt x="9781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8" name="Google Shape;1738;p34"/>
            <p:cNvSpPr/>
            <p:nvPr/>
          </p:nvSpPr>
          <p:spPr>
            <a:xfrm>
              <a:off x="4417100" y="924550"/>
              <a:ext cx="38625" cy="1064750"/>
            </a:xfrm>
            <a:custGeom>
              <a:rect b="b" l="l" r="r" t="t"/>
              <a:pathLst>
                <a:path extrusionOk="0" h="42590" w="1545">
                  <a:moveTo>
                    <a:pt x="1" y="0"/>
                  </a:moveTo>
                  <a:lnTo>
                    <a:pt x="1" y="42590"/>
                  </a:lnTo>
                  <a:lnTo>
                    <a:pt x="1545" y="42590"/>
                  </a:lnTo>
                  <a:lnTo>
                    <a:pt x="1545" y="0"/>
                  </a:lnTo>
                  <a:close/>
                </a:path>
              </a:pathLst>
            </a:custGeom>
            <a:solidFill>
              <a:srgbClr val="D4D4D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9" name="Google Shape;1739;p34"/>
            <p:cNvSpPr/>
            <p:nvPr/>
          </p:nvSpPr>
          <p:spPr>
            <a:xfrm>
              <a:off x="4417100" y="1989275"/>
              <a:ext cx="38625" cy="689975"/>
            </a:xfrm>
            <a:custGeom>
              <a:rect b="b" l="l" r="r" t="t"/>
              <a:pathLst>
                <a:path extrusionOk="0" h="27599" w="1545">
                  <a:moveTo>
                    <a:pt x="1" y="1"/>
                  </a:moveTo>
                  <a:lnTo>
                    <a:pt x="1" y="27598"/>
                  </a:lnTo>
                  <a:lnTo>
                    <a:pt x="1545" y="27598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rgbClr val="B0B0B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0" name="Google Shape;1740;p34"/>
            <p:cNvSpPr/>
            <p:nvPr/>
          </p:nvSpPr>
          <p:spPr>
            <a:xfrm>
              <a:off x="2006175" y="895050"/>
              <a:ext cx="2458675" cy="96200"/>
            </a:xfrm>
            <a:custGeom>
              <a:rect b="b" l="l" r="r" t="t"/>
              <a:pathLst>
                <a:path extrusionOk="0" h="3848" w="98347">
                  <a:moveTo>
                    <a:pt x="1" y="1"/>
                  </a:moveTo>
                  <a:lnTo>
                    <a:pt x="1" y="3847"/>
                  </a:lnTo>
                  <a:lnTo>
                    <a:pt x="98347" y="3847"/>
                  </a:lnTo>
                  <a:lnTo>
                    <a:pt x="983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1" name="Google Shape;1741;p34"/>
            <p:cNvSpPr/>
            <p:nvPr/>
          </p:nvSpPr>
          <p:spPr>
            <a:xfrm>
              <a:off x="2000575" y="889450"/>
              <a:ext cx="2469900" cy="107400"/>
            </a:xfrm>
            <a:custGeom>
              <a:rect b="b" l="l" r="r" t="t"/>
              <a:pathLst>
                <a:path extrusionOk="0" h="4296" w="98796">
                  <a:moveTo>
                    <a:pt x="98346" y="450"/>
                  </a:moveTo>
                  <a:lnTo>
                    <a:pt x="98346" y="3847"/>
                  </a:lnTo>
                  <a:lnTo>
                    <a:pt x="478" y="3847"/>
                  </a:lnTo>
                  <a:lnTo>
                    <a:pt x="478" y="450"/>
                  </a:lnTo>
                  <a:close/>
                  <a:moveTo>
                    <a:pt x="0" y="0"/>
                  </a:moveTo>
                  <a:lnTo>
                    <a:pt x="0" y="4296"/>
                  </a:lnTo>
                  <a:lnTo>
                    <a:pt x="98795" y="4296"/>
                  </a:lnTo>
                  <a:lnTo>
                    <a:pt x="98795" y="4071"/>
                  </a:lnTo>
                  <a:lnTo>
                    <a:pt x="987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2" name="Google Shape;1742;p34"/>
            <p:cNvSpPr/>
            <p:nvPr/>
          </p:nvSpPr>
          <p:spPr>
            <a:xfrm>
              <a:off x="2010400" y="913300"/>
              <a:ext cx="2457275" cy="1777875"/>
            </a:xfrm>
            <a:custGeom>
              <a:rect b="b" l="l" r="r" t="t"/>
              <a:pathLst>
                <a:path extrusionOk="0" h="71115" w="98291">
                  <a:moveTo>
                    <a:pt x="97813" y="450"/>
                  </a:moveTo>
                  <a:lnTo>
                    <a:pt x="97813" y="70637"/>
                  </a:lnTo>
                  <a:lnTo>
                    <a:pt x="450" y="70637"/>
                  </a:lnTo>
                  <a:lnTo>
                    <a:pt x="450" y="450"/>
                  </a:lnTo>
                  <a:close/>
                  <a:moveTo>
                    <a:pt x="225" y="1"/>
                  </a:moveTo>
                  <a:cubicBezTo>
                    <a:pt x="169" y="1"/>
                    <a:pt x="113" y="29"/>
                    <a:pt x="57" y="57"/>
                  </a:cubicBezTo>
                  <a:cubicBezTo>
                    <a:pt x="28" y="113"/>
                    <a:pt x="0" y="169"/>
                    <a:pt x="0" y="226"/>
                  </a:cubicBezTo>
                  <a:lnTo>
                    <a:pt x="0" y="70890"/>
                  </a:lnTo>
                  <a:cubicBezTo>
                    <a:pt x="0" y="70946"/>
                    <a:pt x="28" y="71002"/>
                    <a:pt x="57" y="71030"/>
                  </a:cubicBezTo>
                  <a:cubicBezTo>
                    <a:pt x="113" y="71086"/>
                    <a:pt x="169" y="71114"/>
                    <a:pt x="225" y="71114"/>
                  </a:cubicBezTo>
                  <a:lnTo>
                    <a:pt x="98037" y="71114"/>
                  </a:lnTo>
                  <a:cubicBezTo>
                    <a:pt x="98122" y="71114"/>
                    <a:pt x="98178" y="71086"/>
                    <a:pt x="98206" y="71030"/>
                  </a:cubicBezTo>
                  <a:cubicBezTo>
                    <a:pt x="98262" y="71002"/>
                    <a:pt x="98290" y="70946"/>
                    <a:pt x="98290" y="70890"/>
                  </a:cubicBezTo>
                  <a:lnTo>
                    <a:pt x="98290" y="226"/>
                  </a:lnTo>
                  <a:cubicBezTo>
                    <a:pt x="98290" y="169"/>
                    <a:pt x="98262" y="113"/>
                    <a:pt x="98206" y="57"/>
                  </a:cubicBezTo>
                  <a:cubicBezTo>
                    <a:pt x="98178" y="29"/>
                    <a:pt x="98122" y="1"/>
                    <a:pt x="980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3" name="Google Shape;1743;p34"/>
            <p:cNvSpPr/>
            <p:nvPr/>
          </p:nvSpPr>
          <p:spPr>
            <a:xfrm>
              <a:off x="3103900" y="1053675"/>
              <a:ext cx="201475" cy="30225"/>
            </a:xfrm>
            <a:custGeom>
              <a:rect b="b" l="l" r="r" t="t"/>
              <a:pathLst>
                <a:path extrusionOk="0" h="1209" w="8059">
                  <a:moveTo>
                    <a:pt x="618" y="1"/>
                  </a:moveTo>
                  <a:cubicBezTo>
                    <a:pt x="282" y="1"/>
                    <a:pt x="1" y="254"/>
                    <a:pt x="1" y="590"/>
                  </a:cubicBezTo>
                  <a:cubicBezTo>
                    <a:pt x="1" y="927"/>
                    <a:pt x="282" y="1208"/>
                    <a:pt x="618" y="1208"/>
                  </a:cubicBezTo>
                  <a:lnTo>
                    <a:pt x="7441" y="1208"/>
                  </a:lnTo>
                  <a:cubicBezTo>
                    <a:pt x="7778" y="1208"/>
                    <a:pt x="8058" y="927"/>
                    <a:pt x="8058" y="590"/>
                  </a:cubicBezTo>
                  <a:cubicBezTo>
                    <a:pt x="8058" y="254"/>
                    <a:pt x="7778" y="1"/>
                    <a:pt x="7441" y="1"/>
                  </a:cubicBezTo>
                  <a:close/>
                </a:path>
              </a:pathLst>
            </a:custGeom>
            <a:solidFill>
              <a:srgbClr val="D4D4D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4" name="Google Shape;1744;p34"/>
            <p:cNvSpPr/>
            <p:nvPr/>
          </p:nvSpPr>
          <p:spPr>
            <a:xfrm>
              <a:off x="3446425" y="1053675"/>
              <a:ext cx="200750" cy="30225"/>
            </a:xfrm>
            <a:custGeom>
              <a:rect b="b" l="l" r="r" t="t"/>
              <a:pathLst>
                <a:path extrusionOk="0" h="1209" w="8030">
                  <a:moveTo>
                    <a:pt x="590" y="1"/>
                  </a:moveTo>
                  <a:cubicBezTo>
                    <a:pt x="253" y="1"/>
                    <a:pt x="0" y="254"/>
                    <a:pt x="0" y="590"/>
                  </a:cubicBezTo>
                  <a:cubicBezTo>
                    <a:pt x="0" y="927"/>
                    <a:pt x="253" y="1208"/>
                    <a:pt x="590" y="1208"/>
                  </a:cubicBezTo>
                  <a:lnTo>
                    <a:pt x="7440" y="1208"/>
                  </a:lnTo>
                  <a:cubicBezTo>
                    <a:pt x="7777" y="1208"/>
                    <a:pt x="8030" y="927"/>
                    <a:pt x="8030" y="590"/>
                  </a:cubicBezTo>
                  <a:cubicBezTo>
                    <a:pt x="8030" y="254"/>
                    <a:pt x="7777" y="1"/>
                    <a:pt x="7440" y="1"/>
                  </a:cubicBezTo>
                  <a:close/>
                </a:path>
              </a:pathLst>
            </a:custGeom>
            <a:solidFill>
              <a:srgbClr val="D4D4D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5" name="Google Shape;1745;p34"/>
            <p:cNvSpPr/>
            <p:nvPr/>
          </p:nvSpPr>
          <p:spPr>
            <a:xfrm>
              <a:off x="3788225" y="1053675"/>
              <a:ext cx="201475" cy="30225"/>
            </a:xfrm>
            <a:custGeom>
              <a:rect b="b" l="l" r="r" t="t"/>
              <a:pathLst>
                <a:path extrusionOk="0" h="1209" w="8059">
                  <a:moveTo>
                    <a:pt x="618" y="1"/>
                  </a:moveTo>
                  <a:cubicBezTo>
                    <a:pt x="281" y="1"/>
                    <a:pt x="1" y="254"/>
                    <a:pt x="1" y="590"/>
                  </a:cubicBezTo>
                  <a:cubicBezTo>
                    <a:pt x="1" y="927"/>
                    <a:pt x="281" y="1208"/>
                    <a:pt x="618" y="1208"/>
                  </a:cubicBezTo>
                  <a:lnTo>
                    <a:pt x="7440" y="1208"/>
                  </a:lnTo>
                  <a:cubicBezTo>
                    <a:pt x="7777" y="1208"/>
                    <a:pt x="8058" y="927"/>
                    <a:pt x="8058" y="590"/>
                  </a:cubicBezTo>
                  <a:cubicBezTo>
                    <a:pt x="8058" y="254"/>
                    <a:pt x="7777" y="1"/>
                    <a:pt x="7440" y="1"/>
                  </a:cubicBezTo>
                  <a:close/>
                </a:path>
              </a:pathLst>
            </a:custGeom>
            <a:solidFill>
              <a:srgbClr val="D4D4D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6" name="Google Shape;1746;p34"/>
            <p:cNvSpPr/>
            <p:nvPr/>
          </p:nvSpPr>
          <p:spPr>
            <a:xfrm>
              <a:off x="4130750" y="1053675"/>
              <a:ext cx="201450" cy="30225"/>
            </a:xfrm>
            <a:custGeom>
              <a:rect b="b" l="l" r="r" t="t"/>
              <a:pathLst>
                <a:path extrusionOk="0" h="1209" w="8058">
                  <a:moveTo>
                    <a:pt x="590" y="1"/>
                  </a:moveTo>
                  <a:cubicBezTo>
                    <a:pt x="253" y="1"/>
                    <a:pt x="0" y="254"/>
                    <a:pt x="0" y="590"/>
                  </a:cubicBezTo>
                  <a:cubicBezTo>
                    <a:pt x="0" y="927"/>
                    <a:pt x="253" y="1208"/>
                    <a:pt x="590" y="1208"/>
                  </a:cubicBezTo>
                  <a:lnTo>
                    <a:pt x="7440" y="1208"/>
                  </a:lnTo>
                  <a:cubicBezTo>
                    <a:pt x="7777" y="1208"/>
                    <a:pt x="8058" y="927"/>
                    <a:pt x="8058" y="590"/>
                  </a:cubicBezTo>
                  <a:cubicBezTo>
                    <a:pt x="8058" y="254"/>
                    <a:pt x="7777" y="1"/>
                    <a:pt x="7440" y="1"/>
                  </a:cubicBezTo>
                  <a:close/>
                </a:path>
              </a:pathLst>
            </a:custGeom>
            <a:solidFill>
              <a:srgbClr val="D4D4D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7" name="Google Shape;1747;p34"/>
            <p:cNvSpPr/>
            <p:nvPr/>
          </p:nvSpPr>
          <p:spPr>
            <a:xfrm>
              <a:off x="2149375" y="1931025"/>
              <a:ext cx="2203175" cy="5625"/>
            </a:xfrm>
            <a:custGeom>
              <a:rect b="b" l="l" r="r" t="t"/>
              <a:pathLst>
                <a:path extrusionOk="0" h="225" w="88127">
                  <a:moveTo>
                    <a:pt x="0" y="0"/>
                  </a:moveTo>
                  <a:lnTo>
                    <a:pt x="0" y="225"/>
                  </a:lnTo>
                  <a:lnTo>
                    <a:pt x="88127" y="225"/>
                  </a:lnTo>
                  <a:lnTo>
                    <a:pt x="8812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8" name="Google Shape;1748;p34"/>
            <p:cNvSpPr/>
            <p:nvPr/>
          </p:nvSpPr>
          <p:spPr>
            <a:xfrm>
              <a:off x="2146550" y="1916975"/>
              <a:ext cx="5650" cy="16875"/>
            </a:xfrm>
            <a:custGeom>
              <a:rect b="b" l="l" r="r" t="t"/>
              <a:pathLst>
                <a:path extrusionOk="0" h="675" w="226">
                  <a:moveTo>
                    <a:pt x="1" y="1"/>
                  </a:moveTo>
                  <a:lnTo>
                    <a:pt x="1" y="675"/>
                  </a:lnTo>
                  <a:lnTo>
                    <a:pt x="225" y="675"/>
                  </a:lnTo>
                  <a:lnTo>
                    <a:pt x="22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9" name="Google Shape;1749;p34"/>
            <p:cNvSpPr/>
            <p:nvPr/>
          </p:nvSpPr>
          <p:spPr>
            <a:xfrm>
              <a:off x="2421700" y="1916975"/>
              <a:ext cx="6325" cy="16875"/>
            </a:xfrm>
            <a:custGeom>
              <a:rect b="b" l="l" r="r" t="t"/>
              <a:pathLst>
                <a:path extrusionOk="0" h="675" w="253">
                  <a:moveTo>
                    <a:pt x="0" y="1"/>
                  </a:moveTo>
                  <a:lnTo>
                    <a:pt x="0" y="675"/>
                  </a:lnTo>
                  <a:lnTo>
                    <a:pt x="253" y="675"/>
                  </a:lnTo>
                  <a:lnTo>
                    <a:pt x="25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0" name="Google Shape;1750;p34"/>
            <p:cNvSpPr/>
            <p:nvPr/>
          </p:nvSpPr>
          <p:spPr>
            <a:xfrm>
              <a:off x="2697525" y="1916975"/>
              <a:ext cx="5650" cy="16875"/>
            </a:xfrm>
            <a:custGeom>
              <a:rect b="b" l="l" r="r" t="t"/>
              <a:pathLst>
                <a:path extrusionOk="0" h="675" w="226">
                  <a:moveTo>
                    <a:pt x="1" y="1"/>
                  </a:moveTo>
                  <a:lnTo>
                    <a:pt x="1" y="675"/>
                  </a:lnTo>
                  <a:lnTo>
                    <a:pt x="225" y="675"/>
                  </a:lnTo>
                  <a:lnTo>
                    <a:pt x="22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1" name="Google Shape;1751;p34"/>
            <p:cNvSpPr/>
            <p:nvPr/>
          </p:nvSpPr>
          <p:spPr>
            <a:xfrm>
              <a:off x="2972650" y="1916975"/>
              <a:ext cx="5650" cy="16875"/>
            </a:xfrm>
            <a:custGeom>
              <a:rect b="b" l="l" r="r" t="t"/>
              <a:pathLst>
                <a:path extrusionOk="0" h="675" w="226">
                  <a:moveTo>
                    <a:pt x="1" y="1"/>
                  </a:moveTo>
                  <a:lnTo>
                    <a:pt x="1" y="675"/>
                  </a:lnTo>
                  <a:lnTo>
                    <a:pt x="225" y="675"/>
                  </a:lnTo>
                  <a:lnTo>
                    <a:pt x="22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2" name="Google Shape;1752;p34"/>
            <p:cNvSpPr/>
            <p:nvPr/>
          </p:nvSpPr>
          <p:spPr>
            <a:xfrm>
              <a:off x="3247800" y="1916975"/>
              <a:ext cx="6325" cy="16875"/>
            </a:xfrm>
            <a:custGeom>
              <a:rect b="b" l="l" r="r" t="t"/>
              <a:pathLst>
                <a:path extrusionOk="0" h="675" w="253">
                  <a:moveTo>
                    <a:pt x="0" y="1"/>
                  </a:moveTo>
                  <a:lnTo>
                    <a:pt x="0" y="675"/>
                  </a:lnTo>
                  <a:lnTo>
                    <a:pt x="253" y="675"/>
                  </a:lnTo>
                  <a:lnTo>
                    <a:pt x="25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3" name="Google Shape;1753;p34"/>
            <p:cNvSpPr/>
            <p:nvPr/>
          </p:nvSpPr>
          <p:spPr>
            <a:xfrm>
              <a:off x="3523625" y="1916975"/>
              <a:ext cx="5650" cy="16875"/>
            </a:xfrm>
            <a:custGeom>
              <a:rect b="b" l="l" r="r" t="t"/>
              <a:pathLst>
                <a:path extrusionOk="0" h="675" w="226">
                  <a:moveTo>
                    <a:pt x="1" y="1"/>
                  </a:moveTo>
                  <a:lnTo>
                    <a:pt x="1" y="675"/>
                  </a:lnTo>
                  <a:lnTo>
                    <a:pt x="225" y="675"/>
                  </a:lnTo>
                  <a:lnTo>
                    <a:pt x="22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4" name="Google Shape;1754;p34"/>
            <p:cNvSpPr/>
            <p:nvPr/>
          </p:nvSpPr>
          <p:spPr>
            <a:xfrm>
              <a:off x="3798750" y="1916975"/>
              <a:ext cx="5650" cy="16875"/>
            </a:xfrm>
            <a:custGeom>
              <a:rect b="b" l="l" r="r" t="t"/>
              <a:pathLst>
                <a:path extrusionOk="0" h="675" w="226">
                  <a:moveTo>
                    <a:pt x="1" y="1"/>
                  </a:moveTo>
                  <a:lnTo>
                    <a:pt x="1" y="675"/>
                  </a:lnTo>
                  <a:lnTo>
                    <a:pt x="225" y="675"/>
                  </a:lnTo>
                  <a:lnTo>
                    <a:pt x="22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5" name="Google Shape;1755;p34"/>
            <p:cNvSpPr/>
            <p:nvPr/>
          </p:nvSpPr>
          <p:spPr>
            <a:xfrm>
              <a:off x="4073900" y="1916975"/>
              <a:ext cx="6325" cy="16875"/>
            </a:xfrm>
            <a:custGeom>
              <a:rect b="b" l="l" r="r" t="t"/>
              <a:pathLst>
                <a:path extrusionOk="0" h="675" w="253">
                  <a:moveTo>
                    <a:pt x="0" y="1"/>
                  </a:moveTo>
                  <a:lnTo>
                    <a:pt x="0" y="675"/>
                  </a:lnTo>
                  <a:lnTo>
                    <a:pt x="253" y="675"/>
                  </a:lnTo>
                  <a:lnTo>
                    <a:pt x="25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6" name="Google Shape;1756;p34"/>
            <p:cNvSpPr/>
            <p:nvPr/>
          </p:nvSpPr>
          <p:spPr>
            <a:xfrm>
              <a:off x="4349725" y="1916975"/>
              <a:ext cx="5650" cy="16875"/>
            </a:xfrm>
            <a:custGeom>
              <a:rect b="b" l="l" r="r" t="t"/>
              <a:pathLst>
                <a:path extrusionOk="0" h="675" w="226">
                  <a:moveTo>
                    <a:pt x="0" y="1"/>
                  </a:moveTo>
                  <a:lnTo>
                    <a:pt x="0" y="675"/>
                  </a:lnTo>
                  <a:lnTo>
                    <a:pt x="225" y="675"/>
                  </a:lnTo>
                  <a:lnTo>
                    <a:pt x="22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7" name="Google Shape;1757;p34"/>
            <p:cNvSpPr/>
            <p:nvPr/>
          </p:nvSpPr>
          <p:spPr>
            <a:xfrm>
              <a:off x="2274300" y="1744725"/>
              <a:ext cx="301125" cy="108725"/>
            </a:xfrm>
            <a:custGeom>
              <a:rect b="b" l="l" r="r" t="t"/>
              <a:pathLst>
                <a:path extrusionOk="0" h="4349" w="12045">
                  <a:moveTo>
                    <a:pt x="11502" y="0"/>
                  </a:moveTo>
                  <a:cubicBezTo>
                    <a:pt x="11467" y="0"/>
                    <a:pt x="11432" y="4"/>
                    <a:pt x="11399" y="13"/>
                  </a:cubicBezTo>
                  <a:lnTo>
                    <a:pt x="365" y="3438"/>
                  </a:lnTo>
                  <a:cubicBezTo>
                    <a:pt x="141" y="3494"/>
                    <a:pt x="0" y="3775"/>
                    <a:pt x="57" y="4027"/>
                  </a:cubicBezTo>
                  <a:cubicBezTo>
                    <a:pt x="128" y="4218"/>
                    <a:pt x="322" y="4348"/>
                    <a:pt x="534" y="4348"/>
                  </a:cubicBezTo>
                  <a:cubicBezTo>
                    <a:pt x="571" y="4348"/>
                    <a:pt x="608" y="4344"/>
                    <a:pt x="646" y="4336"/>
                  </a:cubicBezTo>
                  <a:lnTo>
                    <a:pt x="11680" y="911"/>
                  </a:lnTo>
                  <a:cubicBezTo>
                    <a:pt x="11904" y="827"/>
                    <a:pt x="12045" y="574"/>
                    <a:pt x="11988" y="321"/>
                  </a:cubicBezTo>
                  <a:cubicBezTo>
                    <a:pt x="11917" y="130"/>
                    <a:pt x="11703" y="0"/>
                    <a:pt x="115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8" name="Google Shape;1758;p34"/>
            <p:cNvSpPr/>
            <p:nvPr/>
          </p:nvSpPr>
          <p:spPr>
            <a:xfrm>
              <a:off x="2549425" y="1557275"/>
              <a:ext cx="301825" cy="210775"/>
            </a:xfrm>
            <a:custGeom>
              <a:rect b="b" l="l" r="r" t="t"/>
              <a:pathLst>
                <a:path extrusionOk="0" h="8431" w="12073">
                  <a:moveTo>
                    <a:pt x="11555" y="1"/>
                  </a:moveTo>
                  <a:cubicBezTo>
                    <a:pt x="11459" y="1"/>
                    <a:pt x="11364" y="32"/>
                    <a:pt x="11287" y="99"/>
                  </a:cubicBezTo>
                  <a:lnTo>
                    <a:pt x="253" y="7595"/>
                  </a:lnTo>
                  <a:cubicBezTo>
                    <a:pt x="57" y="7735"/>
                    <a:pt x="1" y="8016"/>
                    <a:pt x="141" y="8240"/>
                  </a:cubicBezTo>
                  <a:cubicBezTo>
                    <a:pt x="229" y="8363"/>
                    <a:pt x="370" y="8431"/>
                    <a:pt x="519" y="8431"/>
                  </a:cubicBezTo>
                  <a:cubicBezTo>
                    <a:pt x="609" y="8431"/>
                    <a:pt x="702" y="8406"/>
                    <a:pt x="787" y="8353"/>
                  </a:cubicBezTo>
                  <a:lnTo>
                    <a:pt x="11792" y="857"/>
                  </a:lnTo>
                  <a:cubicBezTo>
                    <a:pt x="12017" y="716"/>
                    <a:pt x="12073" y="436"/>
                    <a:pt x="11933" y="211"/>
                  </a:cubicBezTo>
                  <a:cubicBezTo>
                    <a:pt x="11848" y="75"/>
                    <a:pt x="11701" y="1"/>
                    <a:pt x="115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9" name="Google Shape;1759;p34"/>
            <p:cNvSpPr/>
            <p:nvPr/>
          </p:nvSpPr>
          <p:spPr>
            <a:xfrm>
              <a:off x="2824575" y="1301875"/>
              <a:ext cx="301825" cy="278950"/>
            </a:xfrm>
            <a:custGeom>
              <a:rect b="b" l="l" r="r" t="t"/>
              <a:pathLst>
                <a:path extrusionOk="0" h="11158" w="12073">
                  <a:moveTo>
                    <a:pt x="11550" y="1"/>
                  </a:moveTo>
                  <a:cubicBezTo>
                    <a:pt x="11438" y="1"/>
                    <a:pt x="11324" y="43"/>
                    <a:pt x="11230" y="124"/>
                  </a:cubicBezTo>
                  <a:lnTo>
                    <a:pt x="225" y="10343"/>
                  </a:lnTo>
                  <a:cubicBezTo>
                    <a:pt x="28" y="10511"/>
                    <a:pt x="0" y="10820"/>
                    <a:pt x="197" y="11017"/>
                  </a:cubicBezTo>
                  <a:cubicBezTo>
                    <a:pt x="288" y="11108"/>
                    <a:pt x="412" y="11158"/>
                    <a:pt x="538" y="11158"/>
                  </a:cubicBezTo>
                  <a:cubicBezTo>
                    <a:pt x="644" y="11158"/>
                    <a:pt x="752" y="11122"/>
                    <a:pt x="842" y="11045"/>
                  </a:cubicBezTo>
                  <a:lnTo>
                    <a:pt x="11876" y="826"/>
                  </a:lnTo>
                  <a:cubicBezTo>
                    <a:pt x="12044" y="629"/>
                    <a:pt x="12072" y="348"/>
                    <a:pt x="11876" y="152"/>
                  </a:cubicBezTo>
                  <a:cubicBezTo>
                    <a:pt x="11788" y="50"/>
                    <a:pt x="11670" y="1"/>
                    <a:pt x="1155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0" name="Google Shape;1760;p34"/>
            <p:cNvSpPr/>
            <p:nvPr/>
          </p:nvSpPr>
          <p:spPr>
            <a:xfrm>
              <a:off x="3101100" y="1276175"/>
              <a:ext cx="299725" cy="49225"/>
            </a:xfrm>
            <a:custGeom>
              <a:rect b="b" l="l" r="r" t="t"/>
              <a:pathLst>
                <a:path extrusionOk="0" h="1969" w="11989">
                  <a:moveTo>
                    <a:pt x="11455" y="1"/>
                  </a:moveTo>
                  <a:lnTo>
                    <a:pt x="450" y="1039"/>
                  </a:lnTo>
                  <a:cubicBezTo>
                    <a:pt x="197" y="1067"/>
                    <a:pt x="1" y="1292"/>
                    <a:pt x="29" y="1545"/>
                  </a:cubicBezTo>
                  <a:cubicBezTo>
                    <a:pt x="55" y="1781"/>
                    <a:pt x="253" y="1968"/>
                    <a:pt x="486" y="1968"/>
                  </a:cubicBezTo>
                  <a:cubicBezTo>
                    <a:pt x="502" y="1968"/>
                    <a:pt x="518" y="1968"/>
                    <a:pt x="534" y="1966"/>
                  </a:cubicBezTo>
                  <a:lnTo>
                    <a:pt x="11539" y="955"/>
                  </a:lnTo>
                  <a:cubicBezTo>
                    <a:pt x="11792" y="927"/>
                    <a:pt x="11988" y="702"/>
                    <a:pt x="11960" y="422"/>
                  </a:cubicBezTo>
                  <a:cubicBezTo>
                    <a:pt x="11932" y="169"/>
                    <a:pt x="11708" y="1"/>
                    <a:pt x="114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1" name="Google Shape;1761;p34"/>
            <p:cNvSpPr/>
            <p:nvPr/>
          </p:nvSpPr>
          <p:spPr>
            <a:xfrm>
              <a:off x="3375525" y="1276375"/>
              <a:ext cx="301825" cy="210900"/>
            </a:xfrm>
            <a:custGeom>
              <a:rect b="b" l="l" r="r" t="t"/>
              <a:pathLst>
                <a:path extrusionOk="0" h="8436" w="12073">
                  <a:moveTo>
                    <a:pt x="527" y="0"/>
                  </a:moveTo>
                  <a:cubicBezTo>
                    <a:pt x="375" y="0"/>
                    <a:pt x="230" y="75"/>
                    <a:pt x="141" y="217"/>
                  </a:cubicBezTo>
                  <a:cubicBezTo>
                    <a:pt x="1" y="414"/>
                    <a:pt x="57" y="723"/>
                    <a:pt x="253" y="863"/>
                  </a:cubicBezTo>
                  <a:lnTo>
                    <a:pt x="11287" y="8359"/>
                  </a:lnTo>
                  <a:cubicBezTo>
                    <a:pt x="11359" y="8410"/>
                    <a:pt x="11446" y="8435"/>
                    <a:pt x="11534" y="8435"/>
                  </a:cubicBezTo>
                  <a:cubicBezTo>
                    <a:pt x="11687" y="8435"/>
                    <a:pt x="11844" y="8361"/>
                    <a:pt x="11933" y="8218"/>
                  </a:cubicBezTo>
                  <a:cubicBezTo>
                    <a:pt x="12073" y="8022"/>
                    <a:pt x="12017" y="7713"/>
                    <a:pt x="11792" y="7573"/>
                  </a:cubicBezTo>
                  <a:lnTo>
                    <a:pt x="787" y="77"/>
                  </a:lnTo>
                  <a:cubicBezTo>
                    <a:pt x="704" y="25"/>
                    <a:pt x="615" y="0"/>
                    <a:pt x="5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2" name="Google Shape;1762;p34"/>
            <p:cNvSpPr/>
            <p:nvPr/>
          </p:nvSpPr>
          <p:spPr>
            <a:xfrm>
              <a:off x="3650675" y="1463775"/>
              <a:ext cx="301825" cy="202300"/>
            </a:xfrm>
            <a:custGeom>
              <a:rect b="b" l="l" r="r" t="t"/>
              <a:pathLst>
                <a:path extrusionOk="0" h="8092" w="12073">
                  <a:moveTo>
                    <a:pt x="526" y="0"/>
                  </a:moveTo>
                  <a:cubicBezTo>
                    <a:pt x="374" y="0"/>
                    <a:pt x="229" y="75"/>
                    <a:pt x="140" y="217"/>
                  </a:cubicBezTo>
                  <a:cubicBezTo>
                    <a:pt x="0" y="442"/>
                    <a:pt x="56" y="722"/>
                    <a:pt x="281" y="863"/>
                  </a:cubicBezTo>
                  <a:lnTo>
                    <a:pt x="11286" y="8022"/>
                  </a:lnTo>
                  <a:cubicBezTo>
                    <a:pt x="11363" y="8070"/>
                    <a:pt x="11446" y="8092"/>
                    <a:pt x="11528" y="8092"/>
                  </a:cubicBezTo>
                  <a:cubicBezTo>
                    <a:pt x="11686" y="8092"/>
                    <a:pt x="11839" y="8011"/>
                    <a:pt x="11932" y="7882"/>
                  </a:cubicBezTo>
                  <a:cubicBezTo>
                    <a:pt x="12072" y="7657"/>
                    <a:pt x="12016" y="7376"/>
                    <a:pt x="11791" y="7236"/>
                  </a:cubicBezTo>
                  <a:lnTo>
                    <a:pt x="786" y="77"/>
                  </a:lnTo>
                  <a:cubicBezTo>
                    <a:pt x="704" y="25"/>
                    <a:pt x="614" y="0"/>
                    <a:pt x="5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3" name="Google Shape;1763;p34"/>
            <p:cNvSpPr/>
            <p:nvPr/>
          </p:nvSpPr>
          <p:spPr>
            <a:xfrm>
              <a:off x="3925800" y="1267900"/>
              <a:ext cx="301825" cy="398225"/>
            </a:xfrm>
            <a:custGeom>
              <a:rect b="b" l="l" r="r" t="t"/>
              <a:pathLst>
                <a:path extrusionOk="0" h="15929" w="12073">
                  <a:moveTo>
                    <a:pt x="11572" y="1"/>
                  </a:moveTo>
                  <a:cubicBezTo>
                    <a:pt x="11427" y="1"/>
                    <a:pt x="11279" y="69"/>
                    <a:pt x="11174" y="191"/>
                  </a:cubicBezTo>
                  <a:lnTo>
                    <a:pt x="169" y="15183"/>
                  </a:lnTo>
                  <a:cubicBezTo>
                    <a:pt x="0" y="15380"/>
                    <a:pt x="56" y="15688"/>
                    <a:pt x="253" y="15829"/>
                  </a:cubicBezTo>
                  <a:cubicBezTo>
                    <a:pt x="344" y="15897"/>
                    <a:pt x="445" y="15929"/>
                    <a:pt x="543" y="15929"/>
                  </a:cubicBezTo>
                  <a:cubicBezTo>
                    <a:pt x="687" y="15929"/>
                    <a:pt x="827" y="15861"/>
                    <a:pt x="927" y="15745"/>
                  </a:cubicBezTo>
                  <a:lnTo>
                    <a:pt x="11932" y="753"/>
                  </a:lnTo>
                  <a:cubicBezTo>
                    <a:pt x="12072" y="528"/>
                    <a:pt x="12044" y="247"/>
                    <a:pt x="11820" y="79"/>
                  </a:cubicBezTo>
                  <a:cubicBezTo>
                    <a:pt x="11746" y="26"/>
                    <a:pt x="11659" y="1"/>
                    <a:pt x="1157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4" name="Google Shape;1764;p34"/>
            <p:cNvSpPr/>
            <p:nvPr/>
          </p:nvSpPr>
          <p:spPr>
            <a:xfrm>
              <a:off x="2251850" y="1806800"/>
              <a:ext cx="70200" cy="70200"/>
            </a:xfrm>
            <a:custGeom>
              <a:rect b="b" l="l" r="r" t="t"/>
              <a:pathLst>
                <a:path extrusionOk="0" h="2808" w="2808">
                  <a:moveTo>
                    <a:pt x="1404" y="0"/>
                  </a:moveTo>
                  <a:cubicBezTo>
                    <a:pt x="646" y="0"/>
                    <a:pt x="0" y="618"/>
                    <a:pt x="0" y="1404"/>
                  </a:cubicBezTo>
                  <a:cubicBezTo>
                    <a:pt x="0" y="2162"/>
                    <a:pt x="646" y="2808"/>
                    <a:pt x="1404" y="2808"/>
                  </a:cubicBezTo>
                  <a:cubicBezTo>
                    <a:pt x="2190" y="2808"/>
                    <a:pt x="2808" y="2162"/>
                    <a:pt x="2808" y="1404"/>
                  </a:cubicBezTo>
                  <a:cubicBezTo>
                    <a:pt x="2808" y="618"/>
                    <a:pt x="2190" y="0"/>
                    <a:pt x="14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5" name="Google Shape;1765;p34"/>
            <p:cNvSpPr/>
            <p:nvPr/>
          </p:nvSpPr>
          <p:spPr>
            <a:xfrm>
              <a:off x="2246225" y="1800475"/>
              <a:ext cx="82150" cy="82150"/>
            </a:xfrm>
            <a:custGeom>
              <a:rect b="b" l="l" r="r" t="t"/>
              <a:pathLst>
                <a:path extrusionOk="0" h="3286" w="3286">
                  <a:moveTo>
                    <a:pt x="1629" y="478"/>
                  </a:moveTo>
                  <a:cubicBezTo>
                    <a:pt x="2275" y="478"/>
                    <a:pt x="2808" y="1011"/>
                    <a:pt x="2808" y="1657"/>
                  </a:cubicBezTo>
                  <a:cubicBezTo>
                    <a:pt x="2808" y="2303"/>
                    <a:pt x="2275" y="2808"/>
                    <a:pt x="1629" y="2808"/>
                  </a:cubicBezTo>
                  <a:cubicBezTo>
                    <a:pt x="983" y="2808"/>
                    <a:pt x="478" y="2303"/>
                    <a:pt x="478" y="1657"/>
                  </a:cubicBezTo>
                  <a:cubicBezTo>
                    <a:pt x="478" y="1011"/>
                    <a:pt x="983" y="478"/>
                    <a:pt x="1629" y="478"/>
                  </a:cubicBezTo>
                  <a:close/>
                  <a:moveTo>
                    <a:pt x="1629" y="0"/>
                  </a:moveTo>
                  <a:cubicBezTo>
                    <a:pt x="730" y="0"/>
                    <a:pt x="0" y="730"/>
                    <a:pt x="0" y="1657"/>
                  </a:cubicBezTo>
                  <a:cubicBezTo>
                    <a:pt x="0" y="2555"/>
                    <a:pt x="730" y="3285"/>
                    <a:pt x="1629" y="3285"/>
                  </a:cubicBezTo>
                  <a:cubicBezTo>
                    <a:pt x="2527" y="3285"/>
                    <a:pt x="3285" y="2555"/>
                    <a:pt x="3285" y="1657"/>
                  </a:cubicBezTo>
                  <a:cubicBezTo>
                    <a:pt x="3285" y="730"/>
                    <a:pt x="2527" y="0"/>
                    <a:pt x="16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6" name="Google Shape;1766;p34"/>
            <p:cNvSpPr/>
            <p:nvPr/>
          </p:nvSpPr>
          <p:spPr>
            <a:xfrm>
              <a:off x="2527675" y="1721150"/>
              <a:ext cx="70200" cy="70225"/>
            </a:xfrm>
            <a:custGeom>
              <a:rect b="b" l="l" r="r" t="t"/>
              <a:pathLst>
                <a:path extrusionOk="0" h="2809" w="2808">
                  <a:moveTo>
                    <a:pt x="1404" y="1"/>
                  </a:moveTo>
                  <a:cubicBezTo>
                    <a:pt x="618" y="1"/>
                    <a:pt x="0" y="647"/>
                    <a:pt x="0" y="1405"/>
                  </a:cubicBezTo>
                  <a:cubicBezTo>
                    <a:pt x="0" y="2191"/>
                    <a:pt x="618" y="2808"/>
                    <a:pt x="1404" y="2808"/>
                  </a:cubicBezTo>
                  <a:cubicBezTo>
                    <a:pt x="2162" y="2808"/>
                    <a:pt x="2808" y="2191"/>
                    <a:pt x="2808" y="1405"/>
                  </a:cubicBezTo>
                  <a:cubicBezTo>
                    <a:pt x="2808" y="647"/>
                    <a:pt x="2162" y="1"/>
                    <a:pt x="140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7" name="Google Shape;1767;p34"/>
            <p:cNvSpPr/>
            <p:nvPr/>
          </p:nvSpPr>
          <p:spPr>
            <a:xfrm>
              <a:off x="2521350" y="1715550"/>
              <a:ext cx="82150" cy="82150"/>
            </a:xfrm>
            <a:custGeom>
              <a:rect b="b" l="l" r="r" t="t"/>
              <a:pathLst>
                <a:path extrusionOk="0" h="3286" w="3286">
                  <a:moveTo>
                    <a:pt x="1657" y="478"/>
                  </a:moveTo>
                  <a:cubicBezTo>
                    <a:pt x="2303" y="478"/>
                    <a:pt x="2808" y="983"/>
                    <a:pt x="2808" y="1629"/>
                  </a:cubicBezTo>
                  <a:cubicBezTo>
                    <a:pt x="2808" y="2274"/>
                    <a:pt x="2303" y="2808"/>
                    <a:pt x="1657" y="2808"/>
                  </a:cubicBezTo>
                  <a:cubicBezTo>
                    <a:pt x="1011" y="2808"/>
                    <a:pt x="478" y="2274"/>
                    <a:pt x="478" y="1629"/>
                  </a:cubicBezTo>
                  <a:cubicBezTo>
                    <a:pt x="478" y="983"/>
                    <a:pt x="1011" y="478"/>
                    <a:pt x="1657" y="478"/>
                  </a:cubicBezTo>
                  <a:close/>
                  <a:moveTo>
                    <a:pt x="1657" y="0"/>
                  </a:moveTo>
                  <a:cubicBezTo>
                    <a:pt x="731" y="0"/>
                    <a:pt x="1" y="730"/>
                    <a:pt x="1" y="1629"/>
                  </a:cubicBezTo>
                  <a:cubicBezTo>
                    <a:pt x="1" y="2555"/>
                    <a:pt x="731" y="3285"/>
                    <a:pt x="1657" y="3285"/>
                  </a:cubicBezTo>
                  <a:cubicBezTo>
                    <a:pt x="2556" y="3285"/>
                    <a:pt x="3286" y="2555"/>
                    <a:pt x="3286" y="1629"/>
                  </a:cubicBezTo>
                  <a:cubicBezTo>
                    <a:pt x="3286" y="730"/>
                    <a:pt x="2556" y="0"/>
                    <a:pt x="16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8" name="Google Shape;1768;p34"/>
            <p:cNvSpPr/>
            <p:nvPr/>
          </p:nvSpPr>
          <p:spPr>
            <a:xfrm>
              <a:off x="2802800" y="1533775"/>
              <a:ext cx="70225" cy="70200"/>
            </a:xfrm>
            <a:custGeom>
              <a:rect b="b" l="l" r="r" t="t"/>
              <a:pathLst>
                <a:path extrusionOk="0" h="2808" w="2809">
                  <a:moveTo>
                    <a:pt x="1404" y="0"/>
                  </a:moveTo>
                  <a:cubicBezTo>
                    <a:pt x="618" y="0"/>
                    <a:pt x="1" y="646"/>
                    <a:pt x="1" y="1404"/>
                  </a:cubicBezTo>
                  <a:cubicBezTo>
                    <a:pt x="1" y="2190"/>
                    <a:pt x="618" y="2807"/>
                    <a:pt x="1404" y="2807"/>
                  </a:cubicBezTo>
                  <a:cubicBezTo>
                    <a:pt x="2191" y="2807"/>
                    <a:pt x="2808" y="2190"/>
                    <a:pt x="2808" y="1404"/>
                  </a:cubicBezTo>
                  <a:cubicBezTo>
                    <a:pt x="2808" y="646"/>
                    <a:pt x="2191" y="0"/>
                    <a:pt x="14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9" name="Google Shape;1769;p34"/>
            <p:cNvSpPr/>
            <p:nvPr/>
          </p:nvSpPr>
          <p:spPr>
            <a:xfrm>
              <a:off x="2797200" y="1528150"/>
              <a:ext cx="81425" cy="82150"/>
            </a:xfrm>
            <a:custGeom>
              <a:rect b="b" l="l" r="r" t="t"/>
              <a:pathLst>
                <a:path extrusionOk="0" h="3286" w="3257">
                  <a:moveTo>
                    <a:pt x="1628" y="478"/>
                  </a:moveTo>
                  <a:cubicBezTo>
                    <a:pt x="2274" y="478"/>
                    <a:pt x="2808" y="983"/>
                    <a:pt x="2808" y="1629"/>
                  </a:cubicBezTo>
                  <a:cubicBezTo>
                    <a:pt x="2808" y="2274"/>
                    <a:pt x="2274" y="2808"/>
                    <a:pt x="1628" y="2808"/>
                  </a:cubicBezTo>
                  <a:cubicBezTo>
                    <a:pt x="983" y="2808"/>
                    <a:pt x="449" y="2274"/>
                    <a:pt x="449" y="1629"/>
                  </a:cubicBezTo>
                  <a:cubicBezTo>
                    <a:pt x="449" y="983"/>
                    <a:pt x="983" y="478"/>
                    <a:pt x="1628" y="478"/>
                  </a:cubicBezTo>
                  <a:close/>
                  <a:moveTo>
                    <a:pt x="1628" y="0"/>
                  </a:moveTo>
                  <a:cubicBezTo>
                    <a:pt x="730" y="0"/>
                    <a:pt x="0" y="730"/>
                    <a:pt x="0" y="1629"/>
                  </a:cubicBezTo>
                  <a:cubicBezTo>
                    <a:pt x="0" y="2555"/>
                    <a:pt x="730" y="3285"/>
                    <a:pt x="1628" y="3285"/>
                  </a:cubicBezTo>
                  <a:cubicBezTo>
                    <a:pt x="2527" y="3285"/>
                    <a:pt x="3257" y="2555"/>
                    <a:pt x="3257" y="1629"/>
                  </a:cubicBezTo>
                  <a:cubicBezTo>
                    <a:pt x="3257" y="730"/>
                    <a:pt x="2527" y="0"/>
                    <a:pt x="162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0" name="Google Shape;1770;p34"/>
            <p:cNvSpPr/>
            <p:nvPr/>
          </p:nvSpPr>
          <p:spPr>
            <a:xfrm>
              <a:off x="3077950" y="1278275"/>
              <a:ext cx="70200" cy="70225"/>
            </a:xfrm>
            <a:custGeom>
              <a:rect b="b" l="l" r="r" t="t"/>
              <a:pathLst>
                <a:path extrusionOk="0" h="2809" w="2808">
                  <a:moveTo>
                    <a:pt x="1404" y="1"/>
                  </a:moveTo>
                  <a:cubicBezTo>
                    <a:pt x="646" y="1"/>
                    <a:pt x="0" y="647"/>
                    <a:pt x="0" y="1405"/>
                  </a:cubicBezTo>
                  <a:cubicBezTo>
                    <a:pt x="0" y="2191"/>
                    <a:pt x="646" y="2808"/>
                    <a:pt x="1404" y="2808"/>
                  </a:cubicBezTo>
                  <a:cubicBezTo>
                    <a:pt x="2190" y="2808"/>
                    <a:pt x="2808" y="2191"/>
                    <a:pt x="2808" y="1405"/>
                  </a:cubicBezTo>
                  <a:cubicBezTo>
                    <a:pt x="2808" y="647"/>
                    <a:pt x="2190" y="1"/>
                    <a:pt x="140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1" name="Google Shape;1771;p34"/>
            <p:cNvSpPr/>
            <p:nvPr/>
          </p:nvSpPr>
          <p:spPr>
            <a:xfrm>
              <a:off x="3072325" y="1272675"/>
              <a:ext cx="82150" cy="82125"/>
            </a:xfrm>
            <a:custGeom>
              <a:rect b="b" l="l" r="r" t="t"/>
              <a:pathLst>
                <a:path extrusionOk="0" h="3285" w="3286">
                  <a:moveTo>
                    <a:pt x="1629" y="477"/>
                  </a:moveTo>
                  <a:cubicBezTo>
                    <a:pt x="2275" y="477"/>
                    <a:pt x="2808" y="983"/>
                    <a:pt x="2808" y="1629"/>
                  </a:cubicBezTo>
                  <a:cubicBezTo>
                    <a:pt x="2808" y="2274"/>
                    <a:pt x="2275" y="2808"/>
                    <a:pt x="1629" y="2808"/>
                  </a:cubicBezTo>
                  <a:cubicBezTo>
                    <a:pt x="983" y="2808"/>
                    <a:pt x="478" y="2274"/>
                    <a:pt x="478" y="1629"/>
                  </a:cubicBezTo>
                  <a:cubicBezTo>
                    <a:pt x="478" y="983"/>
                    <a:pt x="983" y="477"/>
                    <a:pt x="1629" y="477"/>
                  </a:cubicBezTo>
                  <a:close/>
                  <a:moveTo>
                    <a:pt x="1629" y="0"/>
                  </a:moveTo>
                  <a:cubicBezTo>
                    <a:pt x="730" y="0"/>
                    <a:pt x="0" y="730"/>
                    <a:pt x="0" y="1629"/>
                  </a:cubicBezTo>
                  <a:cubicBezTo>
                    <a:pt x="0" y="2555"/>
                    <a:pt x="730" y="3285"/>
                    <a:pt x="1629" y="3285"/>
                  </a:cubicBezTo>
                  <a:cubicBezTo>
                    <a:pt x="2527" y="3285"/>
                    <a:pt x="3285" y="2555"/>
                    <a:pt x="3285" y="1629"/>
                  </a:cubicBezTo>
                  <a:cubicBezTo>
                    <a:pt x="3285" y="730"/>
                    <a:pt x="2527" y="0"/>
                    <a:pt x="16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2" name="Google Shape;1772;p34"/>
            <p:cNvSpPr/>
            <p:nvPr/>
          </p:nvSpPr>
          <p:spPr>
            <a:xfrm>
              <a:off x="3353775" y="1253025"/>
              <a:ext cx="70200" cy="70200"/>
            </a:xfrm>
            <a:custGeom>
              <a:rect b="b" l="l" r="r" t="t"/>
              <a:pathLst>
                <a:path extrusionOk="0" h="2808" w="2808">
                  <a:moveTo>
                    <a:pt x="1404" y="0"/>
                  </a:moveTo>
                  <a:cubicBezTo>
                    <a:pt x="618" y="0"/>
                    <a:pt x="0" y="618"/>
                    <a:pt x="0" y="1404"/>
                  </a:cubicBezTo>
                  <a:cubicBezTo>
                    <a:pt x="0" y="2190"/>
                    <a:pt x="618" y="2808"/>
                    <a:pt x="1404" y="2808"/>
                  </a:cubicBezTo>
                  <a:cubicBezTo>
                    <a:pt x="2162" y="2808"/>
                    <a:pt x="2808" y="2190"/>
                    <a:pt x="2808" y="1404"/>
                  </a:cubicBezTo>
                  <a:cubicBezTo>
                    <a:pt x="2808" y="618"/>
                    <a:pt x="2162" y="0"/>
                    <a:pt x="14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3" name="Google Shape;1773;p34"/>
            <p:cNvSpPr/>
            <p:nvPr/>
          </p:nvSpPr>
          <p:spPr>
            <a:xfrm>
              <a:off x="3347450" y="1247400"/>
              <a:ext cx="82150" cy="81450"/>
            </a:xfrm>
            <a:custGeom>
              <a:rect b="b" l="l" r="r" t="t"/>
              <a:pathLst>
                <a:path extrusionOk="0" h="3258" w="3286">
                  <a:moveTo>
                    <a:pt x="1657" y="450"/>
                  </a:moveTo>
                  <a:cubicBezTo>
                    <a:pt x="2303" y="450"/>
                    <a:pt x="2808" y="983"/>
                    <a:pt x="2808" y="1629"/>
                  </a:cubicBezTo>
                  <a:cubicBezTo>
                    <a:pt x="2808" y="2275"/>
                    <a:pt x="2303" y="2808"/>
                    <a:pt x="1657" y="2808"/>
                  </a:cubicBezTo>
                  <a:cubicBezTo>
                    <a:pt x="1011" y="2808"/>
                    <a:pt x="478" y="2275"/>
                    <a:pt x="478" y="1629"/>
                  </a:cubicBezTo>
                  <a:cubicBezTo>
                    <a:pt x="478" y="983"/>
                    <a:pt x="1011" y="450"/>
                    <a:pt x="1657" y="450"/>
                  </a:cubicBezTo>
                  <a:close/>
                  <a:moveTo>
                    <a:pt x="1657" y="1"/>
                  </a:moveTo>
                  <a:cubicBezTo>
                    <a:pt x="731" y="1"/>
                    <a:pt x="1" y="730"/>
                    <a:pt x="1" y="1629"/>
                  </a:cubicBezTo>
                  <a:cubicBezTo>
                    <a:pt x="1" y="2527"/>
                    <a:pt x="731" y="3257"/>
                    <a:pt x="1657" y="3257"/>
                  </a:cubicBezTo>
                  <a:cubicBezTo>
                    <a:pt x="2556" y="3257"/>
                    <a:pt x="3285" y="2527"/>
                    <a:pt x="3285" y="1629"/>
                  </a:cubicBezTo>
                  <a:cubicBezTo>
                    <a:pt x="3285" y="730"/>
                    <a:pt x="2556" y="1"/>
                    <a:pt x="16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4" name="Google Shape;1774;p34"/>
            <p:cNvSpPr/>
            <p:nvPr/>
          </p:nvSpPr>
          <p:spPr>
            <a:xfrm>
              <a:off x="3628900" y="1440425"/>
              <a:ext cx="70225" cy="70200"/>
            </a:xfrm>
            <a:custGeom>
              <a:rect b="b" l="l" r="r" t="t"/>
              <a:pathLst>
                <a:path extrusionOk="0" h="2808" w="2809">
                  <a:moveTo>
                    <a:pt x="1404" y="0"/>
                  </a:moveTo>
                  <a:cubicBezTo>
                    <a:pt x="618" y="0"/>
                    <a:pt x="1" y="618"/>
                    <a:pt x="1" y="1404"/>
                  </a:cubicBezTo>
                  <a:cubicBezTo>
                    <a:pt x="1" y="2190"/>
                    <a:pt x="618" y="2808"/>
                    <a:pt x="1404" y="2808"/>
                  </a:cubicBezTo>
                  <a:cubicBezTo>
                    <a:pt x="2191" y="2808"/>
                    <a:pt x="2808" y="2190"/>
                    <a:pt x="2808" y="1404"/>
                  </a:cubicBezTo>
                  <a:cubicBezTo>
                    <a:pt x="2808" y="618"/>
                    <a:pt x="2191" y="0"/>
                    <a:pt x="14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" name="Google Shape;1775;p34"/>
            <p:cNvSpPr/>
            <p:nvPr/>
          </p:nvSpPr>
          <p:spPr>
            <a:xfrm>
              <a:off x="3623300" y="1434800"/>
              <a:ext cx="81425" cy="81450"/>
            </a:xfrm>
            <a:custGeom>
              <a:rect b="b" l="l" r="r" t="t"/>
              <a:pathLst>
                <a:path extrusionOk="0" h="3258" w="3257">
                  <a:moveTo>
                    <a:pt x="1628" y="450"/>
                  </a:moveTo>
                  <a:cubicBezTo>
                    <a:pt x="2274" y="450"/>
                    <a:pt x="2808" y="983"/>
                    <a:pt x="2808" y="1629"/>
                  </a:cubicBezTo>
                  <a:cubicBezTo>
                    <a:pt x="2808" y="2275"/>
                    <a:pt x="2274" y="2808"/>
                    <a:pt x="1628" y="2808"/>
                  </a:cubicBezTo>
                  <a:cubicBezTo>
                    <a:pt x="983" y="2808"/>
                    <a:pt x="449" y="2275"/>
                    <a:pt x="449" y="1629"/>
                  </a:cubicBezTo>
                  <a:cubicBezTo>
                    <a:pt x="449" y="983"/>
                    <a:pt x="983" y="450"/>
                    <a:pt x="1628" y="450"/>
                  </a:cubicBezTo>
                  <a:close/>
                  <a:moveTo>
                    <a:pt x="1628" y="0"/>
                  </a:moveTo>
                  <a:cubicBezTo>
                    <a:pt x="730" y="0"/>
                    <a:pt x="0" y="730"/>
                    <a:pt x="0" y="1629"/>
                  </a:cubicBezTo>
                  <a:cubicBezTo>
                    <a:pt x="0" y="2527"/>
                    <a:pt x="730" y="3257"/>
                    <a:pt x="1628" y="3257"/>
                  </a:cubicBezTo>
                  <a:cubicBezTo>
                    <a:pt x="2527" y="3257"/>
                    <a:pt x="3257" y="2527"/>
                    <a:pt x="3257" y="1629"/>
                  </a:cubicBezTo>
                  <a:cubicBezTo>
                    <a:pt x="3257" y="730"/>
                    <a:pt x="2527" y="0"/>
                    <a:pt x="162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6" name="Google Shape;1776;p34"/>
            <p:cNvSpPr/>
            <p:nvPr/>
          </p:nvSpPr>
          <p:spPr>
            <a:xfrm>
              <a:off x="3904050" y="1619400"/>
              <a:ext cx="70200" cy="70200"/>
            </a:xfrm>
            <a:custGeom>
              <a:rect b="b" l="l" r="r" t="t"/>
              <a:pathLst>
                <a:path extrusionOk="0" h="2808" w="2808">
                  <a:moveTo>
                    <a:pt x="1404" y="0"/>
                  </a:moveTo>
                  <a:cubicBezTo>
                    <a:pt x="646" y="0"/>
                    <a:pt x="0" y="618"/>
                    <a:pt x="0" y="1404"/>
                  </a:cubicBezTo>
                  <a:cubicBezTo>
                    <a:pt x="0" y="2162"/>
                    <a:pt x="646" y="2808"/>
                    <a:pt x="1404" y="2808"/>
                  </a:cubicBezTo>
                  <a:cubicBezTo>
                    <a:pt x="2190" y="2808"/>
                    <a:pt x="2807" y="2162"/>
                    <a:pt x="2807" y="1404"/>
                  </a:cubicBezTo>
                  <a:cubicBezTo>
                    <a:pt x="2807" y="618"/>
                    <a:pt x="2190" y="0"/>
                    <a:pt x="14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" name="Google Shape;1777;p34"/>
            <p:cNvSpPr/>
            <p:nvPr/>
          </p:nvSpPr>
          <p:spPr>
            <a:xfrm>
              <a:off x="3898425" y="1613075"/>
              <a:ext cx="82150" cy="82150"/>
            </a:xfrm>
            <a:custGeom>
              <a:rect b="b" l="l" r="r" t="t"/>
              <a:pathLst>
                <a:path extrusionOk="0" h="3286" w="3286">
                  <a:moveTo>
                    <a:pt x="1629" y="478"/>
                  </a:moveTo>
                  <a:cubicBezTo>
                    <a:pt x="2274" y="478"/>
                    <a:pt x="2808" y="1011"/>
                    <a:pt x="2808" y="1657"/>
                  </a:cubicBezTo>
                  <a:cubicBezTo>
                    <a:pt x="2808" y="2303"/>
                    <a:pt x="2274" y="2808"/>
                    <a:pt x="1629" y="2808"/>
                  </a:cubicBezTo>
                  <a:cubicBezTo>
                    <a:pt x="983" y="2808"/>
                    <a:pt x="478" y="2303"/>
                    <a:pt x="478" y="1657"/>
                  </a:cubicBezTo>
                  <a:cubicBezTo>
                    <a:pt x="478" y="1011"/>
                    <a:pt x="983" y="478"/>
                    <a:pt x="1629" y="478"/>
                  </a:cubicBezTo>
                  <a:close/>
                  <a:moveTo>
                    <a:pt x="1629" y="0"/>
                  </a:moveTo>
                  <a:cubicBezTo>
                    <a:pt x="730" y="0"/>
                    <a:pt x="0" y="730"/>
                    <a:pt x="0" y="1657"/>
                  </a:cubicBezTo>
                  <a:cubicBezTo>
                    <a:pt x="0" y="2555"/>
                    <a:pt x="730" y="3285"/>
                    <a:pt x="1629" y="3285"/>
                  </a:cubicBezTo>
                  <a:cubicBezTo>
                    <a:pt x="2527" y="3285"/>
                    <a:pt x="3285" y="2555"/>
                    <a:pt x="3285" y="1657"/>
                  </a:cubicBezTo>
                  <a:cubicBezTo>
                    <a:pt x="3285" y="730"/>
                    <a:pt x="2527" y="0"/>
                    <a:pt x="16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" name="Google Shape;1778;p34"/>
            <p:cNvSpPr/>
            <p:nvPr/>
          </p:nvSpPr>
          <p:spPr>
            <a:xfrm>
              <a:off x="4179875" y="1244600"/>
              <a:ext cx="70200" cy="70200"/>
            </a:xfrm>
            <a:custGeom>
              <a:rect b="b" l="l" r="r" t="t"/>
              <a:pathLst>
                <a:path extrusionOk="0" h="2808" w="2808">
                  <a:moveTo>
                    <a:pt x="1404" y="0"/>
                  </a:moveTo>
                  <a:cubicBezTo>
                    <a:pt x="618" y="0"/>
                    <a:pt x="0" y="618"/>
                    <a:pt x="0" y="1404"/>
                  </a:cubicBezTo>
                  <a:cubicBezTo>
                    <a:pt x="0" y="2162"/>
                    <a:pt x="618" y="2808"/>
                    <a:pt x="1404" y="2808"/>
                  </a:cubicBezTo>
                  <a:cubicBezTo>
                    <a:pt x="2162" y="2808"/>
                    <a:pt x="2808" y="2162"/>
                    <a:pt x="2808" y="1404"/>
                  </a:cubicBezTo>
                  <a:cubicBezTo>
                    <a:pt x="2808" y="618"/>
                    <a:pt x="2162" y="0"/>
                    <a:pt x="14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9" name="Google Shape;1779;p34"/>
            <p:cNvSpPr/>
            <p:nvPr/>
          </p:nvSpPr>
          <p:spPr>
            <a:xfrm>
              <a:off x="4173550" y="1238975"/>
              <a:ext cx="82150" cy="81450"/>
            </a:xfrm>
            <a:custGeom>
              <a:rect b="b" l="l" r="r" t="t"/>
              <a:pathLst>
                <a:path extrusionOk="0" h="3258" w="3286">
                  <a:moveTo>
                    <a:pt x="1657" y="450"/>
                  </a:moveTo>
                  <a:cubicBezTo>
                    <a:pt x="2303" y="450"/>
                    <a:pt x="2808" y="983"/>
                    <a:pt x="2808" y="1629"/>
                  </a:cubicBezTo>
                  <a:cubicBezTo>
                    <a:pt x="2808" y="2275"/>
                    <a:pt x="2303" y="2780"/>
                    <a:pt x="1657" y="2808"/>
                  </a:cubicBezTo>
                  <a:cubicBezTo>
                    <a:pt x="1011" y="2780"/>
                    <a:pt x="478" y="2275"/>
                    <a:pt x="478" y="1629"/>
                  </a:cubicBezTo>
                  <a:cubicBezTo>
                    <a:pt x="478" y="983"/>
                    <a:pt x="1011" y="450"/>
                    <a:pt x="1657" y="450"/>
                  </a:cubicBezTo>
                  <a:close/>
                  <a:moveTo>
                    <a:pt x="1657" y="1"/>
                  </a:moveTo>
                  <a:cubicBezTo>
                    <a:pt x="731" y="1"/>
                    <a:pt x="1" y="731"/>
                    <a:pt x="1" y="1629"/>
                  </a:cubicBezTo>
                  <a:cubicBezTo>
                    <a:pt x="1" y="2527"/>
                    <a:pt x="731" y="3257"/>
                    <a:pt x="1657" y="3257"/>
                  </a:cubicBezTo>
                  <a:cubicBezTo>
                    <a:pt x="2556" y="3257"/>
                    <a:pt x="3285" y="2527"/>
                    <a:pt x="3285" y="1629"/>
                  </a:cubicBezTo>
                  <a:cubicBezTo>
                    <a:pt x="3285" y="731"/>
                    <a:pt x="2556" y="1"/>
                    <a:pt x="16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" name="Google Shape;1780;p34"/>
            <p:cNvSpPr/>
            <p:nvPr/>
          </p:nvSpPr>
          <p:spPr>
            <a:xfrm>
              <a:off x="2899675" y="2124725"/>
              <a:ext cx="271625" cy="294825"/>
            </a:xfrm>
            <a:custGeom>
              <a:rect b="b" l="l" r="r" t="t"/>
              <a:pathLst>
                <a:path extrusionOk="0" h="11793" w="10865">
                  <a:moveTo>
                    <a:pt x="10865" y="1"/>
                  </a:moveTo>
                  <a:cubicBezTo>
                    <a:pt x="10275" y="1"/>
                    <a:pt x="9686" y="57"/>
                    <a:pt x="9124" y="141"/>
                  </a:cubicBezTo>
                  <a:cubicBezTo>
                    <a:pt x="3650" y="1096"/>
                    <a:pt x="0" y="6318"/>
                    <a:pt x="955" y="11792"/>
                  </a:cubicBezTo>
                  <a:lnTo>
                    <a:pt x="10865" y="10052"/>
                  </a:lnTo>
                  <a:lnTo>
                    <a:pt x="108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1" name="Google Shape;1781;p34"/>
            <p:cNvSpPr/>
            <p:nvPr/>
          </p:nvSpPr>
          <p:spPr>
            <a:xfrm>
              <a:off x="2913700" y="2118425"/>
              <a:ext cx="263225" cy="306875"/>
            </a:xfrm>
            <a:custGeom>
              <a:rect b="b" l="l" r="r" t="t"/>
              <a:pathLst>
                <a:path extrusionOk="0" h="12275" w="10529">
                  <a:moveTo>
                    <a:pt x="10051" y="481"/>
                  </a:moveTo>
                  <a:lnTo>
                    <a:pt x="10051" y="10114"/>
                  </a:lnTo>
                  <a:lnTo>
                    <a:pt x="10051" y="10114"/>
                  </a:lnTo>
                  <a:lnTo>
                    <a:pt x="586" y="11781"/>
                  </a:lnTo>
                  <a:lnTo>
                    <a:pt x="586" y="11781"/>
                  </a:lnTo>
                  <a:cubicBezTo>
                    <a:pt x="520" y="11276"/>
                    <a:pt x="478" y="10786"/>
                    <a:pt x="478" y="10276"/>
                  </a:cubicBezTo>
                  <a:cubicBezTo>
                    <a:pt x="478" y="5615"/>
                    <a:pt x="3819" y="1460"/>
                    <a:pt x="8591" y="618"/>
                  </a:cubicBezTo>
                  <a:cubicBezTo>
                    <a:pt x="9069" y="546"/>
                    <a:pt x="9567" y="495"/>
                    <a:pt x="10051" y="481"/>
                  </a:cubicBezTo>
                  <a:close/>
                  <a:moveTo>
                    <a:pt x="10304" y="0"/>
                  </a:moveTo>
                  <a:cubicBezTo>
                    <a:pt x="9714" y="0"/>
                    <a:pt x="9097" y="56"/>
                    <a:pt x="8507" y="169"/>
                  </a:cubicBezTo>
                  <a:cubicBezTo>
                    <a:pt x="3510" y="1039"/>
                    <a:pt x="1" y="5391"/>
                    <a:pt x="1" y="10276"/>
                  </a:cubicBezTo>
                  <a:cubicBezTo>
                    <a:pt x="1" y="10893"/>
                    <a:pt x="57" y="11483"/>
                    <a:pt x="169" y="12072"/>
                  </a:cubicBezTo>
                  <a:cubicBezTo>
                    <a:pt x="193" y="12195"/>
                    <a:pt x="282" y="12274"/>
                    <a:pt x="397" y="12274"/>
                  </a:cubicBezTo>
                  <a:cubicBezTo>
                    <a:pt x="414" y="12274"/>
                    <a:pt x="432" y="12273"/>
                    <a:pt x="450" y="12269"/>
                  </a:cubicBezTo>
                  <a:lnTo>
                    <a:pt x="10332" y="10528"/>
                  </a:lnTo>
                  <a:cubicBezTo>
                    <a:pt x="10444" y="10500"/>
                    <a:pt x="10529" y="10416"/>
                    <a:pt x="10529" y="10304"/>
                  </a:cubicBezTo>
                  <a:lnTo>
                    <a:pt x="10529" y="253"/>
                  </a:lnTo>
                  <a:cubicBezTo>
                    <a:pt x="10529" y="169"/>
                    <a:pt x="10501" y="113"/>
                    <a:pt x="10472" y="85"/>
                  </a:cubicBezTo>
                  <a:cubicBezTo>
                    <a:pt x="10416" y="28"/>
                    <a:pt x="10360" y="0"/>
                    <a:pt x="103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" name="Google Shape;1782;p34"/>
            <p:cNvSpPr/>
            <p:nvPr/>
          </p:nvSpPr>
          <p:spPr>
            <a:xfrm>
              <a:off x="2923525" y="2376000"/>
              <a:ext cx="247775" cy="197950"/>
            </a:xfrm>
            <a:custGeom>
              <a:rect b="b" l="l" r="r" t="t"/>
              <a:pathLst>
                <a:path extrusionOk="0" h="7918" w="9911">
                  <a:moveTo>
                    <a:pt x="9911" y="1"/>
                  </a:moveTo>
                  <a:lnTo>
                    <a:pt x="1" y="1741"/>
                  </a:lnTo>
                  <a:cubicBezTo>
                    <a:pt x="450" y="4324"/>
                    <a:pt x="1657" y="6318"/>
                    <a:pt x="3706" y="7918"/>
                  </a:cubicBezTo>
                  <a:lnTo>
                    <a:pt x="991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3" name="Google Shape;1783;p34"/>
            <p:cNvSpPr/>
            <p:nvPr/>
          </p:nvSpPr>
          <p:spPr>
            <a:xfrm>
              <a:off x="2916500" y="2367575"/>
              <a:ext cx="268850" cy="214800"/>
            </a:xfrm>
            <a:custGeom>
              <a:rect b="b" l="l" r="r" t="t"/>
              <a:pathLst>
                <a:path extrusionOk="0" h="8592" w="10754">
                  <a:moveTo>
                    <a:pt x="9630" y="666"/>
                  </a:moveTo>
                  <a:lnTo>
                    <a:pt x="3964" y="7929"/>
                  </a:lnTo>
                  <a:lnTo>
                    <a:pt x="3964" y="7929"/>
                  </a:lnTo>
                  <a:cubicBezTo>
                    <a:pt x="2101" y="6427"/>
                    <a:pt x="1009" y="4618"/>
                    <a:pt x="547" y="2266"/>
                  </a:cubicBezTo>
                  <a:lnTo>
                    <a:pt x="547" y="2266"/>
                  </a:lnTo>
                  <a:lnTo>
                    <a:pt x="9630" y="666"/>
                  </a:lnTo>
                  <a:close/>
                  <a:moveTo>
                    <a:pt x="10753" y="1"/>
                  </a:moveTo>
                  <a:lnTo>
                    <a:pt x="10136" y="113"/>
                  </a:lnTo>
                  <a:lnTo>
                    <a:pt x="1" y="1882"/>
                  </a:lnTo>
                  <a:lnTo>
                    <a:pt x="57" y="2106"/>
                  </a:lnTo>
                  <a:cubicBezTo>
                    <a:pt x="506" y="4745"/>
                    <a:pt x="1741" y="6795"/>
                    <a:pt x="3847" y="8451"/>
                  </a:cubicBezTo>
                  <a:lnTo>
                    <a:pt x="4044" y="8592"/>
                  </a:lnTo>
                  <a:lnTo>
                    <a:pt x="1075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4" name="Google Shape;1784;p34"/>
            <p:cNvSpPr/>
            <p:nvPr/>
          </p:nvSpPr>
          <p:spPr>
            <a:xfrm>
              <a:off x="3016175" y="2250375"/>
              <a:ext cx="442200" cy="377675"/>
            </a:xfrm>
            <a:custGeom>
              <a:rect b="b" l="l" r="r" t="t"/>
              <a:pathLst>
                <a:path extrusionOk="0" h="15107" w="17688">
                  <a:moveTo>
                    <a:pt x="14908" y="0"/>
                  </a:moveTo>
                  <a:lnTo>
                    <a:pt x="6205" y="5026"/>
                  </a:lnTo>
                  <a:lnTo>
                    <a:pt x="0" y="12943"/>
                  </a:lnTo>
                  <a:cubicBezTo>
                    <a:pt x="1846" y="14382"/>
                    <a:pt x="3997" y="15106"/>
                    <a:pt x="6167" y="15106"/>
                  </a:cubicBezTo>
                  <a:cubicBezTo>
                    <a:pt x="7891" y="15106"/>
                    <a:pt x="9627" y="14649"/>
                    <a:pt x="11230" y="13729"/>
                  </a:cubicBezTo>
                  <a:cubicBezTo>
                    <a:pt x="16031" y="10949"/>
                    <a:pt x="17688" y="4801"/>
                    <a:pt x="149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5" name="Google Shape;1785;p34"/>
            <p:cNvSpPr/>
            <p:nvPr/>
          </p:nvSpPr>
          <p:spPr>
            <a:xfrm>
              <a:off x="3009850" y="2244450"/>
              <a:ext cx="418350" cy="389175"/>
            </a:xfrm>
            <a:custGeom>
              <a:rect b="b" l="l" r="r" t="t"/>
              <a:pathLst>
                <a:path extrusionOk="0" h="15567" w="16734">
                  <a:moveTo>
                    <a:pt x="15077" y="547"/>
                  </a:moveTo>
                  <a:cubicBezTo>
                    <a:pt x="15898" y="2037"/>
                    <a:pt x="16284" y="3649"/>
                    <a:pt x="16284" y="5235"/>
                  </a:cubicBezTo>
                  <a:cubicBezTo>
                    <a:pt x="16284" y="8632"/>
                    <a:pt x="14515" y="11945"/>
                    <a:pt x="11371" y="13769"/>
                  </a:cubicBezTo>
                  <a:cubicBezTo>
                    <a:pt x="9799" y="14668"/>
                    <a:pt x="8114" y="15117"/>
                    <a:pt x="6430" y="15117"/>
                  </a:cubicBezTo>
                  <a:cubicBezTo>
                    <a:pt x="4374" y="15117"/>
                    <a:pt x="2371" y="14439"/>
                    <a:pt x="595" y="13134"/>
                  </a:cubicBezTo>
                  <a:lnTo>
                    <a:pt x="595" y="13134"/>
                  </a:lnTo>
                  <a:lnTo>
                    <a:pt x="6593" y="5446"/>
                  </a:lnTo>
                  <a:lnTo>
                    <a:pt x="6593" y="5446"/>
                  </a:lnTo>
                  <a:lnTo>
                    <a:pt x="15077" y="547"/>
                  </a:lnTo>
                  <a:close/>
                  <a:moveTo>
                    <a:pt x="15166" y="0"/>
                  </a:moveTo>
                  <a:cubicBezTo>
                    <a:pt x="15127" y="0"/>
                    <a:pt x="15086" y="13"/>
                    <a:pt x="15049" y="41"/>
                  </a:cubicBezTo>
                  <a:lnTo>
                    <a:pt x="6346" y="5066"/>
                  </a:lnTo>
                  <a:lnTo>
                    <a:pt x="6261" y="5122"/>
                  </a:lnTo>
                  <a:lnTo>
                    <a:pt x="85" y="13039"/>
                  </a:lnTo>
                  <a:cubicBezTo>
                    <a:pt x="1" y="13124"/>
                    <a:pt x="29" y="13292"/>
                    <a:pt x="113" y="13376"/>
                  </a:cubicBezTo>
                  <a:cubicBezTo>
                    <a:pt x="1994" y="14836"/>
                    <a:pt x="4212" y="15566"/>
                    <a:pt x="6430" y="15566"/>
                  </a:cubicBezTo>
                  <a:cubicBezTo>
                    <a:pt x="8199" y="15566"/>
                    <a:pt x="9967" y="15117"/>
                    <a:pt x="11596" y="14162"/>
                  </a:cubicBezTo>
                  <a:cubicBezTo>
                    <a:pt x="14908" y="12253"/>
                    <a:pt x="16733" y="8800"/>
                    <a:pt x="16733" y="5235"/>
                  </a:cubicBezTo>
                  <a:cubicBezTo>
                    <a:pt x="16733" y="3494"/>
                    <a:pt x="16284" y="1725"/>
                    <a:pt x="15358" y="125"/>
                  </a:cubicBezTo>
                  <a:cubicBezTo>
                    <a:pt x="15320" y="50"/>
                    <a:pt x="15245" y="0"/>
                    <a:pt x="151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6" name="Google Shape;1786;p34"/>
            <p:cNvSpPr/>
            <p:nvPr/>
          </p:nvSpPr>
          <p:spPr>
            <a:xfrm>
              <a:off x="3171275" y="2124725"/>
              <a:ext cx="217625" cy="251300"/>
            </a:xfrm>
            <a:custGeom>
              <a:rect b="b" l="l" r="r" t="t"/>
              <a:pathLst>
                <a:path extrusionOk="0" h="10052" w="8705">
                  <a:moveTo>
                    <a:pt x="1" y="1"/>
                  </a:moveTo>
                  <a:lnTo>
                    <a:pt x="1" y="10052"/>
                  </a:lnTo>
                  <a:lnTo>
                    <a:pt x="8704" y="5026"/>
                  </a:lnTo>
                  <a:cubicBezTo>
                    <a:pt x="6851" y="1798"/>
                    <a:pt x="3707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7" name="Google Shape;1787;p34"/>
            <p:cNvSpPr/>
            <p:nvPr/>
          </p:nvSpPr>
          <p:spPr>
            <a:xfrm>
              <a:off x="3164975" y="2118425"/>
              <a:ext cx="231625" cy="267425"/>
            </a:xfrm>
            <a:custGeom>
              <a:rect b="b" l="l" r="r" t="t"/>
              <a:pathLst>
                <a:path extrusionOk="0" h="10697" w="9265">
                  <a:moveTo>
                    <a:pt x="478" y="480"/>
                  </a:moveTo>
                  <a:cubicBezTo>
                    <a:pt x="3926" y="550"/>
                    <a:pt x="6847" y="2238"/>
                    <a:pt x="8645" y="5197"/>
                  </a:cubicBezTo>
                  <a:lnTo>
                    <a:pt x="8645" y="5197"/>
                  </a:lnTo>
                  <a:lnTo>
                    <a:pt x="478" y="9913"/>
                  </a:lnTo>
                  <a:lnTo>
                    <a:pt x="478" y="480"/>
                  </a:lnTo>
                  <a:close/>
                  <a:moveTo>
                    <a:pt x="0" y="0"/>
                  </a:moveTo>
                  <a:lnTo>
                    <a:pt x="0" y="10697"/>
                  </a:lnTo>
                  <a:lnTo>
                    <a:pt x="365" y="10500"/>
                  </a:lnTo>
                  <a:lnTo>
                    <a:pt x="9265" y="5363"/>
                  </a:lnTo>
                  <a:lnTo>
                    <a:pt x="9153" y="5166"/>
                  </a:lnTo>
                  <a:cubicBezTo>
                    <a:pt x="7272" y="1881"/>
                    <a:pt x="4043" y="0"/>
                    <a:pt x="25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8" name="Google Shape;1788;p34"/>
            <p:cNvSpPr/>
            <p:nvPr/>
          </p:nvSpPr>
          <p:spPr>
            <a:xfrm>
              <a:off x="3048450" y="2253175"/>
              <a:ext cx="244975" cy="244975"/>
            </a:xfrm>
            <a:custGeom>
              <a:rect b="b" l="l" r="r" t="t"/>
              <a:pathLst>
                <a:path extrusionOk="0" h="9799" w="9799">
                  <a:moveTo>
                    <a:pt x="4914" y="1"/>
                  </a:moveTo>
                  <a:cubicBezTo>
                    <a:pt x="2191" y="1"/>
                    <a:pt x="1" y="2190"/>
                    <a:pt x="1" y="4914"/>
                  </a:cubicBezTo>
                  <a:cubicBezTo>
                    <a:pt x="1" y="7609"/>
                    <a:pt x="2191" y="9799"/>
                    <a:pt x="4914" y="9799"/>
                  </a:cubicBezTo>
                  <a:cubicBezTo>
                    <a:pt x="7609" y="9799"/>
                    <a:pt x="9799" y="7609"/>
                    <a:pt x="9799" y="4914"/>
                  </a:cubicBezTo>
                  <a:cubicBezTo>
                    <a:pt x="9799" y="2190"/>
                    <a:pt x="7609" y="1"/>
                    <a:pt x="49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9" name="Google Shape;1789;p34"/>
            <p:cNvSpPr/>
            <p:nvPr/>
          </p:nvSpPr>
          <p:spPr>
            <a:xfrm>
              <a:off x="3042850" y="2247575"/>
              <a:ext cx="256900" cy="256900"/>
            </a:xfrm>
            <a:custGeom>
              <a:rect b="b" l="l" r="r" t="t"/>
              <a:pathLst>
                <a:path extrusionOk="0" h="10276" w="10276">
                  <a:moveTo>
                    <a:pt x="5138" y="477"/>
                  </a:moveTo>
                  <a:cubicBezTo>
                    <a:pt x="6429" y="477"/>
                    <a:pt x="7580" y="983"/>
                    <a:pt x="8423" y="1825"/>
                  </a:cubicBezTo>
                  <a:cubicBezTo>
                    <a:pt x="9265" y="2667"/>
                    <a:pt x="9798" y="3846"/>
                    <a:pt x="9798" y="5138"/>
                  </a:cubicBezTo>
                  <a:cubicBezTo>
                    <a:pt x="9798" y="6429"/>
                    <a:pt x="9265" y="7580"/>
                    <a:pt x="8423" y="8422"/>
                  </a:cubicBezTo>
                  <a:cubicBezTo>
                    <a:pt x="7580" y="9265"/>
                    <a:pt x="6429" y="9798"/>
                    <a:pt x="5138" y="9798"/>
                  </a:cubicBezTo>
                  <a:cubicBezTo>
                    <a:pt x="3847" y="9798"/>
                    <a:pt x="2667" y="9265"/>
                    <a:pt x="1825" y="8422"/>
                  </a:cubicBezTo>
                  <a:cubicBezTo>
                    <a:pt x="983" y="7580"/>
                    <a:pt x="478" y="6429"/>
                    <a:pt x="478" y="5138"/>
                  </a:cubicBezTo>
                  <a:cubicBezTo>
                    <a:pt x="478" y="3846"/>
                    <a:pt x="983" y="2667"/>
                    <a:pt x="1825" y="1825"/>
                  </a:cubicBezTo>
                  <a:cubicBezTo>
                    <a:pt x="2667" y="983"/>
                    <a:pt x="3847" y="477"/>
                    <a:pt x="5138" y="477"/>
                  </a:cubicBezTo>
                  <a:close/>
                  <a:moveTo>
                    <a:pt x="5138" y="0"/>
                  </a:moveTo>
                  <a:cubicBezTo>
                    <a:pt x="2302" y="0"/>
                    <a:pt x="0" y="2302"/>
                    <a:pt x="0" y="5138"/>
                  </a:cubicBezTo>
                  <a:cubicBezTo>
                    <a:pt x="0" y="7973"/>
                    <a:pt x="2302" y="10275"/>
                    <a:pt x="5138" y="10275"/>
                  </a:cubicBezTo>
                  <a:cubicBezTo>
                    <a:pt x="7974" y="10275"/>
                    <a:pt x="10276" y="7973"/>
                    <a:pt x="10276" y="5138"/>
                  </a:cubicBezTo>
                  <a:cubicBezTo>
                    <a:pt x="10276" y="2302"/>
                    <a:pt x="7974" y="0"/>
                    <a:pt x="51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0" name="Google Shape;1790;p34"/>
            <p:cNvSpPr/>
            <p:nvPr/>
          </p:nvSpPr>
          <p:spPr>
            <a:xfrm>
              <a:off x="2176025" y="2376000"/>
              <a:ext cx="295525" cy="251575"/>
            </a:xfrm>
            <a:custGeom>
              <a:rect b="b" l="l" r="r" t="t"/>
              <a:pathLst>
                <a:path extrusionOk="0" h="10063" w="11821">
                  <a:moveTo>
                    <a:pt x="1" y="1"/>
                  </a:moveTo>
                  <a:cubicBezTo>
                    <a:pt x="1" y="590"/>
                    <a:pt x="57" y="1208"/>
                    <a:pt x="169" y="1769"/>
                  </a:cubicBezTo>
                  <a:cubicBezTo>
                    <a:pt x="1022" y="6632"/>
                    <a:pt x="5276" y="10063"/>
                    <a:pt x="10074" y="10063"/>
                  </a:cubicBezTo>
                  <a:cubicBezTo>
                    <a:pt x="10650" y="10063"/>
                    <a:pt x="11234" y="10013"/>
                    <a:pt x="11820" y="9911"/>
                  </a:cubicBezTo>
                  <a:lnTo>
                    <a:pt x="1008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1" name="Google Shape;1791;p34"/>
            <p:cNvSpPr/>
            <p:nvPr/>
          </p:nvSpPr>
          <p:spPr>
            <a:xfrm>
              <a:off x="2170425" y="2370400"/>
              <a:ext cx="306750" cy="263225"/>
            </a:xfrm>
            <a:custGeom>
              <a:rect b="b" l="l" r="r" t="t"/>
              <a:pathLst>
                <a:path extrusionOk="0" h="10529" w="12270">
                  <a:moveTo>
                    <a:pt x="10086" y="477"/>
                  </a:moveTo>
                  <a:lnTo>
                    <a:pt x="11775" y="9941"/>
                  </a:lnTo>
                  <a:lnTo>
                    <a:pt x="11775" y="9941"/>
                  </a:lnTo>
                  <a:cubicBezTo>
                    <a:pt x="11279" y="10008"/>
                    <a:pt x="10767" y="10051"/>
                    <a:pt x="10276" y="10051"/>
                  </a:cubicBezTo>
                  <a:cubicBezTo>
                    <a:pt x="5615" y="10051"/>
                    <a:pt x="1460" y="6710"/>
                    <a:pt x="618" y="1937"/>
                  </a:cubicBezTo>
                  <a:cubicBezTo>
                    <a:pt x="546" y="1483"/>
                    <a:pt x="495" y="967"/>
                    <a:pt x="481" y="477"/>
                  </a:cubicBezTo>
                  <a:close/>
                  <a:moveTo>
                    <a:pt x="225" y="0"/>
                  </a:moveTo>
                  <a:cubicBezTo>
                    <a:pt x="169" y="0"/>
                    <a:pt x="113" y="28"/>
                    <a:pt x="85" y="56"/>
                  </a:cubicBezTo>
                  <a:cubicBezTo>
                    <a:pt x="28" y="112"/>
                    <a:pt x="0" y="169"/>
                    <a:pt x="0" y="225"/>
                  </a:cubicBezTo>
                  <a:cubicBezTo>
                    <a:pt x="0" y="814"/>
                    <a:pt x="57" y="1432"/>
                    <a:pt x="169" y="2022"/>
                  </a:cubicBezTo>
                  <a:cubicBezTo>
                    <a:pt x="1039" y="7019"/>
                    <a:pt x="5391" y="10528"/>
                    <a:pt x="10276" y="10528"/>
                  </a:cubicBezTo>
                  <a:cubicBezTo>
                    <a:pt x="10865" y="10528"/>
                    <a:pt x="11483" y="10472"/>
                    <a:pt x="12073" y="10360"/>
                  </a:cubicBezTo>
                  <a:cubicBezTo>
                    <a:pt x="12129" y="10360"/>
                    <a:pt x="12185" y="10332"/>
                    <a:pt x="12241" y="10275"/>
                  </a:cubicBezTo>
                  <a:cubicBezTo>
                    <a:pt x="12269" y="10219"/>
                    <a:pt x="12269" y="10163"/>
                    <a:pt x="12269" y="10107"/>
                  </a:cubicBezTo>
                  <a:lnTo>
                    <a:pt x="10528" y="197"/>
                  </a:lnTo>
                  <a:cubicBezTo>
                    <a:pt x="10500" y="84"/>
                    <a:pt x="10416" y="0"/>
                    <a:pt x="103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2" name="Google Shape;1792;p34"/>
            <p:cNvSpPr/>
            <p:nvPr/>
          </p:nvSpPr>
          <p:spPr>
            <a:xfrm>
              <a:off x="2428000" y="2376000"/>
              <a:ext cx="197950" cy="247800"/>
            </a:xfrm>
            <a:custGeom>
              <a:rect b="b" l="l" r="r" t="t"/>
              <a:pathLst>
                <a:path extrusionOk="0" h="9912" w="7918">
                  <a:moveTo>
                    <a:pt x="1" y="1"/>
                  </a:moveTo>
                  <a:lnTo>
                    <a:pt x="1741" y="9911"/>
                  </a:lnTo>
                  <a:cubicBezTo>
                    <a:pt x="4324" y="9462"/>
                    <a:pt x="6290" y="8255"/>
                    <a:pt x="7918" y="6205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3" name="Google Shape;1793;p34"/>
            <p:cNvSpPr/>
            <p:nvPr/>
          </p:nvSpPr>
          <p:spPr>
            <a:xfrm>
              <a:off x="2419575" y="2361975"/>
              <a:ext cx="214100" cy="268825"/>
            </a:xfrm>
            <a:custGeom>
              <a:rect b="b" l="l" r="r" t="t"/>
              <a:pathLst>
                <a:path extrusionOk="0" h="10753" w="8564">
                  <a:moveTo>
                    <a:pt x="670" y="1148"/>
                  </a:moveTo>
                  <a:lnTo>
                    <a:pt x="7928" y="6790"/>
                  </a:lnTo>
                  <a:lnTo>
                    <a:pt x="7928" y="6790"/>
                  </a:lnTo>
                  <a:cubicBezTo>
                    <a:pt x="6430" y="8647"/>
                    <a:pt x="4603" y="9738"/>
                    <a:pt x="2261" y="10203"/>
                  </a:cubicBezTo>
                  <a:lnTo>
                    <a:pt x="2261" y="10203"/>
                  </a:lnTo>
                  <a:lnTo>
                    <a:pt x="670" y="1148"/>
                  </a:lnTo>
                  <a:close/>
                  <a:moveTo>
                    <a:pt x="1" y="0"/>
                  </a:moveTo>
                  <a:lnTo>
                    <a:pt x="85" y="618"/>
                  </a:lnTo>
                  <a:lnTo>
                    <a:pt x="1882" y="10753"/>
                  </a:lnTo>
                  <a:lnTo>
                    <a:pt x="2107" y="10697"/>
                  </a:lnTo>
                  <a:cubicBezTo>
                    <a:pt x="4746" y="10248"/>
                    <a:pt x="6795" y="9012"/>
                    <a:pt x="8423" y="6907"/>
                  </a:cubicBezTo>
                  <a:lnTo>
                    <a:pt x="8564" y="671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4" name="Google Shape;1794;p34"/>
            <p:cNvSpPr/>
            <p:nvPr/>
          </p:nvSpPr>
          <p:spPr>
            <a:xfrm>
              <a:off x="2302375" y="2124700"/>
              <a:ext cx="395175" cy="406450"/>
            </a:xfrm>
            <a:custGeom>
              <a:rect b="b" l="l" r="r" t="t"/>
              <a:pathLst>
                <a:path extrusionOk="0" h="16258" w="15807">
                  <a:moveTo>
                    <a:pt x="5009" y="1"/>
                  </a:moveTo>
                  <a:cubicBezTo>
                    <a:pt x="3306" y="1"/>
                    <a:pt x="1580" y="435"/>
                    <a:pt x="0" y="1350"/>
                  </a:cubicBezTo>
                  <a:lnTo>
                    <a:pt x="5026" y="10053"/>
                  </a:lnTo>
                  <a:lnTo>
                    <a:pt x="12943" y="16257"/>
                  </a:lnTo>
                  <a:cubicBezTo>
                    <a:pt x="15498" y="12972"/>
                    <a:pt x="15807" y="8649"/>
                    <a:pt x="13729" y="5027"/>
                  </a:cubicBezTo>
                  <a:cubicBezTo>
                    <a:pt x="11864" y="1806"/>
                    <a:pt x="8483" y="1"/>
                    <a:pt x="500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5" name="Google Shape;1795;p34"/>
            <p:cNvSpPr/>
            <p:nvPr/>
          </p:nvSpPr>
          <p:spPr>
            <a:xfrm>
              <a:off x="2295350" y="2119125"/>
              <a:ext cx="390275" cy="417625"/>
            </a:xfrm>
            <a:custGeom>
              <a:rect b="b" l="l" r="r" t="t"/>
              <a:pathLst>
                <a:path extrusionOk="0" h="16705" w="15611">
                  <a:moveTo>
                    <a:pt x="5279" y="478"/>
                  </a:moveTo>
                  <a:cubicBezTo>
                    <a:pt x="8676" y="478"/>
                    <a:pt x="11989" y="2218"/>
                    <a:pt x="13785" y="5391"/>
                  </a:cubicBezTo>
                  <a:cubicBezTo>
                    <a:pt x="14712" y="6935"/>
                    <a:pt x="15161" y="8647"/>
                    <a:pt x="15161" y="10304"/>
                  </a:cubicBezTo>
                  <a:cubicBezTo>
                    <a:pt x="15134" y="12359"/>
                    <a:pt x="14482" y="14388"/>
                    <a:pt x="13180" y="16140"/>
                  </a:cubicBezTo>
                  <a:lnTo>
                    <a:pt x="13180" y="16140"/>
                  </a:lnTo>
                  <a:lnTo>
                    <a:pt x="5490" y="10141"/>
                  </a:lnTo>
                  <a:lnTo>
                    <a:pt x="5490" y="10141"/>
                  </a:lnTo>
                  <a:lnTo>
                    <a:pt x="593" y="1660"/>
                  </a:lnTo>
                  <a:lnTo>
                    <a:pt x="593" y="1660"/>
                  </a:lnTo>
                  <a:cubicBezTo>
                    <a:pt x="2082" y="863"/>
                    <a:pt x="3693" y="478"/>
                    <a:pt x="5279" y="478"/>
                  </a:cubicBezTo>
                  <a:close/>
                  <a:moveTo>
                    <a:pt x="5279" y="0"/>
                  </a:moveTo>
                  <a:cubicBezTo>
                    <a:pt x="3538" y="0"/>
                    <a:pt x="1769" y="450"/>
                    <a:pt x="141" y="1376"/>
                  </a:cubicBezTo>
                  <a:cubicBezTo>
                    <a:pt x="29" y="1432"/>
                    <a:pt x="1" y="1573"/>
                    <a:pt x="57" y="1685"/>
                  </a:cubicBezTo>
                  <a:lnTo>
                    <a:pt x="5082" y="10416"/>
                  </a:lnTo>
                  <a:lnTo>
                    <a:pt x="5138" y="10472"/>
                  </a:lnTo>
                  <a:lnTo>
                    <a:pt x="13084" y="16649"/>
                  </a:lnTo>
                  <a:cubicBezTo>
                    <a:pt x="13112" y="16705"/>
                    <a:pt x="13196" y="16705"/>
                    <a:pt x="13252" y="16705"/>
                  </a:cubicBezTo>
                  <a:cubicBezTo>
                    <a:pt x="13308" y="16705"/>
                    <a:pt x="13364" y="16677"/>
                    <a:pt x="13392" y="16621"/>
                  </a:cubicBezTo>
                  <a:cubicBezTo>
                    <a:pt x="14880" y="14740"/>
                    <a:pt x="15610" y="12550"/>
                    <a:pt x="15610" y="10304"/>
                  </a:cubicBezTo>
                  <a:cubicBezTo>
                    <a:pt x="15610" y="8563"/>
                    <a:pt x="15161" y="6766"/>
                    <a:pt x="14207" y="5138"/>
                  </a:cubicBezTo>
                  <a:cubicBezTo>
                    <a:pt x="12297" y="1853"/>
                    <a:pt x="8844" y="0"/>
                    <a:pt x="52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6" name="Google Shape;1796;p34"/>
            <p:cNvSpPr/>
            <p:nvPr/>
          </p:nvSpPr>
          <p:spPr>
            <a:xfrm>
              <a:off x="2176025" y="2158425"/>
              <a:ext cx="252000" cy="217600"/>
            </a:xfrm>
            <a:custGeom>
              <a:rect b="b" l="l" r="r" t="t"/>
              <a:pathLst>
                <a:path extrusionOk="0" h="8704" w="10080">
                  <a:moveTo>
                    <a:pt x="5054" y="1"/>
                  </a:moveTo>
                  <a:cubicBezTo>
                    <a:pt x="1826" y="1853"/>
                    <a:pt x="1" y="4998"/>
                    <a:pt x="1" y="8704"/>
                  </a:cubicBezTo>
                  <a:lnTo>
                    <a:pt x="10080" y="8704"/>
                  </a:lnTo>
                  <a:lnTo>
                    <a:pt x="50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7" name="Google Shape;1797;p34"/>
            <p:cNvSpPr/>
            <p:nvPr/>
          </p:nvSpPr>
          <p:spPr>
            <a:xfrm>
              <a:off x="2170425" y="2150700"/>
              <a:ext cx="267425" cy="231650"/>
            </a:xfrm>
            <a:custGeom>
              <a:rect b="b" l="l" r="r" t="t"/>
              <a:pathLst>
                <a:path extrusionOk="0" h="9266" w="10697">
                  <a:moveTo>
                    <a:pt x="5176" y="634"/>
                  </a:moveTo>
                  <a:lnTo>
                    <a:pt x="9869" y="8788"/>
                  </a:lnTo>
                  <a:lnTo>
                    <a:pt x="480" y="8788"/>
                  </a:lnTo>
                  <a:cubicBezTo>
                    <a:pt x="550" y="5347"/>
                    <a:pt x="2230" y="2433"/>
                    <a:pt x="5176" y="634"/>
                  </a:cubicBezTo>
                  <a:close/>
                  <a:moveTo>
                    <a:pt x="5363" y="1"/>
                  </a:moveTo>
                  <a:lnTo>
                    <a:pt x="5138" y="113"/>
                  </a:lnTo>
                  <a:cubicBezTo>
                    <a:pt x="1853" y="1994"/>
                    <a:pt x="0" y="5223"/>
                    <a:pt x="0" y="9013"/>
                  </a:cubicBezTo>
                  <a:lnTo>
                    <a:pt x="0" y="9265"/>
                  </a:lnTo>
                  <a:lnTo>
                    <a:pt x="10697" y="9265"/>
                  </a:lnTo>
                  <a:lnTo>
                    <a:pt x="10500" y="8900"/>
                  </a:lnTo>
                  <a:lnTo>
                    <a:pt x="53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8" name="Google Shape;1798;p34"/>
            <p:cNvSpPr/>
            <p:nvPr/>
          </p:nvSpPr>
          <p:spPr>
            <a:xfrm>
              <a:off x="2305175" y="2253875"/>
              <a:ext cx="244975" cy="244975"/>
            </a:xfrm>
            <a:custGeom>
              <a:rect b="b" l="l" r="r" t="t"/>
              <a:pathLst>
                <a:path extrusionOk="0" h="9799" w="9799">
                  <a:moveTo>
                    <a:pt x="4914" y="1"/>
                  </a:moveTo>
                  <a:cubicBezTo>
                    <a:pt x="2191" y="1"/>
                    <a:pt x="1" y="2191"/>
                    <a:pt x="1" y="4886"/>
                  </a:cubicBezTo>
                  <a:cubicBezTo>
                    <a:pt x="1" y="7609"/>
                    <a:pt x="2191" y="9799"/>
                    <a:pt x="4914" y="9799"/>
                  </a:cubicBezTo>
                  <a:cubicBezTo>
                    <a:pt x="7609" y="9799"/>
                    <a:pt x="9799" y="7609"/>
                    <a:pt x="9799" y="4886"/>
                  </a:cubicBezTo>
                  <a:cubicBezTo>
                    <a:pt x="9799" y="2191"/>
                    <a:pt x="7609" y="1"/>
                    <a:pt x="49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9" name="Google Shape;1799;p34"/>
            <p:cNvSpPr/>
            <p:nvPr/>
          </p:nvSpPr>
          <p:spPr>
            <a:xfrm>
              <a:off x="2299575" y="2247575"/>
              <a:ext cx="256200" cy="256900"/>
            </a:xfrm>
            <a:custGeom>
              <a:rect b="b" l="l" r="r" t="t"/>
              <a:pathLst>
                <a:path extrusionOk="0" h="10276" w="10248">
                  <a:moveTo>
                    <a:pt x="5138" y="477"/>
                  </a:moveTo>
                  <a:cubicBezTo>
                    <a:pt x="6401" y="477"/>
                    <a:pt x="7580" y="1011"/>
                    <a:pt x="8423" y="1853"/>
                  </a:cubicBezTo>
                  <a:cubicBezTo>
                    <a:pt x="9265" y="2695"/>
                    <a:pt x="9798" y="3846"/>
                    <a:pt x="9798" y="5138"/>
                  </a:cubicBezTo>
                  <a:cubicBezTo>
                    <a:pt x="9798" y="6429"/>
                    <a:pt x="9265" y="7608"/>
                    <a:pt x="8423" y="8451"/>
                  </a:cubicBezTo>
                  <a:cubicBezTo>
                    <a:pt x="7580" y="9293"/>
                    <a:pt x="6401" y="9826"/>
                    <a:pt x="5138" y="9826"/>
                  </a:cubicBezTo>
                  <a:cubicBezTo>
                    <a:pt x="3846" y="9826"/>
                    <a:pt x="2667" y="9293"/>
                    <a:pt x="1825" y="8451"/>
                  </a:cubicBezTo>
                  <a:cubicBezTo>
                    <a:pt x="983" y="7608"/>
                    <a:pt x="449" y="6429"/>
                    <a:pt x="449" y="5138"/>
                  </a:cubicBezTo>
                  <a:cubicBezTo>
                    <a:pt x="449" y="3846"/>
                    <a:pt x="983" y="2695"/>
                    <a:pt x="1825" y="1853"/>
                  </a:cubicBezTo>
                  <a:cubicBezTo>
                    <a:pt x="2667" y="1011"/>
                    <a:pt x="3846" y="477"/>
                    <a:pt x="5138" y="477"/>
                  </a:cubicBezTo>
                  <a:close/>
                  <a:moveTo>
                    <a:pt x="5138" y="0"/>
                  </a:moveTo>
                  <a:cubicBezTo>
                    <a:pt x="2302" y="0"/>
                    <a:pt x="0" y="2302"/>
                    <a:pt x="0" y="5138"/>
                  </a:cubicBezTo>
                  <a:cubicBezTo>
                    <a:pt x="0" y="7973"/>
                    <a:pt x="2302" y="10275"/>
                    <a:pt x="5138" y="10275"/>
                  </a:cubicBezTo>
                  <a:cubicBezTo>
                    <a:pt x="7973" y="10275"/>
                    <a:pt x="10247" y="7973"/>
                    <a:pt x="10247" y="5138"/>
                  </a:cubicBezTo>
                  <a:cubicBezTo>
                    <a:pt x="10247" y="2302"/>
                    <a:pt x="7973" y="0"/>
                    <a:pt x="51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0" name="Google Shape;1800;p34"/>
            <p:cNvSpPr/>
            <p:nvPr/>
          </p:nvSpPr>
          <p:spPr>
            <a:xfrm>
              <a:off x="3662600" y="2376000"/>
              <a:ext cx="294800" cy="251575"/>
            </a:xfrm>
            <a:custGeom>
              <a:rect b="b" l="l" r="r" t="t"/>
              <a:pathLst>
                <a:path extrusionOk="0" h="10063" w="11792">
                  <a:moveTo>
                    <a:pt x="0" y="1"/>
                  </a:moveTo>
                  <a:cubicBezTo>
                    <a:pt x="0" y="590"/>
                    <a:pt x="56" y="1208"/>
                    <a:pt x="141" y="1769"/>
                  </a:cubicBezTo>
                  <a:cubicBezTo>
                    <a:pt x="1018" y="6632"/>
                    <a:pt x="5252" y="10063"/>
                    <a:pt x="10046" y="10063"/>
                  </a:cubicBezTo>
                  <a:cubicBezTo>
                    <a:pt x="10622" y="10063"/>
                    <a:pt x="11205" y="10013"/>
                    <a:pt x="11792" y="9911"/>
                  </a:cubicBezTo>
                  <a:lnTo>
                    <a:pt x="1005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1" name="Google Shape;1801;p34"/>
            <p:cNvSpPr/>
            <p:nvPr/>
          </p:nvSpPr>
          <p:spPr>
            <a:xfrm>
              <a:off x="3656275" y="2370400"/>
              <a:ext cx="307450" cy="263225"/>
            </a:xfrm>
            <a:custGeom>
              <a:rect b="b" l="l" r="r" t="t"/>
              <a:pathLst>
                <a:path extrusionOk="0" h="10529" w="12298">
                  <a:moveTo>
                    <a:pt x="10114" y="477"/>
                  </a:moveTo>
                  <a:lnTo>
                    <a:pt x="11777" y="9943"/>
                  </a:lnTo>
                  <a:lnTo>
                    <a:pt x="11777" y="9943"/>
                  </a:lnTo>
                  <a:cubicBezTo>
                    <a:pt x="11273" y="10009"/>
                    <a:pt x="10785" y="10051"/>
                    <a:pt x="10276" y="10051"/>
                  </a:cubicBezTo>
                  <a:cubicBezTo>
                    <a:pt x="5616" y="10051"/>
                    <a:pt x="1461" y="6710"/>
                    <a:pt x="618" y="1937"/>
                  </a:cubicBezTo>
                  <a:cubicBezTo>
                    <a:pt x="547" y="1483"/>
                    <a:pt x="495" y="967"/>
                    <a:pt x="482" y="477"/>
                  </a:cubicBezTo>
                  <a:close/>
                  <a:moveTo>
                    <a:pt x="253" y="0"/>
                  </a:moveTo>
                  <a:cubicBezTo>
                    <a:pt x="197" y="0"/>
                    <a:pt x="113" y="28"/>
                    <a:pt x="85" y="56"/>
                  </a:cubicBezTo>
                  <a:cubicBezTo>
                    <a:pt x="29" y="112"/>
                    <a:pt x="1" y="169"/>
                    <a:pt x="1" y="225"/>
                  </a:cubicBezTo>
                  <a:cubicBezTo>
                    <a:pt x="1" y="814"/>
                    <a:pt x="57" y="1432"/>
                    <a:pt x="169" y="2022"/>
                  </a:cubicBezTo>
                  <a:cubicBezTo>
                    <a:pt x="1039" y="7019"/>
                    <a:pt x="5391" y="10528"/>
                    <a:pt x="10276" y="10528"/>
                  </a:cubicBezTo>
                  <a:cubicBezTo>
                    <a:pt x="10894" y="10528"/>
                    <a:pt x="11483" y="10472"/>
                    <a:pt x="12101" y="10360"/>
                  </a:cubicBezTo>
                  <a:cubicBezTo>
                    <a:pt x="12157" y="10360"/>
                    <a:pt x="12213" y="10332"/>
                    <a:pt x="12241" y="10275"/>
                  </a:cubicBezTo>
                  <a:cubicBezTo>
                    <a:pt x="12269" y="10219"/>
                    <a:pt x="12297" y="10163"/>
                    <a:pt x="12269" y="10107"/>
                  </a:cubicBezTo>
                  <a:lnTo>
                    <a:pt x="10529" y="197"/>
                  </a:lnTo>
                  <a:cubicBezTo>
                    <a:pt x="10501" y="84"/>
                    <a:pt x="10416" y="0"/>
                    <a:pt x="103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2" name="Google Shape;1802;p34"/>
            <p:cNvSpPr/>
            <p:nvPr/>
          </p:nvSpPr>
          <p:spPr>
            <a:xfrm>
              <a:off x="3913875" y="2376000"/>
              <a:ext cx="197950" cy="247800"/>
            </a:xfrm>
            <a:custGeom>
              <a:rect b="b" l="l" r="r" t="t"/>
              <a:pathLst>
                <a:path extrusionOk="0" h="9912" w="7918">
                  <a:moveTo>
                    <a:pt x="0" y="1"/>
                  </a:moveTo>
                  <a:lnTo>
                    <a:pt x="1741" y="9911"/>
                  </a:lnTo>
                  <a:cubicBezTo>
                    <a:pt x="4324" y="9462"/>
                    <a:pt x="6317" y="8255"/>
                    <a:pt x="7917" y="620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3" name="Google Shape;1803;p34"/>
            <p:cNvSpPr/>
            <p:nvPr/>
          </p:nvSpPr>
          <p:spPr>
            <a:xfrm>
              <a:off x="3905450" y="2361975"/>
              <a:ext cx="214800" cy="268825"/>
            </a:xfrm>
            <a:custGeom>
              <a:rect b="b" l="l" r="r" t="t"/>
              <a:pathLst>
                <a:path extrusionOk="0" h="10753" w="8592">
                  <a:moveTo>
                    <a:pt x="665" y="1124"/>
                  </a:moveTo>
                  <a:lnTo>
                    <a:pt x="7944" y="6802"/>
                  </a:lnTo>
                  <a:lnTo>
                    <a:pt x="7944" y="6802"/>
                  </a:lnTo>
                  <a:cubicBezTo>
                    <a:pt x="6418" y="8659"/>
                    <a:pt x="4610" y="9747"/>
                    <a:pt x="2261" y="10208"/>
                  </a:cubicBezTo>
                  <a:lnTo>
                    <a:pt x="2261" y="10208"/>
                  </a:lnTo>
                  <a:lnTo>
                    <a:pt x="665" y="1124"/>
                  </a:lnTo>
                  <a:close/>
                  <a:moveTo>
                    <a:pt x="0" y="0"/>
                  </a:moveTo>
                  <a:lnTo>
                    <a:pt x="112" y="618"/>
                  </a:lnTo>
                  <a:lnTo>
                    <a:pt x="1881" y="10753"/>
                  </a:lnTo>
                  <a:lnTo>
                    <a:pt x="2134" y="10697"/>
                  </a:lnTo>
                  <a:cubicBezTo>
                    <a:pt x="4745" y="10248"/>
                    <a:pt x="6794" y="9012"/>
                    <a:pt x="8451" y="6907"/>
                  </a:cubicBezTo>
                  <a:lnTo>
                    <a:pt x="8591" y="6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4" name="Google Shape;1804;p34"/>
            <p:cNvSpPr/>
            <p:nvPr/>
          </p:nvSpPr>
          <p:spPr>
            <a:xfrm>
              <a:off x="3788225" y="2124700"/>
              <a:ext cx="395175" cy="406450"/>
            </a:xfrm>
            <a:custGeom>
              <a:rect b="b" l="l" r="r" t="t"/>
              <a:pathLst>
                <a:path extrusionOk="0" h="16258" w="15807">
                  <a:moveTo>
                    <a:pt x="5010" y="1"/>
                  </a:moveTo>
                  <a:cubicBezTo>
                    <a:pt x="3306" y="1"/>
                    <a:pt x="1580" y="435"/>
                    <a:pt x="1" y="1350"/>
                  </a:cubicBezTo>
                  <a:lnTo>
                    <a:pt x="5026" y="10053"/>
                  </a:lnTo>
                  <a:lnTo>
                    <a:pt x="12943" y="16257"/>
                  </a:lnTo>
                  <a:cubicBezTo>
                    <a:pt x="15526" y="12972"/>
                    <a:pt x="15807" y="8649"/>
                    <a:pt x="13729" y="5027"/>
                  </a:cubicBezTo>
                  <a:cubicBezTo>
                    <a:pt x="11864" y="1806"/>
                    <a:pt x="8483" y="1"/>
                    <a:pt x="50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5" name="Google Shape;1805;p34"/>
            <p:cNvSpPr/>
            <p:nvPr/>
          </p:nvSpPr>
          <p:spPr>
            <a:xfrm>
              <a:off x="3781200" y="2119125"/>
              <a:ext cx="390975" cy="417625"/>
            </a:xfrm>
            <a:custGeom>
              <a:rect b="b" l="l" r="r" t="t"/>
              <a:pathLst>
                <a:path extrusionOk="0" h="16705" w="15639">
                  <a:moveTo>
                    <a:pt x="5307" y="478"/>
                  </a:moveTo>
                  <a:cubicBezTo>
                    <a:pt x="8676" y="478"/>
                    <a:pt x="11989" y="2218"/>
                    <a:pt x="13814" y="5391"/>
                  </a:cubicBezTo>
                  <a:cubicBezTo>
                    <a:pt x="14712" y="6935"/>
                    <a:pt x="15161" y="8647"/>
                    <a:pt x="15161" y="10304"/>
                  </a:cubicBezTo>
                  <a:cubicBezTo>
                    <a:pt x="15161" y="12364"/>
                    <a:pt x="14507" y="14398"/>
                    <a:pt x="13198" y="16154"/>
                  </a:cubicBezTo>
                  <a:lnTo>
                    <a:pt x="13198" y="16154"/>
                  </a:lnTo>
                  <a:lnTo>
                    <a:pt x="5491" y="10141"/>
                  </a:lnTo>
                  <a:lnTo>
                    <a:pt x="5491" y="10141"/>
                  </a:lnTo>
                  <a:lnTo>
                    <a:pt x="593" y="1660"/>
                  </a:lnTo>
                  <a:lnTo>
                    <a:pt x="593" y="1660"/>
                  </a:lnTo>
                  <a:cubicBezTo>
                    <a:pt x="2083" y="863"/>
                    <a:pt x="3695" y="478"/>
                    <a:pt x="5307" y="478"/>
                  </a:cubicBezTo>
                  <a:close/>
                  <a:moveTo>
                    <a:pt x="5307" y="0"/>
                  </a:moveTo>
                  <a:cubicBezTo>
                    <a:pt x="3538" y="0"/>
                    <a:pt x="1770" y="450"/>
                    <a:pt x="169" y="1376"/>
                  </a:cubicBezTo>
                  <a:cubicBezTo>
                    <a:pt x="57" y="1432"/>
                    <a:pt x="1" y="1573"/>
                    <a:pt x="85" y="1685"/>
                  </a:cubicBezTo>
                  <a:lnTo>
                    <a:pt x="5111" y="10416"/>
                  </a:lnTo>
                  <a:lnTo>
                    <a:pt x="5167" y="10472"/>
                  </a:lnTo>
                  <a:lnTo>
                    <a:pt x="13084" y="16649"/>
                  </a:lnTo>
                  <a:cubicBezTo>
                    <a:pt x="13140" y="16705"/>
                    <a:pt x="13196" y="16705"/>
                    <a:pt x="13252" y="16705"/>
                  </a:cubicBezTo>
                  <a:cubicBezTo>
                    <a:pt x="13308" y="16705"/>
                    <a:pt x="13365" y="16677"/>
                    <a:pt x="13421" y="16621"/>
                  </a:cubicBezTo>
                  <a:cubicBezTo>
                    <a:pt x="14881" y="14740"/>
                    <a:pt x="15639" y="12550"/>
                    <a:pt x="15639" y="10304"/>
                  </a:cubicBezTo>
                  <a:cubicBezTo>
                    <a:pt x="15639" y="8563"/>
                    <a:pt x="15161" y="6766"/>
                    <a:pt x="14207" y="5138"/>
                  </a:cubicBezTo>
                  <a:cubicBezTo>
                    <a:pt x="12298" y="1853"/>
                    <a:pt x="8844" y="0"/>
                    <a:pt x="53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6" name="Google Shape;1806;p34"/>
            <p:cNvSpPr/>
            <p:nvPr/>
          </p:nvSpPr>
          <p:spPr>
            <a:xfrm>
              <a:off x="3662600" y="2158425"/>
              <a:ext cx="251300" cy="217600"/>
            </a:xfrm>
            <a:custGeom>
              <a:rect b="b" l="l" r="r" t="t"/>
              <a:pathLst>
                <a:path extrusionOk="0" h="8704" w="10052">
                  <a:moveTo>
                    <a:pt x="5026" y="1"/>
                  </a:moveTo>
                  <a:cubicBezTo>
                    <a:pt x="1797" y="1853"/>
                    <a:pt x="0" y="4998"/>
                    <a:pt x="0" y="8704"/>
                  </a:cubicBezTo>
                  <a:lnTo>
                    <a:pt x="10051" y="8704"/>
                  </a:lnTo>
                  <a:lnTo>
                    <a:pt x="50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7" name="Google Shape;1807;p34"/>
            <p:cNvSpPr/>
            <p:nvPr/>
          </p:nvSpPr>
          <p:spPr>
            <a:xfrm>
              <a:off x="3656275" y="2150700"/>
              <a:ext cx="267450" cy="231650"/>
            </a:xfrm>
            <a:custGeom>
              <a:rect b="b" l="l" r="r" t="t"/>
              <a:pathLst>
                <a:path extrusionOk="0" h="9266" w="10698">
                  <a:moveTo>
                    <a:pt x="5197" y="621"/>
                  </a:moveTo>
                  <a:lnTo>
                    <a:pt x="9897" y="8788"/>
                  </a:lnTo>
                  <a:lnTo>
                    <a:pt x="480" y="8788"/>
                  </a:lnTo>
                  <a:cubicBezTo>
                    <a:pt x="550" y="5339"/>
                    <a:pt x="2238" y="2419"/>
                    <a:pt x="5197" y="621"/>
                  </a:cubicBezTo>
                  <a:close/>
                  <a:moveTo>
                    <a:pt x="5363" y="1"/>
                  </a:moveTo>
                  <a:lnTo>
                    <a:pt x="5166" y="113"/>
                  </a:lnTo>
                  <a:cubicBezTo>
                    <a:pt x="1882" y="1994"/>
                    <a:pt x="1" y="5223"/>
                    <a:pt x="1" y="9013"/>
                  </a:cubicBezTo>
                  <a:lnTo>
                    <a:pt x="1" y="9265"/>
                  </a:lnTo>
                  <a:lnTo>
                    <a:pt x="10697" y="9265"/>
                  </a:lnTo>
                  <a:lnTo>
                    <a:pt x="10501" y="8900"/>
                  </a:lnTo>
                  <a:lnTo>
                    <a:pt x="53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8" name="Google Shape;1808;p34"/>
            <p:cNvSpPr/>
            <p:nvPr/>
          </p:nvSpPr>
          <p:spPr>
            <a:xfrm>
              <a:off x="3791025" y="2253875"/>
              <a:ext cx="245000" cy="244975"/>
            </a:xfrm>
            <a:custGeom>
              <a:rect b="b" l="l" r="r" t="t"/>
              <a:pathLst>
                <a:path extrusionOk="0" h="9799" w="9800">
                  <a:moveTo>
                    <a:pt x="4914" y="1"/>
                  </a:moveTo>
                  <a:cubicBezTo>
                    <a:pt x="2191" y="1"/>
                    <a:pt x="1" y="2191"/>
                    <a:pt x="1" y="4886"/>
                  </a:cubicBezTo>
                  <a:cubicBezTo>
                    <a:pt x="1" y="7609"/>
                    <a:pt x="2191" y="9799"/>
                    <a:pt x="4914" y="9799"/>
                  </a:cubicBezTo>
                  <a:cubicBezTo>
                    <a:pt x="7609" y="9799"/>
                    <a:pt x="9799" y="7609"/>
                    <a:pt x="9799" y="4886"/>
                  </a:cubicBezTo>
                  <a:cubicBezTo>
                    <a:pt x="9799" y="2191"/>
                    <a:pt x="7609" y="1"/>
                    <a:pt x="49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9" name="Google Shape;1809;p34"/>
            <p:cNvSpPr/>
            <p:nvPr/>
          </p:nvSpPr>
          <p:spPr>
            <a:xfrm>
              <a:off x="3785425" y="2247575"/>
              <a:ext cx="256900" cy="256900"/>
            </a:xfrm>
            <a:custGeom>
              <a:rect b="b" l="l" r="r" t="t"/>
              <a:pathLst>
                <a:path extrusionOk="0" h="10276" w="10276">
                  <a:moveTo>
                    <a:pt x="5138" y="477"/>
                  </a:moveTo>
                  <a:cubicBezTo>
                    <a:pt x="6430" y="477"/>
                    <a:pt x="7581" y="1011"/>
                    <a:pt x="8423" y="1853"/>
                  </a:cubicBezTo>
                  <a:cubicBezTo>
                    <a:pt x="9293" y="2695"/>
                    <a:pt x="9798" y="3846"/>
                    <a:pt x="9798" y="5138"/>
                  </a:cubicBezTo>
                  <a:cubicBezTo>
                    <a:pt x="9798" y="6429"/>
                    <a:pt x="9293" y="7608"/>
                    <a:pt x="8423" y="8451"/>
                  </a:cubicBezTo>
                  <a:cubicBezTo>
                    <a:pt x="7581" y="9293"/>
                    <a:pt x="6430" y="9826"/>
                    <a:pt x="5138" y="9826"/>
                  </a:cubicBezTo>
                  <a:cubicBezTo>
                    <a:pt x="3847" y="9826"/>
                    <a:pt x="2667" y="9293"/>
                    <a:pt x="1825" y="8451"/>
                  </a:cubicBezTo>
                  <a:cubicBezTo>
                    <a:pt x="983" y="7608"/>
                    <a:pt x="478" y="6429"/>
                    <a:pt x="478" y="5138"/>
                  </a:cubicBezTo>
                  <a:cubicBezTo>
                    <a:pt x="478" y="3846"/>
                    <a:pt x="983" y="2695"/>
                    <a:pt x="1825" y="1853"/>
                  </a:cubicBezTo>
                  <a:cubicBezTo>
                    <a:pt x="2667" y="1011"/>
                    <a:pt x="3847" y="477"/>
                    <a:pt x="5138" y="477"/>
                  </a:cubicBezTo>
                  <a:close/>
                  <a:moveTo>
                    <a:pt x="5138" y="0"/>
                  </a:moveTo>
                  <a:cubicBezTo>
                    <a:pt x="2303" y="0"/>
                    <a:pt x="0" y="2302"/>
                    <a:pt x="0" y="5138"/>
                  </a:cubicBezTo>
                  <a:cubicBezTo>
                    <a:pt x="0" y="7973"/>
                    <a:pt x="2303" y="10275"/>
                    <a:pt x="5138" y="10275"/>
                  </a:cubicBezTo>
                  <a:cubicBezTo>
                    <a:pt x="7974" y="10275"/>
                    <a:pt x="10276" y="7973"/>
                    <a:pt x="10276" y="5138"/>
                  </a:cubicBezTo>
                  <a:cubicBezTo>
                    <a:pt x="10276" y="2302"/>
                    <a:pt x="7974" y="0"/>
                    <a:pt x="51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0" name="Google Shape;1810;p34"/>
            <p:cNvSpPr/>
            <p:nvPr/>
          </p:nvSpPr>
          <p:spPr>
            <a:xfrm>
              <a:off x="2155675" y="1182825"/>
              <a:ext cx="277975" cy="11950"/>
            </a:xfrm>
            <a:custGeom>
              <a:rect b="b" l="l" r="r" t="t"/>
              <a:pathLst>
                <a:path extrusionOk="0" h="478" w="11119">
                  <a:moveTo>
                    <a:pt x="1" y="1"/>
                  </a:moveTo>
                  <a:lnTo>
                    <a:pt x="1" y="478"/>
                  </a:lnTo>
                  <a:lnTo>
                    <a:pt x="11118" y="478"/>
                  </a:lnTo>
                  <a:lnTo>
                    <a:pt x="1111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1" name="Google Shape;1811;p34"/>
            <p:cNvSpPr/>
            <p:nvPr/>
          </p:nvSpPr>
          <p:spPr>
            <a:xfrm>
              <a:off x="2155675" y="1229850"/>
              <a:ext cx="277975" cy="11950"/>
            </a:xfrm>
            <a:custGeom>
              <a:rect b="b" l="l" r="r" t="t"/>
              <a:pathLst>
                <a:path extrusionOk="0" h="478" w="11119">
                  <a:moveTo>
                    <a:pt x="1" y="1"/>
                  </a:moveTo>
                  <a:lnTo>
                    <a:pt x="1" y="478"/>
                  </a:lnTo>
                  <a:lnTo>
                    <a:pt x="11118" y="478"/>
                  </a:lnTo>
                  <a:lnTo>
                    <a:pt x="1111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2" name="Google Shape;1812;p34"/>
            <p:cNvSpPr/>
            <p:nvPr/>
          </p:nvSpPr>
          <p:spPr>
            <a:xfrm>
              <a:off x="2155675" y="1277575"/>
              <a:ext cx="277975" cy="11950"/>
            </a:xfrm>
            <a:custGeom>
              <a:rect b="b" l="l" r="r" t="t"/>
              <a:pathLst>
                <a:path extrusionOk="0" h="478" w="11119">
                  <a:moveTo>
                    <a:pt x="1" y="1"/>
                  </a:moveTo>
                  <a:lnTo>
                    <a:pt x="1" y="478"/>
                  </a:lnTo>
                  <a:lnTo>
                    <a:pt x="11118" y="478"/>
                  </a:lnTo>
                  <a:lnTo>
                    <a:pt x="1111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3" name="Google Shape;1813;p34"/>
            <p:cNvSpPr/>
            <p:nvPr/>
          </p:nvSpPr>
          <p:spPr>
            <a:xfrm>
              <a:off x="2155675" y="1324600"/>
              <a:ext cx="277975" cy="11950"/>
            </a:xfrm>
            <a:custGeom>
              <a:rect b="b" l="l" r="r" t="t"/>
              <a:pathLst>
                <a:path extrusionOk="0" h="478" w="11119">
                  <a:moveTo>
                    <a:pt x="1" y="1"/>
                  </a:moveTo>
                  <a:lnTo>
                    <a:pt x="1" y="478"/>
                  </a:lnTo>
                  <a:lnTo>
                    <a:pt x="11118" y="478"/>
                  </a:lnTo>
                  <a:lnTo>
                    <a:pt x="1111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4" name="Google Shape;1814;p34"/>
            <p:cNvSpPr/>
            <p:nvPr/>
          </p:nvSpPr>
          <p:spPr>
            <a:xfrm>
              <a:off x="4314625" y="1290925"/>
              <a:ext cx="604350" cy="291850"/>
            </a:xfrm>
            <a:custGeom>
              <a:rect b="b" l="l" r="r" t="t"/>
              <a:pathLst>
                <a:path extrusionOk="0" h="11674" w="24174">
                  <a:moveTo>
                    <a:pt x="225" y="0"/>
                  </a:moveTo>
                  <a:cubicBezTo>
                    <a:pt x="113" y="0"/>
                    <a:pt x="1" y="112"/>
                    <a:pt x="1" y="225"/>
                  </a:cubicBezTo>
                  <a:cubicBezTo>
                    <a:pt x="1" y="365"/>
                    <a:pt x="113" y="477"/>
                    <a:pt x="225" y="477"/>
                  </a:cubicBezTo>
                  <a:lnTo>
                    <a:pt x="11034" y="477"/>
                  </a:lnTo>
                  <a:lnTo>
                    <a:pt x="23752" y="11623"/>
                  </a:lnTo>
                  <a:cubicBezTo>
                    <a:pt x="23799" y="11658"/>
                    <a:pt x="23851" y="11674"/>
                    <a:pt x="23902" y="11674"/>
                  </a:cubicBezTo>
                  <a:cubicBezTo>
                    <a:pt x="23972" y="11674"/>
                    <a:pt x="24040" y="11644"/>
                    <a:pt x="24089" y="11595"/>
                  </a:cubicBezTo>
                  <a:cubicBezTo>
                    <a:pt x="24173" y="11483"/>
                    <a:pt x="24173" y="11342"/>
                    <a:pt x="24061" y="11258"/>
                  </a:cubicBezTo>
                  <a:lnTo>
                    <a:pt x="11259" y="56"/>
                  </a:lnTo>
                  <a:cubicBezTo>
                    <a:pt x="11231" y="28"/>
                    <a:pt x="11174" y="0"/>
                    <a:pt x="11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5" name="Google Shape;1815;p34"/>
            <p:cNvSpPr/>
            <p:nvPr/>
          </p:nvSpPr>
          <p:spPr>
            <a:xfrm>
              <a:off x="4963850" y="1490950"/>
              <a:ext cx="277975" cy="11950"/>
            </a:xfrm>
            <a:custGeom>
              <a:rect b="b" l="l" r="r" t="t"/>
              <a:pathLst>
                <a:path extrusionOk="0" h="478" w="11119">
                  <a:moveTo>
                    <a:pt x="1" y="0"/>
                  </a:moveTo>
                  <a:lnTo>
                    <a:pt x="1" y="478"/>
                  </a:lnTo>
                  <a:lnTo>
                    <a:pt x="11118" y="478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6" name="Google Shape;1816;p34"/>
            <p:cNvSpPr/>
            <p:nvPr/>
          </p:nvSpPr>
          <p:spPr>
            <a:xfrm>
              <a:off x="4963850" y="1537975"/>
              <a:ext cx="277975" cy="11950"/>
            </a:xfrm>
            <a:custGeom>
              <a:rect b="b" l="l" r="r" t="t"/>
              <a:pathLst>
                <a:path extrusionOk="0" h="478" w="11119">
                  <a:moveTo>
                    <a:pt x="1" y="0"/>
                  </a:moveTo>
                  <a:lnTo>
                    <a:pt x="1" y="478"/>
                  </a:lnTo>
                  <a:lnTo>
                    <a:pt x="11118" y="478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7" name="Google Shape;1817;p34"/>
            <p:cNvSpPr/>
            <p:nvPr/>
          </p:nvSpPr>
          <p:spPr>
            <a:xfrm>
              <a:off x="4963850" y="1585700"/>
              <a:ext cx="277975" cy="11250"/>
            </a:xfrm>
            <a:custGeom>
              <a:rect b="b" l="l" r="r" t="t"/>
              <a:pathLst>
                <a:path extrusionOk="0" h="450" w="11119">
                  <a:moveTo>
                    <a:pt x="1" y="1"/>
                  </a:moveTo>
                  <a:lnTo>
                    <a:pt x="1" y="450"/>
                  </a:lnTo>
                  <a:lnTo>
                    <a:pt x="11118" y="450"/>
                  </a:lnTo>
                  <a:lnTo>
                    <a:pt x="1111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8" name="Google Shape;1818;p34"/>
            <p:cNvSpPr/>
            <p:nvPr/>
          </p:nvSpPr>
          <p:spPr>
            <a:xfrm>
              <a:off x="4963850" y="1632725"/>
              <a:ext cx="277975" cy="11950"/>
            </a:xfrm>
            <a:custGeom>
              <a:rect b="b" l="l" r="r" t="t"/>
              <a:pathLst>
                <a:path extrusionOk="0" h="478" w="11119">
                  <a:moveTo>
                    <a:pt x="1" y="1"/>
                  </a:moveTo>
                  <a:lnTo>
                    <a:pt x="1" y="478"/>
                  </a:lnTo>
                  <a:lnTo>
                    <a:pt x="11118" y="478"/>
                  </a:lnTo>
                  <a:lnTo>
                    <a:pt x="1111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9" name="Google Shape;1819;p34"/>
            <p:cNvSpPr/>
            <p:nvPr/>
          </p:nvSpPr>
          <p:spPr>
            <a:xfrm>
              <a:off x="4963850" y="2298800"/>
              <a:ext cx="277975" cy="11950"/>
            </a:xfrm>
            <a:custGeom>
              <a:rect b="b" l="l" r="r" t="t"/>
              <a:pathLst>
                <a:path extrusionOk="0" h="478" w="11119">
                  <a:moveTo>
                    <a:pt x="1" y="0"/>
                  </a:moveTo>
                  <a:lnTo>
                    <a:pt x="1" y="478"/>
                  </a:lnTo>
                  <a:lnTo>
                    <a:pt x="11118" y="478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0" name="Google Shape;1820;p34"/>
            <p:cNvSpPr/>
            <p:nvPr/>
          </p:nvSpPr>
          <p:spPr>
            <a:xfrm>
              <a:off x="4963850" y="2345825"/>
              <a:ext cx="277975" cy="11950"/>
            </a:xfrm>
            <a:custGeom>
              <a:rect b="b" l="l" r="r" t="t"/>
              <a:pathLst>
                <a:path extrusionOk="0" h="478" w="11119">
                  <a:moveTo>
                    <a:pt x="1" y="1"/>
                  </a:moveTo>
                  <a:lnTo>
                    <a:pt x="1" y="478"/>
                  </a:lnTo>
                  <a:lnTo>
                    <a:pt x="11118" y="478"/>
                  </a:lnTo>
                  <a:lnTo>
                    <a:pt x="1111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1" name="Google Shape;1821;p34"/>
            <p:cNvSpPr/>
            <p:nvPr/>
          </p:nvSpPr>
          <p:spPr>
            <a:xfrm>
              <a:off x="4963850" y="2393550"/>
              <a:ext cx="277975" cy="11950"/>
            </a:xfrm>
            <a:custGeom>
              <a:rect b="b" l="l" r="r" t="t"/>
              <a:pathLst>
                <a:path extrusionOk="0" h="478" w="11119">
                  <a:moveTo>
                    <a:pt x="1" y="1"/>
                  </a:moveTo>
                  <a:lnTo>
                    <a:pt x="1" y="478"/>
                  </a:lnTo>
                  <a:lnTo>
                    <a:pt x="11118" y="478"/>
                  </a:lnTo>
                  <a:lnTo>
                    <a:pt x="1111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2" name="Google Shape;1822;p34"/>
            <p:cNvSpPr/>
            <p:nvPr/>
          </p:nvSpPr>
          <p:spPr>
            <a:xfrm>
              <a:off x="4963850" y="2440575"/>
              <a:ext cx="277975" cy="11950"/>
            </a:xfrm>
            <a:custGeom>
              <a:rect b="b" l="l" r="r" t="t"/>
              <a:pathLst>
                <a:path extrusionOk="0" h="478" w="11119">
                  <a:moveTo>
                    <a:pt x="1" y="1"/>
                  </a:moveTo>
                  <a:lnTo>
                    <a:pt x="1" y="478"/>
                  </a:lnTo>
                  <a:lnTo>
                    <a:pt x="11118" y="478"/>
                  </a:lnTo>
                  <a:lnTo>
                    <a:pt x="1111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3" name="Google Shape;1823;p34"/>
            <p:cNvSpPr/>
            <p:nvPr/>
          </p:nvSpPr>
          <p:spPr>
            <a:xfrm>
              <a:off x="2291850" y="3234400"/>
              <a:ext cx="278650" cy="11950"/>
            </a:xfrm>
            <a:custGeom>
              <a:rect b="b" l="l" r="r" t="t"/>
              <a:pathLst>
                <a:path extrusionOk="0" h="478" w="11146">
                  <a:moveTo>
                    <a:pt x="0" y="0"/>
                  </a:moveTo>
                  <a:lnTo>
                    <a:pt x="0" y="477"/>
                  </a:lnTo>
                  <a:lnTo>
                    <a:pt x="11146" y="477"/>
                  </a:lnTo>
                  <a:lnTo>
                    <a:pt x="111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4" name="Google Shape;1824;p34"/>
            <p:cNvSpPr/>
            <p:nvPr/>
          </p:nvSpPr>
          <p:spPr>
            <a:xfrm>
              <a:off x="2291850" y="3282125"/>
              <a:ext cx="278650" cy="11950"/>
            </a:xfrm>
            <a:custGeom>
              <a:rect b="b" l="l" r="r" t="t"/>
              <a:pathLst>
                <a:path extrusionOk="0" h="478" w="11146">
                  <a:moveTo>
                    <a:pt x="0" y="0"/>
                  </a:moveTo>
                  <a:lnTo>
                    <a:pt x="0" y="478"/>
                  </a:lnTo>
                  <a:lnTo>
                    <a:pt x="11146" y="478"/>
                  </a:lnTo>
                  <a:lnTo>
                    <a:pt x="111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5" name="Google Shape;1825;p34"/>
            <p:cNvSpPr/>
            <p:nvPr/>
          </p:nvSpPr>
          <p:spPr>
            <a:xfrm>
              <a:off x="2291850" y="3329150"/>
              <a:ext cx="278650" cy="11950"/>
            </a:xfrm>
            <a:custGeom>
              <a:rect b="b" l="l" r="r" t="t"/>
              <a:pathLst>
                <a:path extrusionOk="0" h="478" w="11146">
                  <a:moveTo>
                    <a:pt x="0" y="0"/>
                  </a:moveTo>
                  <a:lnTo>
                    <a:pt x="0" y="478"/>
                  </a:lnTo>
                  <a:lnTo>
                    <a:pt x="11146" y="478"/>
                  </a:lnTo>
                  <a:lnTo>
                    <a:pt x="111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6" name="Google Shape;1826;p34"/>
            <p:cNvSpPr/>
            <p:nvPr/>
          </p:nvSpPr>
          <p:spPr>
            <a:xfrm>
              <a:off x="2291850" y="3376875"/>
              <a:ext cx="278650" cy="11250"/>
            </a:xfrm>
            <a:custGeom>
              <a:rect b="b" l="l" r="r" t="t"/>
              <a:pathLst>
                <a:path extrusionOk="0" h="450" w="11146">
                  <a:moveTo>
                    <a:pt x="0" y="0"/>
                  </a:moveTo>
                  <a:lnTo>
                    <a:pt x="0" y="450"/>
                  </a:lnTo>
                  <a:lnTo>
                    <a:pt x="11146" y="450"/>
                  </a:lnTo>
                  <a:lnTo>
                    <a:pt x="111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7" name="Google Shape;1827;p34"/>
            <p:cNvSpPr/>
            <p:nvPr/>
          </p:nvSpPr>
          <p:spPr>
            <a:xfrm>
              <a:off x="4036000" y="2098775"/>
              <a:ext cx="888575" cy="274450"/>
            </a:xfrm>
            <a:custGeom>
              <a:rect b="b" l="l" r="r" t="t"/>
              <a:pathLst>
                <a:path extrusionOk="0" h="10978" w="35543">
                  <a:moveTo>
                    <a:pt x="4548" y="0"/>
                  </a:moveTo>
                  <a:lnTo>
                    <a:pt x="0" y="5194"/>
                  </a:lnTo>
                  <a:lnTo>
                    <a:pt x="365" y="5503"/>
                  </a:lnTo>
                  <a:lnTo>
                    <a:pt x="4773" y="477"/>
                  </a:lnTo>
                  <a:lnTo>
                    <a:pt x="22488" y="477"/>
                  </a:lnTo>
                  <a:lnTo>
                    <a:pt x="35234" y="10977"/>
                  </a:lnTo>
                  <a:lnTo>
                    <a:pt x="35543" y="10612"/>
                  </a:lnTo>
                  <a:lnTo>
                    <a:pt x="22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8" name="Google Shape;1828;p34"/>
            <p:cNvSpPr/>
            <p:nvPr/>
          </p:nvSpPr>
          <p:spPr>
            <a:xfrm>
              <a:off x="2418875" y="2616750"/>
              <a:ext cx="11975" cy="600125"/>
            </a:xfrm>
            <a:custGeom>
              <a:rect b="b" l="l" r="r" t="t"/>
              <a:pathLst>
                <a:path extrusionOk="0" h="24005" w="479">
                  <a:moveTo>
                    <a:pt x="1" y="0"/>
                  </a:moveTo>
                  <a:lnTo>
                    <a:pt x="1" y="24004"/>
                  </a:lnTo>
                  <a:lnTo>
                    <a:pt x="478" y="24004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9" name="Google Shape;1829;p34"/>
            <p:cNvSpPr/>
            <p:nvPr/>
          </p:nvSpPr>
          <p:spPr>
            <a:xfrm>
              <a:off x="1831425" y="3538000"/>
              <a:ext cx="129875" cy="102100"/>
            </a:xfrm>
            <a:custGeom>
              <a:rect b="b" l="l" r="r" t="t"/>
              <a:pathLst>
                <a:path extrusionOk="0" h="4084" w="5195">
                  <a:moveTo>
                    <a:pt x="1580" y="1"/>
                  </a:moveTo>
                  <a:cubicBezTo>
                    <a:pt x="1521" y="1"/>
                    <a:pt x="1462" y="5"/>
                    <a:pt x="1404" y="13"/>
                  </a:cubicBezTo>
                  <a:cubicBezTo>
                    <a:pt x="506" y="125"/>
                    <a:pt x="0" y="1023"/>
                    <a:pt x="197" y="1894"/>
                  </a:cubicBezTo>
                  <a:cubicBezTo>
                    <a:pt x="393" y="2736"/>
                    <a:pt x="1292" y="3381"/>
                    <a:pt x="2050" y="3718"/>
                  </a:cubicBezTo>
                  <a:cubicBezTo>
                    <a:pt x="2860" y="4062"/>
                    <a:pt x="4638" y="4084"/>
                    <a:pt x="5070" y="4084"/>
                  </a:cubicBezTo>
                  <a:cubicBezTo>
                    <a:pt x="5132" y="4084"/>
                    <a:pt x="5166" y="4083"/>
                    <a:pt x="5166" y="4083"/>
                  </a:cubicBezTo>
                  <a:cubicBezTo>
                    <a:pt x="5194" y="4083"/>
                    <a:pt x="4689" y="2623"/>
                    <a:pt x="4661" y="2539"/>
                  </a:cubicBezTo>
                  <a:cubicBezTo>
                    <a:pt x="4206" y="1576"/>
                    <a:pt x="2782" y="1"/>
                    <a:pt x="158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0" name="Google Shape;1830;p34"/>
            <p:cNvSpPr/>
            <p:nvPr/>
          </p:nvSpPr>
          <p:spPr>
            <a:xfrm>
              <a:off x="1834225" y="3377750"/>
              <a:ext cx="807875" cy="1698375"/>
            </a:xfrm>
            <a:custGeom>
              <a:rect b="b" l="l" r="r" t="t"/>
              <a:pathLst>
                <a:path extrusionOk="0" h="67935" w="32315">
                  <a:moveTo>
                    <a:pt x="15189" y="33037"/>
                  </a:moveTo>
                  <a:cubicBezTo>
                    <a:pt x="15835" y="33739"/>
                    <a:pt x="17491" y="34553"/>
                    <a:pt x="17716" y="34666"/>
                  </a:cubicBezTo>
                  <a:cubicBezTo>
                    <a:pt x="17491" y="35199"/>
                    <a:pt x="17267" y="35733"/>
                    <a:pt x="17042" y="36238"/>
                  </a:cubicBezTo>
                  <a:cubicBezTo>
                    <a:pt x="16284" y="37979"/>
                    <a:pt x="15582" y="39410"/>
                    <a:pt x="15077" y="40393"/>
                  </a:cubicBezTo>
                  <a:cubicBezTo>
                    <a:pt x="14993" y="40590"/>
                    <a:pt x="14880" y="40758"/>
                    <a:pt x="14796" y="40926"/>
                  </a:cubicBezTo>
                  <a:lnTo>
                    <a:pt x="14712" y="40926"/>
                  </a:lnTo>
                  <a:cubicBezTo>
                    <a:pt x="14712" y="40730"/>
                    <a:pt x="14684" y="40533"/>
                    <a:pt x="14628" y="40281"/>
                  </a:cubicBezTo>
                  <a:cubicBezTo>
                    <a:pt x="14487" y="39186"/>
                    <a:pt x="14234" y="37614"/>
                    <a:pt x="13870" y="35733"/>
                  </a:cubicBezTo>
                  <a:cubicBezTo>
                    <a:pt x="13757" y="35115"/>
                    <a:pt x="13617" y="34497"/>
                    <a:pt x="13476" y="33852"/>
                  </a:cubicBezTo>
                  <a:cubicBezTo>
                    <a:pt x="13617" y="33795"/>
                    <a:pt x="14459" y="33459"/>
                    <a:pt x="15189" y="33037"/>
                  </a:cubicBezTo>
                  <a:close/>
                  <a:moveTo>
                    <a:pt x="6799" y="1"/>
                  </a:moveTo>
                  <a:cubicBezTo>
                    <a:pt x="6583" y="1"/>
                    <a:pt x="6362" y="52"/>
                    <a:pt x="6149" y="162"/>
                  </a:cubicBezTo>
                  <a:cubicBezTo>
                    <a:pt x="5026" y="751"/>
                    <a:pt x="4745" y="2997"/>
                    <a:pt x="4914" y="4092"/>
                  </a:cubicBezTo>
                  <a:cubicBezTo>
                    <a:pt x="4942" y="4205"/>
                    <a:pt x="5363" y="5665"/>
                    <a:pt x="5363" y="5665"/>
                  </a:cubicBezTo>
                  <a:lnTo>
                    <a:pt x="5391" y="5636"/>
                  </a:lnTo>
                  <a:lnTo>
                    <a:pt x="5391" y="5636"/>
                  </a:lnTo>
                  <a:cubicBezTo>
                    <a:pt x="5335" y="6001"/>
                    <a:pt x="5307" y="6366"/>
                    <a:pt x="5251" y="6787"/>
                  </a:cubicBezTo>
                  <a:cubicBezTo>
                    <a:pt x="5166" y="7574"/>
                    <a:pt x="5110" y="8444"/>
                    <a:pt x="5082" y="9398"/>
                  </a:cubicBezTo>
                  <a:cubicBezTo>
                    <a:pt x="5054" y="10353"/>
                    <a:pt x="5054" y="11392"/>
                    <a:pt x="5138" y="12487"/>
                  </a:cubicBezTo>
                  <a:cubicBezTo>
                    <a:pt x="5251" y="13582"/>
                    <a:pt x="5419" y="14733"/>
                    <a:pt x="5728" y="15884"/>
                  </a:cubicBezTo>
                  <a:lnTo>
                    <a:pt x="5728" y="15940"/>
                  </a:lnTo>
                  <a:cubicBezTo>
                    <a:pt x="5531" y="15603"/>
                    <a:pt x="4942" y="14761"/>
                    <a:pt x="4914" y="14705"/>
                  </a:cubicBezTo>
                  <a:cubicBezTo>
                    <a:pt x="4274" y="13994"/>
                    <a:pt x="2816" y="13024"/>
                    <a:pt x="1685" y="13024"/>
                  </a:cubicBezTo>
                  <a:cubicBezTo>
                    <a:pt x="1475" y="13024"/>
                    <a:pt x="1276" y="13058"/>
                    <a:pt x="1096" y="13132"/>
                  </a:cubicBezTo>
                  <a:cubicBezTo>
                    <a:pt x="253" y="13497"/>
                    <a:pt x="1" y="14480"/>
                    <a:pt x="422" y="15238"/>
                  </a:cubicBezTo>
                  <a:cubicBezTo>
                    <a:pt x="843" y="16024"/>
                    <a:pt x="1882" y="16417"/>
                    <a:pt x="2724" y="16529"/>
                  </a:cubicBezTo>
                  <a:cubicBezTo>
                    <a:pt x="2826" y="16545"/>
                    <a:pt x="2941" y="16552"/>
                    <a:pt x="3065" y="16552"/>
                  </a:cubicBezTo>
                  <a:cubicBezTo>
                    <a:pt x="4063" y="16552"/>
                    <a:pt x="5634" y="16102"/>
                    <a:pt x="5784" y="16052"/>
                  </a:cubicBezTo>
                  <a:cubicBezTo>
                    <a:pt x="6093" y="17147"/>
                    <a:pt x="6486" y="18270"/>
                    <a:pt x="6963" y="19365"/>
                  </a:cubicBezTo>
                  <a:cubicBezTo>
                    <a:pt x="7244" y="19983"/>
                    <a:pt x="7525" y="20628"/>
                    <a:pt x="7833" y="21246"/>
                  </a:cubicBezTo>
                  <a:cubicBezTo>
                    <a:pt x="7665" y="20965"/>
                    <a:pt x="7497" y="20741"/>
                    <a:pt x="7468" y="20713"/>
                  </a:cubicBezTo>
                  <a:cubicBezTo>
                    <a:pt x="6853" y="20002"/>
                    <a:pt x="5378" y="19032"/>
                    <a:pt x="4241" y="19032"/>
                  </a:cubicBezTo>
                  <a:cubicBezTo>
                    <a:pt x="4030" y="19032"/>
                    <a:pt x="3831" y="19066"/>
                    <a:pt x="3650" y="19140"/>
                  </a:cubicBezTo>
                  <a:cubicBezTo>
                    <a:pt x="2808" y="19505"/>
                    <a:pt x="2583" y="20488"/>
                    <a:pt x="3005" y="21246"/>
                  </a:cubicBezTo>
                  <a:cubicBezTo>
                    <a:pt x="3426" y="22032"/>
                    <a:pt x="4436" y="22425"/>
                    <a:pt x="5279" y="22537"/>
                  </a:cubicBezTo>
                  <a:cubicBezTo>
                    <a:pt x="5385" y="22555"/>
                    <a:pt x="5505" y="22563"/>
                    <a:pt x="5634" y="22563"/>
                  </a:cubicBezTo>
                  <a:cubicBezTo>
                    <a:pt x="6527" y="22563"/>
                    <a:pt x="7862" y="22186"/>
                    <a:pt x="8255" y="22088"/>
                  </a:cubicBezTo>
                  <a:cubicBezTo>
                    <a:pt x="8367" y="22313"/>
                    <a:pt x="8479" y="22566"/>
                    <a:pt x="8620" y="22790"/>
                  </a:cubicBezTo>
                  <a:cubicBezTo>
                    <a:pt x="9181" y="23941"/>
                    <a:pt x="9743" y="25064"/>
                    <a:pt x="10276" y="26187"/>
                  </a:cubicBezTo>
                  <a:cubicBezTo>
                    <a:pt x="10472" y="26608"/>
                    <a:pt x="10641" y="27001"/>
                    <a:pt x="10809" y="27394"/>
                  </a:cubicBezTo>
                  <a:cubicBezTo>
                    <a:pt x="10641" y="27170"/>
                    <a:pt x="10529" y="26973"/>
                    <a:pt x="10501" y="26945"/>
                  </a:cubicBezTo>
                  <a:cubicBezTo>
                    <a:pt x="9867" y="26217"/>
                    <a:pt x="8427" y="25253"/>
                    <a:pt x="7300" y="25253"/>
                  </a:cubicBezTo>
                  <a:cubicBezTo>
                    <a:pt x="7079" y="25253"/>
                    <a:pt x="6871" y="25290"/>
                    <a:pt x="6682" y="25373"/>
                  </a:cubicBezTo>
                  <a:cubicBezTo>
                    <a:pt x="5840" y="25710"/>
                    <a:pt x="5587" y="26721"/>
                    <a:pt x="6009" y="27479"/>
                  </a:cubicBezTo>
                  <a:cubicBezTo>
                    <a:pt x="6458" y="28265"/>
                    <a:pt x="7468" y="28658"/>
                    <a:pt x="8311" y="28770"/>
                  </a:cubicBezTo>
                  <a:cubicBezTo>
                    <a:pt x="8406" y="28784"/>
                    <a:pt x="8514" y="28790"/>
                    <a:pt x="8630" y="28790"/>
                  </a:cubicBezTo>
                  <a:cubicBezTo>
                    <a:pt x="9464" y="28790"/>
                    <a:pt x="10734" y="28469"/>
                    <a:pt x="11202" y="28321"/>
                  </a:cubicBezTo>
                  <a:cubicBezTo>
                    <a:pt x="11371" y="28742"/>
                    <a:pt x="11539" y="29163"/>
                    <a:pt x="11680" y="29556"/>
                  </a:cubicBezTo>
                  <a:cubicBezTo>
                    <a:pt x="11764" y="29837"/>
                    <a:pt x="11848" y="30118"/>
                    <a:pt x="11932" y="30398"/>
                  </a:cubicBezTo>
                  <a:cubicBezTo>
                    <a:pt x="12017" y="30679"/>
                    <a:pt x="12101" y="30960"/>
                    <a:pt x="12157" y="31241"/>
                  </a:cubicBezTo>
                  <a:cubicBezTo>
                    <a:pt x="12297" y="31774"/>
                    <a:pt x="12438" y="32336"/>
                    <a:pt x="12550" y="32841"/>
                  </a:cubicBezTo>
                  <a:cubicBezTo>
                    <a:pt x="12634" y="33206"/>
                    <a:pt x="12690" y="33571"/>
                    <a:pt x="12775" y="33936"/>
                  </a:cubicBezTo>
                  <a:cubicBezTo>
                    <a:pt x="12578" y="33515"/>
                    <a:pt x="12213" y="32757"/>
                    <a:pt x="12185" y="32700"/>
                  </a:cubicBezTo>
                  <a:cubicBezTo>
                    <a:pt x="11624" y="31833"/>
                    <a:pt x="10159" y="30525"/>
                    <a:pt x="8990" y="30525"/>
                  </a:cubicBezTo>
                  <a:cubicBezTo>
                    <a:pt x="8872" y="30525"/>
                    <a:pt x="8758" y="30539"/>
                    <a:pt x="8648" y="30567"/>
                  </a:cubicBezTo>
                  <a:cubicBezTo>
                    <a:pt x="7777" y="30791"/>
                    <a:pt x="7384" y="31746"/>
                    <a:pt x="7665" y="32560"/>
                  </a:cubicBezTo>
                  <a:cubicBezTo>
                    <a:pt x="7974" y="33402"/>
                    <a:pt x="8928" y="33936"/>
                    <a:pt x="9743" y="34160"/>
                  </a:cubicBezTo>
                  <a:cubicBezTo>
                    <a:pt x="10047" y="34259"/>
                    <a:pt x="10487" y="34292"/>
                    <a:pt x="10940" y="34292"/>
                  </a:cubicBezTo>
                  <a:cubicBezTo>
                    <a:pt x="11780" y="34292"/>
                    <a:pt x="12667" y="34179"/>
                    <a:pt x="12831" y="34160"/>
                  </a:cubicBezTo>
                  <a:cubicBezTo>
                    <a:pt x="12943" y="34750"/>
                    <a:pt x="13055" y="35311"/>
                    <a:pt x="13140" y="35873"/>
                  </a:cubicBezTo>
                  <a:cubicBezTo>
                    <a:pt x="13476" y="37726"/>
                    <a:pt x="13673" y="39298"/>
                    <a:pt x="13785" y="40393"/>
                  </a:cubicBezTo>
                  <a:cubicBezTo>
                    <a:pt x="13813" y="40590"/>
                    <a:pt x="13841" y="40758"/>
                    <a:pt x="13870" y="40926"/>
                  </a:cubicBezTo>
                  <a:lnTo>
                    <a:pt x="10079" y="40926"/>
                  </a:lnTo>
                  <a:lnTo>
                    <a:pt x="11455" y="67934"/>
                  </a:lnTo>
                  <a:lnTo>
                    <a:pt x="17912" y="67934"/>
                  </a:lnTo>
                  <a:lnTo>
                    <a:pt x="19288" y="40926"/>
                  </a:lnTo>
                  <a:lnTo>
                    <a:pt x="15751" y="40926"/>
                  </a:lnTo>
                  <a:cubicBezTo>
                    <a:pt x="15779" y="40870"/>
                    <a:pt x="15807" y="40814"/>
                    <a:pt x="15835" y="40758"/>
                  </a:cubicBezTo>
                  <a:cubicBezTo>
                    <a:pt x="16312" y="39747"/>
                    <a:pt x="16986" y="38315"/>
                    <a:pt x="17716" y="36547"/>
                  </a:cubicBezTo>
                  <a:cubicBezTo>
                    <a:pt x="17940" y="35985"/>
                    <a:pt x="18193" y="35368"/>
                    <a:pt x="18418" y="34750"/>
                  </a:cubicBezTo>
                  <a:cubicBezTo>
                    <a:pt x="18620" y="34795"/>
                    <a:pt x="19909" y="35057"/>
                    <a:pt x="20874" y="35057"/>
                  </a:cubicBezTo>
                  <a:cubicBezTo>
                    <a:pt x="21111" y="35057"/>
                    <a:pt x="21329" y="35041"/>
                    <a:pt x="21506" y="35003"/>
                  </a:cubicBezTo>
                  <a:cubicBezTo>
                    <a:pt x="22320" y="34806"/>
                    <a:pt x="23303" y="34329"/>
                    <a:pt x="23668" y="33543"/>
                  </a:cubicBezTo>
                  <a:cubicBezTo>
                    <a:pt x="24033" y="32729"/>
                    <a:pt x="23724" y="31774"/>
                    <a:pt x="22853" y="31465"/>
                  </a:cubicBezTo>
                  <a:cubicBezTo>
                    <a:pt x="22709" y="31417"/>
                    <a:pt x="22555" y="31395"/>
                    <a:pt x="22395" y="31395"/>
                  </a:cubicBezTo>
                  <a:cubicBezTo>
                    <a:pt x="21245" y="31395"/>
                    <a:pt x="19767" y="32530"/>
                    <a:pt x="19176" y="33318"/>
                  </a:cubicBezTo>
                  <a:cubicBezTo>
                    <a:pt x="19148" y="33374"/>
                    <a:pt x="18783" y="34020"/>
                    <a:pt x="18558" y="34413"/>
                  </a:cubicBezTo>
                  <a:cubicBezTo>
                    <a:pt x="18642" y="34160"/>
                    <a:pt x="18726" y="33908"/>
                    <a:pt x="18839" y="33655"/>
                  </a:cubicBezTo>
                  <a:cubicBezTo>
                    <a:pt x="19035" y="33122"/>
                    <a:pt x="19204" y="32616"/>
                    <a:pt x="19400" y="32055"/>
                  </a:cubicBezTo>
                  <a:cubicBezTo>
                    <a:pt x="19484" y="31774"/>
                    <a:pt x="19569" y="31493"/>
                    <a:pt x="19653" y="31213"/>
                  </a:cubicBezTo>
                  <a:cubicBezTo>
                    <a:pt x="19737" y="30932"/>
                    <a:pt x="19793" y="30623"/>
                    <a:pt x="19878" y="30342"/>
                  </a:cubicBezTo>
                  <a:cubicBezTo>
                    <a:pt x="20018" y="29668"/>
                    <a:pt x="20158" y="28967"/>
                    <a:pt x="20271" y="28237"/>
                  </a:cubicBezTo>
                  <a:cubicBezTo>
                    <a:pt x="20699" y="28397"/>
                    <a:pt x="22197" y="28914"/>
                    <a:pt x="23066" y="28914"/>
                  </a:cubicBezTo>
                  <a:cubicBezTo>
                    <a:pt x="23109" y="28914"/>
                    <a:pt x="23151" y="28913"/>
                    <a:pt x="23190" y="28910"/>
                  </a:cubicBezTo>
                  <a:cubicBezTo>
                    <a:pt x="24033" y="28854"/>
                    <a:pt x="25071" y="28545"/>
                    <a:pt x="25577" y="27815"/>
                  </a:cubicBezTo>
                  <a:cubicBezTo>
                    <a:pt x="26054" y="27086"/>
                    <a:pt x="25886" y="26075"/>
                    <a:pt x="25071" y="25654"/>
                  </a:cubicBezTo>
                  <a:cubicBezTo>
                    <a:pt x="24845" y="25535"/>
                    <a:pt x="24583" y="25483"/>
                    <a:pt x="24302" y="25483"/>
                  </a:cubicBezTo>
                  <a:cubicBezTo>
                    <a:pt x="23192" y="25483"/>
                    <a:pt x="21791" y="26290"/>
                    <a:pt x="21141" y="26917"/>
                  </a:cubicBezTo>
                  <a:cubicBezTo>
                    <a:pt x="21085" y="26973"/>
                    <a:pt x="20579" y="27619"/>
                    <a:pt x="20327" y="27956"/>
                  </a:cubicBezTo>
                  <a:cubicBezTo>
                    <a:pt x="20383" y="27535"/>
                    <a:pt x="20439" y="27114"/>
                    <a:pt x="20495" y="26692"/>
                  </a:cubicBezTo>
                  <a:cubicBezTo>
                    <a:pt x="20664" y="25429"/>
                    <a:pt x="20776" y="24166"/>
                    <a:pt x="20888" y="22902"/>
                  </a:cubicBezTo>
                  <a:cubicBezTo>
                    <a:pt x="20944" y="22509"/>
                    <a:pt x="20972" y="22116"/>
                    <a:pt x="21029" y="21751"/>
                  </a:cubicBezTo>
                  <a:cubicBezTo>
                    <a:pt x="21164" y="21805"/>
                    <a:pt x="22960" y="22456"/>
                    <a:pt x="23922" y="22456"/>
                  </a:cubicBezTo>
                  <a:cubicBezTo>
                    <a:pt x="23960" y="22456"/>
                    <a:pt x="23997" y="22455"/>
                    <a:pt x="24033" y="22453"/>
                  </a:cubicBezTo>
                  <a:cubicBezTo>
                    <a:pt x="24875" y="22397"/>
                    <a:pt x="25942" y="22088"/>
                    <a:pt x="26419" y="21330"/>
                  </a:cubicBezTo>
                  <a:cubicBezTo>
                    <a:pt x="26896" y="20600"/>
                    <a:pt x="26728" y="19590"/>
                    <a:pt x="25914" y="19168"/>
                  </a:cubicBezTo>
                  <a:cubicBezTo>
                    <a:pt x="25695" y="19059"/>
                    <a:pt x="25444" y="19012"/>
                    <a:pt x="25174" y="19012"/>
                  </a:cubicBezTo>
                  <a:cubicBezTo>
                    <a:pt x="24059" y="19012"/>
                    <a:pt x="22639" y="19827"/>
                    <a:pt x="21983" y="20460"/>
                  </a:cubicBezTo>
                  <a:cubicBezTo>
                    <a:pt x="21927" y="20516"/>
                    <a:pt x="21197" y="21443"/>
                    <a:pt x="21029" y="21667"/>
                  </a:cubicBezTo>
                  <a:cubicBezTo>
                    <a:pt x="21113" y="20825"/>
                    <a:pt x="21225" y="19983"/>
                    <a:pt x="21337" y="19140"/>
                  </a:cubicBezTo>
                  <a:cubicBezTo>
                    <a:pt x="21534" y="17989"/>
                    <a:pt x="21759" y="16894"/>
                    <a:pt x="22067" y="15828"/>
                  </a:cubicBezTo>
                  <a:cubicBezTo>
                    <a:pt x="22147" y="15854"/>
                    <a:pt x="23941" y="16536"/>
                    <a:pt x="24941" y="16536"/>
                  </a:cubicBezTo>
                  <a:cubicBezTo>
                    <a:pt x="24996" y="16536"/>
                    <a:pt x="25049" y="16534"/>
                    <a:pt x="25099" y="16529"/>
                  </a:cubicBezTo>
                  <a:cubicBezTo>
                    <a:pt x="25942" y="16473"/>
                    <a:pt x="27009" y="16164"/>
                    <a:pt x="27486" y="15435"/>
                  </a:cubicBezTo>
                  <a:cubicBezTo>
                    <a:pt x="27963" y="14705"/>
                    <a:pt x="27795" y="13666"/>
                    <a:pt x="26980" y="13273"/>
                  </a:cubicBezTo>
                  <a:cubicBezTo>
                    <a:pt x="26754" y="13154"/>
                    <a:pt x="26492" y="13102"/>
                    <a:pt x="26211" y="13102"/>
                  </a:cubicBezTo>
                  <a:cubicBezTo>
                    <a:pt x="25101" y="13102"/>
                    <a:pt x="23700" y="13909"/>
                    <a:pt x="23050" y="14536"/>
                  </a:cubicBezTo>
                  <a:cubicBezTo>
                    <a:pt x="22994" y="14592"/>
                    <a:pt x="22208" y="15575"/>
                    <a:pt x="22095" y="15771"/>
                  </a:cubicBezTo>
                  <a:cubicBezTo>
                    <a:pt x="22095" y="15715"/>
                    <a:pt x="22123" y="15631"/>
                    <a:pt x="22123" y="15575"/>
                  </a:cubicBezTo>
                  <a:cubicBezTo>
                    <a:pt x="22488" y="14452"/>
                    <a:pt x="22966" y="13385"/>
                    <a:pt x="23443" y="12431"/>
                  </a:cubicBezTo>
                  <a:cubicBezTo>
                    <a:pt x="23724" y="11869"/>
                    <a:pt x="24033" y="11364"/>
                    <a:pt x="24341" y="10858"/>
                  </a:cubicBezTo>
                  <a:cubicBezTo>
                    <a:pt x="24706" y="11027"/>
                    <a:pt x="26363" y="11841"/>
                    <a:pt x="27233" y="11869"/>
                  </a:cubicBezTo>
                  <a:cubicBezTo>
                    <a:pt x="27284" y="11871"/>
                    <a:pt x="27336" y="11872"/>
                    <a:pt x="27388" y="11872"/>
                  </a:cubicBezTo>
                  <a:cubicBezTo>
                    <a:pt x="28202" y="11872"/>
                    <a:pt x="29176" y="11660"/>
                    <a:pt x="29704" y="11027"/>
                  </a:cubicBezTo>
                  <a:cubicBezTo>
                    <a:pt x="30265" y="10353"/>
                    <a:pt x="30209" y="9314"/>
                    <a:pt x="29451" y="8809"/>
                  </a:cubicBezTo>
                  <a:cubicBezTo>
                    <a:pt x="29170" y="8631"/>
                    <a:pt x="28816" y="8557"/>
                    <a:pt x="28431" y="8557"/>
                  </a:cubicBezTo>
                  <a:cubicBezTo>
                    <a:pt x="27359" y="8557"/>
                    <a:pt x="26049" y="9134"/>
                    <a:pt x="25408" y="9651"/>
                  </a:cubicBezTo>
                  <a:cubicBezTo>
                    <a:pt x="25352" y="9707"/>
                    <a:pt x="24903" y="10156"/>
                    <a:pt x="24594" y="10465"/>
                  </a:cubicBezTo>
                  <a:cubicBezTo>
                    <a:pt x="24734" y="10241"/>
                    <a:pt x="24875" y="10016"/>
                    <a:pt x="25015" y="9791"/>
                  </a:cubicBezTo>
                  <a:cubicBezTo>
                    <a:pt x="25549" y="9005"/>
                    <a:pt x="26082" y="8304"/>
                    <a:pt x="26559" y="7714"/>
                  </a:cubicBezTo>
                  <a:cubicBezTo>
                    <a:pt x="26840" y="7349"/>
                    <a:pt x="27093" y="7040"/>
                    <a:pt x="27317" y="6759"/>
                  </a:cubicBezTo>
                  <a:cubicBezTo>
                    <a:pt x="27767" y="6759"/>
                    <a:pt x="29535" y="6703"/>
                    <a:pt x="30321" y="6338"/>
                  </a:cubicBezTo>
                  <a:cubicBezTo>
                    <a:pt x="31079" y="5973"/>
                    <a:pt x="31950" y="5328"/>
                    <a:pt x="32146" y="4457"/>
                  </a:cubicBezTo>
                  <a:cubicBezTo>
                    <a:pt x="32315" y="3587"/>
                    <a:pt x="31809" y="2717"/>
                    <a:pt x="30883" y="2604"/>
                  </a:cubicBezTo>
                  <a:cubicBezTo>
                    <a:pt x="30844" y="2601"/>
                    <a:pt x="30805" y="2599"/>
                    <a:pt x="30766" y="2599"/>
                  </a:cubicBezTo>
                  <a:cubicBezTo>
                    <a:pt x="29555" y="2599"/>
                    <a:pt x="28145" y="4236"/>
                    <a:pt x="27710" y="5215"/>
                  </a:cubicBezTo>
                  <a:cubicBezTo>
                    <a:pt x="27654" y="5300"/>
                    <a:pt x="27205" y="6759"/>
                    <a:pt x="27233" y="6759"/>
                  </a:cubicBezTo>
                  <a:lnTo>
                    <a:pt x="27261" y="6759"/>
                  </a:lnTo>
                  <a:cubicBezTo>
                    <a:pt x="27009" y="7040"/>
                    <a:pt x="26756" y="7321"/>
                    <a:pt x="26503" y="7658"/>
                  </a:cubicBezTo>
                  <a:cubicBezTo>
                    <a:pt x="25998" y="8247"/>
                    <a:pt x="25464" y="8949"/>
                    <a:pt x="24903" y="9735"/>
                  </a:cubicBezTo>
                  <a:cubicBezTo>
                    <a:pt x="24369" y="10493"/>
                    <a:pt x="23780" y="11364"/>
                    <a:pt x="23275" y="12346"/>
                  </a:cubicBezTo>
                  <a:cubicBezTo>
                    <a:pt x="22741" y="13301"/>
                    <a:pt x="22236" y="14340"/>
                    <a:pt x="21871" y="15491"/>
                  </a:cubicBezTo>
                  <a:lnTo>
                    <a:pt x="21843" y="15547"/>
                  </a:lnTo>
                  <a:cubicBezTo>
                    <a:pt x="21871" y="15154"/>
                    <a:pt x="21843" y="14143"/>
                    <a:pt x="21843" y="14059"/>
                  </a:cubicBezTo>
                  <a:cubicBezTo>
                    <a:pt x="21702" y="12936"/>
                    <a:pt x="20748" y="10858"/>
                    <a:pt x="19513" y="10634"/>
                  </a:cubicBezTo>
                  <a:cubicBezTo>
                    <a:pt x="19422" y="10617"/>
                    <a:pt x="19333" y="10609"/>
                    <a:pt x="19246" y="10609"/>
                  </a:cubicBezTo>
                  <a:cubicBezTo>
                    <a:pt x="18473" y="10609"/>
                    <a:pt x="17876" y="11255"/>
                    <a:pt x="17800" y="12037"/>
                  </a:cubicBezTo>
                  <a:cubicBezTo>
                    <a:pt x="17716" y="12936"/>
                    <a:pt x="18361" y="13806"/>
                    <a:pt x="19007" y="14368"/>
                  </a:cubicBezTo>
                  <a:cubicBezTo>
                    <a:pt x="19709" y="15013"/>
                    <a:pt x="21674" y="15631"/>
                    <a:pt x="21815" y="15659"/>
                  </a:cubicBezTo>
                  <a:cubicBezTo>
                    <a:pt x="21478" y="16754"/>
                    <a:pt x="21197" y="17905"/>
                    <a:pt x="21001" y="19084"/>
                  </a:cubicBezTo>
                  <a:cubicBezTo>
                    <a:pt x="20860" y="19758"/>
                    <a:pt x="20776" y="20432"/>
                    <a:pt x="20692" y="21134"/>
                  </a:cubicBezTo>
                  <a:cubicBezTo>
                    <a:pt x="20664" y="20797"/>
                    <a:pt x="20664" y="20516"/>
                    <a:pt x="20664" y="20488"/>
                  </a:cubicBezTo>
                  <a:cubicBezTo>
                    <a:pt x="20523" y="19365"/>
                    <a:pt x="19597" y="17287"/>
                    <a:pt x="18333" y="17063"/>
                  </a:cubicBezTo>
                  <a:cubicBezTo>
                    <a:pt x="18246" y="17046"/>
                    <a:pt x="18159" y="17038"/>
                    <a:pt x="18074" y="17038"/>
                  </a:cubicBezTo>
                  <a:cubicBezTo>
                    <a:pt x="17317" y="17038"/>
                    <a:pt x="16697" y="17684"/>
                    <a:pt x="16621" y="18467"/>
                  </a:cubicBezTo>
                  <a:cubicBezTo>
                    <a:pt x="16565" y="19365"/>
                    <a:pt x="17210" y="20235"/>
                    <a:pt x="17828" y="20797"/>
                  </a:cubicBezTo>
                  <a:cubicBezTo>
                    <a:pt x="18446" y="21358"/>
                    <a:pt x="20130" y="21920"/>
                    <a:pt x="20551" y="22060"/>
                  </a:cubicBezTo>
                  <a:cubicBezTo>
                    <a:pt x="20523" y="22341"/>
                    <a:pt x="20495" y="22594"/>
                    <a:pt x="20467" y="22846"/>
                  </a:cubicBezTo>
                  <a:cubicBezTo>
                    <a:pt x="20299" y="24110"/>
                    <a:pt x="20158" y="25373"/>
                    <a:pt x="19990" y="26608"/>
                  </a:cubicBezTo>
                  <a:cubicBezTo>
                    <a:pt x="19934" y="27057"/>
                    <a:pt x="19849" y="27479"/>
                    <a:pt x="19765" y="27900"/>
                  </a:cubicBezTo>
                  <a:cubicBezTo>
                    <a:pt x="19765" y="27619"/>
                    <a:pt x="19765" y="27366"/>
                    <a:pt x="19765" y="27338"/>
                  </a:cubicBezTo>
                  <a:cubicBezTo>
                    <a:pt x="19597" y="26215"/>
                    <a:pt x="18670" y="24166"/>
                    <a:pt x="17435" y="23941"/>
                  </a:cubicBezTo>
                  <a:cubicBezTo>
                    <a:pt x="17344" y="23924"/>
                    <a:pt x="17255" y="23916"/>
                    <a:pt x="17168" y="23916"/>
                  </a:cubicBezTo>
                  <a:cubicBezTo>
                    <a:pt x="16391" y="23916"/>
                    <a:pt x="15773" y="24560"/>
                    <a:pt x="15722" y="25317"/>
                  </a:cubicBezTo>
                  <a:cubicBezTo>
                    <a:pt x="15638" y="26215"/>
                    <a:pt x="16284" y="27114"/>
                    <a:pt x="16902" y="27647"/>
                  </a:cubicBezTo>
                  <a:cubicBezTo>
                    <a:pt x="17519" y="28209"/>
                    <a:pt x="19035" y="28714"/>
                    <a:pt x="19569" y="28910"/>
                  </a:cubicBezTo>
                  <a:cubicBezTo>
                    <a:pt x="19484" y="29332"/>
                    <a:pt x="19400" y="29753"/>
                    <a:pt x="19288" y="30174"/>
                  </a:cubicBezTo>
                  <a:cubicBezTo>
                    <a:pt x="19204" y="30455"/>
                    <a:pt x="19148" y="30735"/>
                    <a:pt x="19035" y="31016"/>
                  </a:cubicBezTo>
                  <a:cubicBezTo>
                    <a:pt x="18951" y="31297"/>
                    <a:pt x="18867" y="31578"/>
                    <a:pt x="18783" y="31858"/>
                  </a:cubicBezTo>
                  <a:cubicBezTo>
                    <a:pt x="18586" y="32364"/>
                    <a:pt x="18390" y="32897"/>
                    <a:pt x="18193" y="33402"/>
                  </a:cubicBezTo>
                  <a:cubicBezTo>
                    <a:pt x="18053" y="33767"/>
                    <a:pt x="17940" y="34104"/>
                    <a:pt x="17800" y="34413"/>
                  </a:cubicBezTo>
                  <a:cubicBezTo>
                    <a:pt x="17856" y="33992"/>
                    <a:pt x="17968" y="33150"/>
                    <a:pt x="17968" y="33065"/>
                  </a:cubicBezTo>
                  <a:cubicBezTo>
                    <a:pt x="17997" y="32336"/>
                    <a:pt x="17744" y="31100"/>
                    <a:pt x="17210" y="30258"/>
                  </a:cubicBezTo>
                  <a:cubicBezTo>
                    <a:pt x="17210" y="30146"/>
                    <a:pt x="17210" y="30033"/>
                    <a:pt x="17182" y="29921"/>
                  </a:cubicBezTo>
                  <a:cubicBezTo>
                    <a:pt x="17061" y="29194"/>
                    <a:pt x="16437" y="28613"/>
                    <a:pt x="15708" y="28613"/>
                  </a:cubicBezTo>
                  <a:cubicBezTo>
                    <a:pt x="15594" y="28613"/>
                    <a:pt x="15476" y="28627"/>
                    <a:pt x="15357" y="28658"/>
                  </a:cubicBezTo>
                  <a:cubicBezTo>
                    <a:pt x="14150" y="28995"/>
                    <a:pt x="13364" y="31128"/>
                    <a:pt x="13308" y="32251"/>
                  </a:cubicBezTo>
                  <a:cubicBezTo>
                    <a:pt x="13308" y="32307"/>
                    <a:pt x="13364" y="33037"/>
                    <a:pt x="13392" y="33487"/>
                  </a:cubicBezTo>
                  <a:cubicBezTo>
                    <a:pt x="13336" y="33234"/>
                    <a:pt x="13280" y="32981"/>
                    <a:pt x="13196" y="32700"/>
                  </a:cubicBezTo>
                  <a:cubicBezTo>
                    <a:pt x="13083" y="32167"/>
                    <a:pt x="12943" y="31634"/>
                    <a:pt x="12775" y="31044"/>
                  </a:cubicBezTo>
                  <a:cubicBezTo>
                    <a:pt x="12690" y="30791"/>
                    <a:pt x="12606" y="30511"/>
                    <a:pt x="12522" y="30230"/>
                  </a:cubicBezTo>
                  <a:cubicBezTo>
                    <a:pt x="12466" y="29949"/>
                    <a:pt x="12325" y="29668"/>
                    <a:pt x="12241" y="29360"/>
                  </a:cubicBezTo>
                  <a:cubicBezTo>
                    <a:pt x="11989" y="28714"/>
                    <a:pt x="11708" y="28068"/>
                    <a:pt x="11427" y="27394"/>
                  </a:cubicBezTo>
                  <a:cubicBezTo>
                    <a:pt x="11904" y="27282"/>
                    <a:pt x="13561" y="26861"/>
                    <a:pt x="14234" y="26356"/>
                  </a:cubicBezTo>
                  <a:cubicBezTo>
                    <a:pt x="14908" y="25850"/>
                    <a:pt x="15610" y="25008"/>
                    <a:pt x="15610" y="24110"/>
                  </a:cubicBezTo>
                  <a:cubicBezTo>
                    <a:pt x="15584" y="23297"/>
                    <a:pt x="14995" y="22583"/>
                    <a:pt x="14163" y="22583"/>
                  </a:cubicBezTo>
                  <a:cubicBezTo>
                    <a:pt x="14104" y="22583"/>
                    <a:pt x="14043" y="22586"/>
                    <a:pt x="13982" y="22594"/>
                  </a:cubicBezTo>
                  <a:cubicBezTo>
                    <a:pt x="12747" y="22734"/>
                    <a:pt x="11652" y="24727"/>
                    <a:pt x="11427" y="25822"/>
                  </a:cubicBezTo>
                  <a:cubicBezTo>
                    <a:pt x="11427" y="25878"/>
                    <a:pt x="11343" y="26692"/>
                    <a:pt x="11315" y="27142"/>
                  </a:cubicBezTo>
                  <a:cubicBezTo>
                    <a:pt x="11118" y="26749"/>
                    <a:pt x="10950" y="26356"/>
                    <a:pt x="10753" y="25963"/>
                  </a:cubicBezTo>
                  <a:cubicBezTo>
                    <a:pt x="10192" y="24840"/>
                    <a:pt x="9602" y="23717"/>
                    <a:pt x="9013" y="22594"/>
                  </a:cubicBezTo>
                  <a:cubicBezTo>
                    <a:pt x="8816" y="22257"/>
                    <a:pt x="8648" y="21920"/>
                    <a:pt x="8451" y="21555"/>
                  </a:cubicBezTo>
                  <a:cubicBezTo>
                    <a:pt x="8620" y="21527"/>
                    <a:pt x="10613" y="21078"/>
                    <a:pt x="11371" y="20488"/>
                  </a:cubicBezTo>
                  <a:cubicBezTo>
                    <a:pt x="12045" y="19983"/>
                    <a:pt x="12747" y="19140"/>
                    <a:pt x="12747" y="18242"/>
                  </a:cubicBezTo>
                  <a:cubicBezTo>
                    <a:pt x="12747" y="17418"/>
                    <a:pt x="12117" y="16719"/>
                    <a:pt x="11263" y="16719"/>
                  </a:cubicBezTo>
                  <a:cubicBezTo>
                    <a:pt x="11216" y="16719"/>
                    <a:pt x="11167" y="16722"/>
                    <a:pt x="11118" y="16726"/>
                  </a:cubicBezTo>
                  <a:cubicBezTo>
                    <a:pt x="9883" y="16866"/>
                    <a:pt x="8788" y="18860"/>
                    <a:pt x="8563" y="19955"/>
                  </a:cubicBezTo>
                  <a:cubicBezTo>
                    <a:pt x="8535" y="20039"/>
                    <a:pt x="8451" y="21218"/>
                    <a:pt x="8423" y="21499"/>
                  </a:cubicBezTo>
                  <a:cubicBezTo>
                    <a:pt x="8030" y="20741"/>
                    <a:pt x="7637" y="19983"/>
                    <a:pt x="7300" y="19225"/>
                  </a:cubicBezTo>
                  <a:cubicBezTo>
                    <a:pt x="6823" y="18158"/>
                    <a:pt x="6402" y="17091"/>
                    <a:pt x="6065" y="16052"/>
                  </a:cubicBezTo>
                  <a:cubicBezTo>
                    <a:pt x="6149" y="16024"/>
                    <a:pt x="8226" y="15547"/>
                    <a:pt x="9013" y="14957"/>
                  </a:cubicBezTo>
                  <a:cubicBezTo>
                    <a:pt x="9658" y="14452"/>
                    <a:pt x="10360" y="13610"/>
                    <a:pt x="10360" y="12739"/>
                  </a:cubicBezTo>
                  <a:cubicBezTo>
                    <a:pt x="10360" y="11914"/>
                    <a:pt x="9728" y="11189"/>
                    <a:pt x="8896" y="11189"/>
                  </a:cubicBezTo>
                  <a:cubicBezTo>
                    <a:pt x="8851" y="11189"/>
                    <a:pt x="8806" y="11191"/>
                    <a:pt x="8760" y="11195"/>
                  </a:cubicBezTo>
                  <a:cubicBezTo>
                    <a:pt x="7497" y="11336"/>
                    <a:pt x="6430" y="13329"/>
                    <a:pt x="6177" y="14424"/>
                  </a:cubicBezTo>
                  <a:cubicBezTo>
                    <a:pt x="6177" y="14508"/>
                    <a:pt x="6065" y="15771"/>
                    <a:pt x="6065" y="15996"/>
                  </a:cubicBezTo>
                  <a:cubicBezTo>
                    <a:pt x="6037" y="15940"/>
                    <a:pt x="6009" y="15884"/>
                    <a:pt x="5981" y="15799"/>
                  </a:cubicBezTo>
                  <a:cubicBezTo>
                    <a:pt x="5644" y="14677"/>
                    <a:pt x="5475" y="13525"/>
                    <a:pt x="5363" y="12459"/>
                  </a:cubicBezTo>
                  <a:cubicBezTo>
                    <a:pt x="5279" y="11841"/>
                    <a:pt x="5251" y="11223"/>
                    <a:pt x="5223" y="10662"/>
                  </a:cubicBezTo>
                  <a:cubicBezTo>
                    <a:pt x="5644" y="10606"/>
                    <a:pt x="7440" y="10353"/>
                    <a:pt x="8198" y="9904"/>
                  </a:cubicBezTo>
                  <a:cubicBezTo>
                    <a:pt x="8900" y="9483"/>
                    <a:pt x="9714" y="8725"/>
                    <a:pt x="9799" y="7826"/>
                  </a:cubicBezTo>
                  <a:cubicBezTo>
                    <a:pt x="9883" y="6956"/>
                    <a:pt x="9265" y="6142"/>
                    <a:pt x="8367" y="6142"/>
                  </a:cubicBezTo>
                  <a:cubicBezTo>
                    <a:pt x="7104" y="6142"/>
                    <a:pt x="5812" y="7995"/>
                    <a:pt x="5447" y="9062"/>
                  </a:cubicBezTo>
                  <a:cubicBezTo>
                    <a:pt x="5447" y="9118"/>
                    <a:pt x="5307" y="9735"/>
                    <a:pt x="5223" y="10185"/>
                  </a:cubicBezTo>
                  <a:cubicBezTo>
                    <a:pt x="5223" y="9932"/>
                    <a:pt x="5223" y="9651"/>
                    <a:pt x="5223" y="9398"/>
                  </a:cubicBezTo>
                  <a:cubicBezTo>
                    <a:pt x="5223" y="8444"/>
                    <a:pt x="5279" y="7574"/>
                    <a:pt x="5335" y="6787"/>
                  </a:cubicBezTo>
                  <a:cubicBezTo>
                    <a:pt x="5363" y="6366"/>
                    <a:pt x="5419" y="5973"/>
                    <a:pt x="5447" y="5608"/>
                  </a:cubicBezTo>
                  <a:cubicBezTo>
                    <a:pt x="5812" y="5356"/>
                    <a:pt x="7272" y="4317"/>
                    <a:pt x="7721" y="3587"/>
                  </a:cubicBezTo>
                  <a:cubicBezTo>
                    <a:pt x="8170" y="2857"/>
                    <a:pt x="8535" y="1818"/>
                    <a:pt x="8198" y="1004"/>
                  </a:cubicBezTo>
                  <a:cubicBezTo>
                    <a:pt x="7970" y="403"/>
                    <a:pt x="7406" y="1"/>
                    <a:pt x="67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1" name="Google Shape;1831;p34"/>
            <p:cNvSpPr/>
            <p:nvPr/>
          </p:nvSpPr>
          <p:spPr>
            <a:xfrm>
              <a:off x="2360625" y="3503225"/>
              <a:ext cx="95475" cy="140375"/>
            </a:xfrm>
            <a:custGeom>
              <a:rect b="b" l="l" r="r" t="t"/>
              <a:pathLst>
                <a:path extrusionOk="0" h="5615" w="3819">
                  <a:moveTo>
                    <a:pt x="1726" y="0"/>
                  </a:moveTo>
                  <a:cubicBezTo>
                    <a:pt x="1103" y="0"/>
                    <a:pt x="522" y="423"/>
                    <a:pt x="309" y="1039"/>
                  </a:cubicBezTo>
                  <a:cubicBezTo>
                    <a:pt x="1" y="1881"/>
                    <a:pt x="366" y="2891"/>
                    <a:pt x="843" y="3593"/>
                  </a:cubicBezTo>
                  <a:cubicBezTo>
                    <a:pt x="1376" y="4436"/>
                    <a:pt x="3229" y="5615"/>
                    <a:pt x="3229" y="5615"/>
                  </a:cubicBezTo>
                  <a:cubicBezTo>
                    <a:pt x="3257" y="5615"/>
                    <a:pt x="3650" y="4127"/>
                    <a:pt x="3650" y="4043"/>
                  </a:cubicBezTo>
                  <a:cubicBezTo>
                    <a:pt x="3819" y="2920"/>
                    <a:pt x="3454" y="674"/>
                    <a:pt x="2331" y="140"/>
                  </a:cubicBezTo>
                  <a:cubicBezTo>
                    <a:pt x="2132" y="44"/>
                    <a:pt x="1927" y="0"/>
                    <a:pt x="17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2" name="Google Shape;1832;p34"/>
            <p:cNvSpPr/>
            <p:nvPr/>
          </p:nvSpPr>
          <p:spPr>
            <a:xfrm>
              <a:off x="3864725" y="5031175"/>
              <a:ext cx="1179875" cy="346750"/>
            </a:xfrm>
            <a:custGeom>
              <a:rect b="b" l="l" r="r" t="t"/>
              <a:pathLst>
                <a:path extrusionOk="0" h="13870" w="47195">
                  <a:moveTo>
                    <a:pt x="23584" y="1"/>
                  </a:moveTo>
                  <a:cubicBezTo>
                    <a:pt x="10557" y="1"/>
                    <a:pt x="1" y="3117"/>
                    <a:pt x="1" y="6935"/>
                  </a:cubicBezTo>
                  <a:cubicBezTo>
                    <a:pt x="1" y="10753"/>
                    <a:pt x="10557" y="13869"/>
                    <a:pt x="23584" y="13869"/>
                  </a:cubicBezTo>
                  <a:cubicBezTo>
                    <a:pt x="36610" y="13869"/>
                    <a:pt x="47194" y="10753"/>
                    <a:pt x="47194" y="6935"/>
                  </a:cubicBezTo>
                  <a:cubicBezTo>
                    <a:pt x="47194" y="3117"/>
                    <a:pt x="36610" y="1"/>
                    <a:pt x="235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3" name="Google Shape;1833;p34"/>
            <p:cNvSpPr/>
            <p:nvPr/>
          </p:nvSpPr>
          <p:spPr>
            <a:xfrm>
              <a:off x="3864725" y="5031175"/>
              <a:ext cx="1179875" cy="346750"/>
            </a:xfrm>
            <a:custGeom>
              <a:rect b="b" l="l" r="r" t="t"/>
              <a:pathLst>
                <a:path extrusionOk="0" h="13870" w="47195">
                  <a:moveTo>
                    <a:pt x="23584" y="1"/>
                  </a:moveTo>
                  <a:cubicBezTo>
                    <a:pt x="10557" y="1"/>
                    <a:pt x="1" y="3117"/>
                    <a:pt x="1" y="6935"/>
                  </a:cubicBezTo>
                  <a:cubicBezTo>
                    <a:pt x="1" y="10753"/>
                    <a:pt x="10557" y="13869"/>
                    <a:pt x="23584" y="13869"/>
                  </a:cubicBezTo>
                  <a:cubicBezTo>
                    <a:pt x="36610" y="13869"/>
                    <a:pt x="47194" y="10753"/>
                    <a:pt x="47194" y="6935"/>
                  </a:cubicBezTo>
                  <a:cubicBezTo>
                    <a:pt x="47194" y="3117"/>
                    <a:pt x="36610" y="1"/>
                    <a:pt x="235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4" name="Google Shape;1834;p34"/>
            <p:cNvSpPr/>
            <p:nvPr/>
          </p:nvSpPr>
          <p:spPr>
            <a:xfrm>
              <a:off x="4084425" y="2377175"/>
              <a:ext cx="392350" cy="435425"/>
            </a:xfrm>
            <a:custGeom>
              <a:rect b="b" l="l" r="r" t="t"/>
              <a:pathLst>
                <a:path extrusionOk="0" h="17417" w="15694">
                  <a:moveTo>
                    <a:pt x="7946" y="0"/>
                  </a:moveTo>
                  <a:cubicBezTo>
                    <a:pt x="5367" y="0"/>
                    <a:pt x="3225" y="1790"/>
                    <a:pt x="2162" y="2958"/>
                  </a:cubicBezTo>
                  <a:cubicBezTo>
                    <a:pt x="1011" y="4249"/>
                    <a:pt x="1769" y="6748"/>
                    <a:pt x="1657" y="7253"/>
                  </a:cubicBezTo>
                  <a:cubicBezTo>
                    <a:pt x="1516" y="7759"/>
                    <a:pt x="0" y="9415"/>
                    <a:pt x="56" y="9920"/>
                  </a:cubicBezTo>
                  <a:cubicBezTo>
                    <a:pt x="113" y="10426"/>
                    <a:pt x="871" y="10510"/>
                    <a:pt x="871" y="10510"/>
                  </a:cubicBezTo>
                  <a:cubicBezTo>
                    <a:pt x="871" y="10510"/>
                    <a:pt x="1516" y="13486"/>
                    <a:pt x="1909" y="14216"/>
                  </a:cubicBezTo>
                  <a:cubicBezTo>
                    <a:pt x="2274" y="14918"/>
                    <a:pt x="3313" y="15030"/>
                    <a:pt x="3678" y="15030"/>
                  </a:cubicBezTo>
                  <a:cubicBezTo>
                    <a:pt x="4071" y="15030"/>
                    <a:pt x="4464" y="15339"/>
                    <a:pt x="4464" y="15339"/>
                  </a:cubicBezTo>
                  <a:lnTo>
                    <a:pt x="5054" y="17416"/>
                  </a:lnTo>
                  <a:lnTo>
                    <a:pt x="13785" y="15423"/>
                  </a:lnTo>
                  <a:lnTo>
                    <a:pt x="13504" y="12531"/>
                  </a:lnTo>
                  <a:cubicBezTo>
                    <a:pt x="13504" y="12531"/>
                    <a:pt x="15694" y="9668"/>
                    <a:pt x="15497" y="6860"/>
                  </a:cubicBezTo>
                  <a:cubicBezTo>
                    <a:pt x="15301" y="4053"/>
                    <a:pt x="13083" y="2649"/>
                    <a:pt x="13083" y="2649"/>
                  </a:cubicBezTo>
                  <a:cubicBezTo>
                    <a:pt x="13083" y="2649"/>
                    <a:pt x="11483" y="347"/>
                    <a:pt x="8591" y="38"/>
                  </a:cubicBezTo>
                  <a:cubicBezTo>
                    <a:pt x="8373" y="12"/>
                    <a:pt x="8158" y="0"/>
                    <a:pt x="794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5" name="Google Shape;1835;p34"/>
            <p:cNvSpPr/>
            <p:nvPr/>
          </p:nvSpPr>
          <p:spPr>
            <a:xfrm>
              <a:off x="4079500" y="2371100"/>
              <a:ext cx="398700" cy="447250"/>
            </a:xfrm>
            <a:custGeom>
              <a:rect b="b" l="l" r="r" t="t"/>
              <a:pathLst>
                <a:path extrusionOk="0" h="17890" w="15948">
                  <a:moveTo>
                    <a:pt x="8170" y="477"/>
                  </a:moveTo>
                  <a:cubicBezTo>
                    <a:pt x="8367" y="477"/>
                    <a:pt x="8564" y="477"/>
                    <a:pt x="8788" y="506"/>
                  </a:cubicBezTo>
                  <a:cubicBezTo>
                    <a:pt x="10164" y="674"/>
                    <a:pt x="11231" y="1292"/>
                    <a:pt x="11961" y="1881"/>
                  </a:cubicBezTo>
                  <a:cubicBezTo>
                    <a:pt x="12326" y="2190"/>
                    <a:pt x="12606" y="2471"/>
                    <a:pt x="12803" y="2695"/>
                  </a:cubicBezTo>
                  <a:cubicBezTo>
                    <a:pt x="12887" y="2780"/>
                    <a:pt x="12971" y="2864"/>
                    <a:pt x="12999" y="2948"/>
                  </a:cubicBezTo>
                  <a:lnTo>
                    <a:pt x="13055" y="3004"/>
                  </a:lnTo>
                  <a:lnTo>
                    <a:pt x="13084" y="3032"/>
                  </a:lnTo>
                  <a:lnTo>
                    <a:pt x="13140" y="3088"/>
                  </a:lnTo>
                  <a:lnTo>
                    <a:pt x="13168" y="3116"/>
                  </a:lnTo>
                  <a:cubicBezTo>
                    <a:pt x="13280" y="3173"/>
                    <a:pt x="13813" y="3566"/>
                    <a:pt x="14347" y="4211"/>
                  </a:cubicBezTo>
                  <a:cubicBezTo>
                    <a:pt x="14852" y="4885"/>
                    <a:pt x="15386" y="5868"/>
                    <a:pt x="15470" y="7131"/>
                  </a:cubicBezTo>
                  <a:cubicBezTo>
                    <a:pt x="15470" y="7243"/>
                    <a:pt x="15470" y="7356"/>
                    <a:pt x="15470" y="7468"/>
                  </a:cubicBezTo>
                  <a:cubicBezTo>
                    <a:pt x="15470" y="8760"/>
                    <a:pt x="14993" y="10051"/>
                    <a:pt x="14487" y="11034"/>
                  </a:cubicBezTo>
                  <a:cubicBezTo>
                    <a:pt x="14263" y="11511"/>
                    <a:pt x="14010" y="11932"/>
                    <a:pt x="13842" y="12213"/>
                  </a:cubicBezTo>
                  <a:cubicBezTo>
                    <a:pt x="13729" y="12353"/>
                    <a:pt x="13673" y="12465"/>
                    <a:pt x="13617" y="12522"/>
                  </a:cubicBezTo>
                  <a:lnTo>
                    <a:pt x="13561" y="12606"/>
                  </a:lnTo>
                  <a:lnTo>
                    <a:pt x="13533" y="12634"/>
                  </a:lnTo>
                  <a:cubicBezTo>
                    <a:pt x="13505" y="12690"/>
                    <a:pt x="13477" y="12746"/>
                    <a:pt x="13477" y="12802"/>
                  </a:cubicBezTo>
                  <a:lnTo>
                    <a:pt x="13729" y="15469"/>
                  </a:lnTo>
                  <a:lnTo>
                    <a:pt x="5391" y="17378"/>
                  </a:lnTo>
                  <a:lnTo>
                    <a:pt x="4886" y="15526"/>
                  </a:lnTo>
                  <a:cubicBezTo>
                    <a:pt x="4858" y="15469"/>
                    <a:pt x="4830" y="15413"/>
                    <a:pt x="4801" y="15385"/>
                  </a:cubicBezTo>
                  <a:cubicBezTo>
                    <a:pt x="4773" y="15385"/>
                    <a:pt x="4689" y="15301"/>
                    <a:pt x="4521" y="15217"/>
                  </a:cubicBezTo>
                  <a:cubicBezTo>
                    <a:pt x="4352" y="15132"/>
                    <a:pt x="4128" y="15048"/>
                    <a:pt x="3875" y="15048"/>
                  </a:cubicBezTo>
                  <a:cubicBezTo>
                    <a:pt x="3707" y="15048"/>
                    <a:pt x="3398" y="15020"/>
                    <a:pt x="3061" y="14908"/>
                  </a:cubicBezTo>
                  <a:cubicBezTo>
                    <a:pt x="2752" y="14796"/>
                    <a:pt x="2443" y="14599"/>
                    <a:pt x="2303" y="14346"/>
                  </a:cubicBezTo>
                  <a:cubicBezTo>
                    <a:pt x="2219" y="14178"/>
                    <a:pt x="2106" y="13869"/>
                    <a:pt x="1994" y="13504"/>
                  </a:cubicBezTo>
                  <a:cubicBezTo>
                    <a:pt x="1826" y="12943"/>
                    <a:pt x="1657" y="12241"/>
                    <a:pt x="1517" y="11679"/>
                  </a:cubicBezTo>
                  <a:cubicBezTo>
                    <a:pt x="1404" y="11118"/>
                    <a:pt x="1320" y="10697"/>
                    <a:pt x="1292" y="10697"/>
                  </a:cubicBezTo>
                  <a:cubicBezTo>
                    <a:pt x="1292" y="10584"/>
                    <a:pt x="1208" y="10528"/>
                    <a:pt x="1096" y="10500"/>
                  </a:cubicBezTo>
                  <a:cubicBezTo>
                    <a:pt x="1068" y="10500"/>
                    <a:pt x="899" y="10472"/>
                    <a:pt x="731" y="10416"/>
                  </a:cubicBezTo>
                  <a:cubicBezTo>
                    <a:pt x="675" y="10388"/>
                    <a:pt x="590" y="10332"/>
                    <a:pt x="562" y="10304"/>
                  </a:cubicBezTo>
                  <a:cubicBezTo>
                    <a:pt x="506" y="10247"/>
                    <a:pt x="478" y="10191"/>
                    <a:pt x="478" y="10135"/>
                  </a:cubicBezTo>
                  <a:cubicBezTo>
                    <a:pt x="478" y="10107"/>
                    <a:pt x="478" y="10051"/>
                    <a:pt x="534" y="9967"/>
                  </a:cubicBezTo>
                  <a:cubicBezTo>
                    <a:pt x="646" y="9686"/>
                    <a:pt x="983" y="9181"/>
                    <a:pt x="1320" y="8731"/>
                  </a:cubicBezTo>
                  <a:cubicBezTo>
                    <a:pt x="1489" y="8507"/>
                    <a:pt x="1657" y="8282"/>
                    <a:pt x="1797" y="8086"/>
                  </a:cubicBezTo>
                  <a:cubicBezTo>
                    <a:pt x="1910" y="7889"/>
                    <a:pt x="2022" y="7721"/>
                    <a:pt x="2078" y="7552"/>
                  </a:cubicBezTo>
                  <a:cubicBezTo>
                    <a:pt x="2078" y="7468"/>
                    <a:pt x="2078" y="7412"/>
                    <a:pt x="2078" y="7328"/>
                  </a:cubicBezTo>
                  <a:cubicBezTo>
                    <a:pt x="2078" y="7103"/>
                    <a:pt x="2050" y="6822"/>
                    <a:pt x="2022" y="6485"/>
                  </a:cubicBezTo>
                  <a:cubicBezTo>
                    <a:pt x="1966" y="6149"/>
                    <a:pt x="1938" y="5756"/>
                    <a:pt x="1938" y="5362"/>
                  </a:cubicBezTo>
                  <a:cubicBezTo>
                    <a:pt x="1938" y="4604"/>
                    <a:pt x="2078" y="3875"/>
                    <a:pt x="2527" y="3369"/>
                  </a:cubicBezTo>
                  <a:cubicBezTo>
                    <a:pt x="3033" y="2780"/>
                    <a:pt x="3847" y="2050"/>
                    <a:pt x="4801" y="1488"/>
                  </a:cubicBezTo>
                  <a:cubicBezTo>
                    <a:pt x="5784" y="899"/>
                    <a:pt x="6935" y="477"/>
                    <a:pt x="8170" y="477"/>
                  </a:cubicBezTo>
                  <a:close/>
                  <a:moveTo>
                    <a:pt x="8170" y="0"/>
                  </a:moveTo>
                  <a:cubicBezTo>
                    <a:pt x="6823" y="0"/>
                    <a:pt x="5588" y="477"/>
                    <a:pt x="4577" y="1067"/>
                  </a:cubicBezTo>
                  <a:cubicBezTo>
                    <a:pt x="3538" y="1685"/>
                    <a:pt x="2724" y="2443"/>
                    <a:pt x="2191" y="3060"/>
                  </a:cubicBezTo>
                  <a:cubicBezTo>
                    <a:pt x="1601" y="3706"/>
                    <a:pt x="1489" y="4576"/>
                    <a:pt x="1489" y="5362"/>
                  </a:cubicBezTo>
                  <a:cubicBezTo>
                    <a:pt x="1489" y="5784"/>
                    <a:pt x="1517" y="6177"/>
                    <a:pt x="1545" y="6514"/>
                  </a:cubicBezTo>
                  <a:cubicBezTo>
                    <a:pt x="1601" y="6879"/>
                    <a:pt x="1629" y="7159"/>
                    <a:pt x="1629" y="7328"/>
                  </a:cubicBezTo>
                  <a:cubicBezTo>
                    <a:pt x="1629" y="7384"/>
                    <a:pt x="1629" y="7412"/>
                    <a:pt x="1601" y="7440"/>
                  </a:cubicBezTo>
                  <a:lnTo>
                    <a:pt x="1626" y="7446"/>
                  </a:lnTo>
                  <a:lnTo>
                    <a:pt x="1626" y="7446"/>
                  </a:lnTo>
                  <a:cubicBezTo>
                    <a:pt x="1594" y="7508"/>
                    <a:pt x="1484" y="7700"/>
                    <a:pt x="1348" y="7917"/>
                  </a:cubicBezTo>
                  <a:cubicBezTo>
                    <a:pt x="1124" y="8226"/>
                    <a:pt x="787" y="8675"/>
                    <a:pt x="534" y="9068"/>
                  </a:cubicBezTo>
                  <a:cubicBezTo>
                    <a:pt x="394" y="9265"/>
                    <a:pt x="253" y="9433"/>
                    <a:pt x="169" y="9630"/>
                  </a:cubicBezTo>
                  <a:cubicBezTo>
                    <a:pt x="85" y="9798"/>
                    <a:pt x="29" y="9967"/>
                    <a:pt x="1" y="10135"/>
                  </a:cubicBezTo>
                  <a:lnTo>
                    <a:pt x="29" y="10219"/>
                  </a:lnTo>
                  <a:lnTo>
                    <a:pt x="30" y="10219"/>
                  </a:lnTo>
                  <a:lnTo>
                    <a:pt x="30" y="10219"/>
                  </a:lnTo>
                  <a:cubicBezTo>
                    <a:pt x="40" y="10401"/>
                    <a:pt x="146" y="10534"/>
                    <a:pt x="253" y="10641"/>
                  </a:cubicBezTo>
                  <a:cubicBezTo>
                    <a:pt x="422" y="10809"/>
                    <a:pt x="618" y="10865"/>
                    <a:pt x="759" y="10921"/>
                  </a:cubicBezTo>
                  <a:cubicBezTo>
                    <a:pt x="804" y="10936"/>
                    <a:pt x="845" y="10947"/>
                    <a:pt x="882" y="10956"/>
                  </a:cubicBezTo>
                  <a:lnTo>
                    <a:pt x="882" y="10956"/>
                  </a:lnTo>
                  <a:cubicBezTo>
                    <a:pt x="943" y="11227"/>
                    <a:pt x="1068" y="11783"/>
                    <a:pt x="1208" y="12381"/>
                  </a:cubicBezTo>
                  <a:cubicBezTo>
                    <a:pt x="1320" y="12802"/>
                    <a:pt x="1433" y="13251"/>
                    <a:pt x="1545" y="13645"/>
                  </a:cubicBezTo>
                  <a:cubicBezTo>
                    <a:pt x="1657" y="14038"/>
                    <a:pt x="1769" y="14346"/>
                    <a:pt x="1882" y="14543"/>
                  </a:cubicBezTo>
                  <a:cubicBezTo>
                    <a:pt x="2134" y="14992"/>
                    <a:pt x="2527" y="15217"/>
                    <a:pt x="2920" y="15357"/>
                  </a:cubicBezTo>
                  <a:cubicBezTo>
                    <a:pt x="3314" y="15469"/>
                    <a:pt x="3679" y="15497"/>
                    <a:pt x="3875" y="15497"/>
                  </a:cubicBezTo>
                  <a:cubicBezTo>
                    <a:pt x="4015" y="15497"/>
                    <a:pt x="4184" y="15554"/>
                    <a:pt x="4296" y="15638"/>
                  </a:cubicBezTo>
                  <a:cubicBezTo>
                    <a:pt x="4350" y="15665"/>
                    <a:pt x="4403" y="15691"/>
                    <a:pt x="4432" y="15718"/>
                  </a:cubicBezTo>
                  <a:lnTo>
                    <a:pt x="4432" y="15718"/>
                  </a:lnTo>
                  <a:lnTo>
                    <a:pt x="5026" y="17715"/>
                  </a:lnTo>
                  <a:cubicBezTo>
                    <a:pt x="5050" y="17813"/>
                    <a:pt x="5138" y="17889"/>
                    <a:pt x="5235" y="17889"/>
                  </a:cubicBezTo>
                  <a:cubicBezTo>
                    <a:pt x="5249" y="17889"/>
                    <a:pt x="5264" y="17888"/>
                    <a:pt x="5279" y="17884"/>
                  </a:cubicBezTo>
                  <a:lnTo>
                    <a:pt x="14010" y="15891"/>
                  </a:lnTo>
                  <a:cubicBezTo>
                    <a:pt x="14150" y="15862"/>
                    <a:pt x="14207" y="15750"/>
                    <a:pt x="14207" y="15638"/>
                  </a:cubicBezTo>
                  <a:lnTo>
                    <a:pt x="13959" y="12830"/>
                  </a:lnTo>
                  <a:lnTo>
                    <a:pt x="13959" y="12830"/>
                  </a:lnTo>
                  <a:cubicBezTo>
                    <a:pt x="14108" y="12620"/>
                    <a:pt x="14508" y="12030"/>
                    <a:pt x="14908" y="11230"/>
                  </a:cubicBezTo>
                  <a:cubicBezTo>
                    <a:pt x="15414" y="10219"/>
                    <a:pt x="15947" y="8872"/>
                    <a:pt x="15947" y="7468"/>
                  </a:cubicBezTo>
                  <a:cubicBezTo>
                    <a:pt x="15947" y="7328"/>
                    <a:pt x="15947" y="7215"/>
                    <a:pt x="15919" y="7075"/>
                  </a:cubicBezTo>
                  <a:cubicBezTo>
                    <a:pt x="15835" y="5615"/>
                    <a:pt x="15189" y="4520"/>
                    <a:pt x="14600" y="3790"/>
                  </a:cubicBezTo>
                  <a:cubicBezTo>
                    <a:pt x="14040" y="3129"/>
                    <a:pt x="13526" y="2767"/>
                    <a:pt x="13414" y="2705"/>
                  </a:cubicBezTo>
                  <a:lnTo>
                    <a:pt x="13414" y="2705"/>
                  </a:lnTo>
                  <a:cubicBezTo>
                    <a:pt x="13299" y="2554"/>
                    <a:pt x="12901" y="2054"/>
                    <a:pt x="12269" y="1516"/>
                  </a:cubicBezTo>
                  <a:cubicBezTo>
                    <a:pt x="11483" y="899"/>
                    <a:pt x="10332" y="197"/>
                    <a:pt x="8816" y="56"/>
                  </a:cubicBezTo>
                  <a:cubicBezTo>
                    <a:pt x="8620" y="28"/>
                    <a:pt x="8395" y="0"/>
                    <a:pt x="81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6" name="Google Shape;1836;p34"/>
            <p:cNvSpPr/>
            <p:nvPr/>
          </p:nvSpPr>
          <p:spPr>
            <a:xfrm>
              <a:off x="4160925" y="2436200"/>
              <a:ext cx="315850" cy="264150"/>
            </a:xfrm>
            <a:custGeom>
              <a:rect b="b" l="l" r="r" t="t"/>
              <a:pathLst>
                <a:path extrusionOk="0" h="10566" w="12634">
                  <a:moveTo>
                    <a:pt x="3102" y="0"/>
                  </a:moveTo>
                  <a:cubicBezTo>
                    <a:pt x="2764" y="0"/>
                    <a:pt x="2447" y="83"/>
                    <a:pt x="2162" y="288"/>
                  </a:cubicBezTo>
                  <a:cubicBezTo>
                    <a:pt x="2162" y="288"/>
                    <a:pt x="0" y="2085"/>
                    <a:pt x="113" y="2899"/>
                  </a:cubicBezTo>
                  <a:cubicBezTo>
                    <a:pt x="253" y="3741"/>
                    <a:pt x="1264" y="4387"/>
                    <a:pt x="1208" y="5145"/>
                  </a:cubicBezTo>
                  <a:cubicBezTo>
                    <a:pt x="1161" y="5772"/>
                    <a:pt x="1364" y="6975"/>
                    <a:pt x="1659" y="6975"/>
                  </a:cubicBezTo>
                  <a:cubicBezTo>
                    <a:pt x="1720" y="6975"/>
                    <a:pt x="1785" y="6923"/>
                    <a:pt x="1853" y="6801"/>
                  </a:cubicBezTo>
                  <a:cubicBezTo>
                    <a:pt x="2218" y="6099"/>
                    <a:pt x="2022" y="5341"/>
                    <a:pt x="2611" y="5145"/>
                  </a:cubicBezTo>
                  <a:cubicBezTo>
                    <a:pt x="2659" y="5128"/>
                    <a:pt x="2709" y="5120"/>
                    <a:pt x="2760" y="5120"/>
                  </a:cubicBezTo>
                  <a:cubicBezTo>
                    <a:pt x="3311" y="5120"/>
                    <a:pt x="4025" y="6040"/>
                    <a:pt x="4127" y="6914"/>
                  </a:cubicBezTo>
                  <a:cubicBezTo>
                    <a:pt x="4268" y="7896"/>
                    <a:pt x="4071" y="8317"/>
                    <a:pt x="4577" y="9019"/>
                  </a:cubicBezTo>
                  <a:cubicBezTo>
                    <a:pt x="5094" y="9700"/>
                    <a:pt x="6245" y="10566"/>
                    <a:pt x="7518" y="10566"/>
                  </a:cubicBezTo>
                  <a:cubicBezTo>
                    <a:pt x="7558" y="10566"/>
                    <a:pt x="7597" y="10565"/>
                    <a:pt x="7637" y="10563"/>
                  </a:cubicBezTo>
                  <a:cubicBezTo>
                    <a:pt x="8984" y="10507"/>
                    <a:pt x="10444" y="10170"/>
                    <a:pt x="10444" y="10170"/>
                  </a:cubicBezTo>
                  <a:cubicBezTo>
                    <a:pt x="10444" y="10170"/>
                    <a:pt x="12634" y="7307"/>
                    <a:pt x="12437" y="4499"/>
                  </a:cubicBezTo>
                  <a:cubicBezTo>
                    <a:pt x="12241" y="1692"/>
                    <a:pt x="10023" y="288"/>
                    <a:pt x="10023" y="288"/>
                  </a:cubicBezTo>
                  <a:lnTo>
                    <a:pt x="10023" y="288"/>
                  </a:lnTo>
                  <a:cubicBezTo>
                    <a:pt x="10023" y="288"/>
                    <a:pt x="10079" y="1186"/>
                    <a:pt x="8226" y="1495"/>
                  </a:cubicBezTo>
                  <a:cubicBezTo>
                    <a:pt x="8116" y="1515"/>
                    <a:pt x="8003" y="1524"/>
                    <a:pt x="7887" y="1524"/>
                  </a:cubicBezTo>
                  <a:cubicBezTo>
                    <a:pt x="6410" y="1524"/>
                    <a:pt x="4554" y="0"/>
                    <a:pt x="310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7" name="Google Shape;1837;p34"/>
            <p:cNvSpPr/>
            <p:nvPr/>
          </p:nvSpPr>
          <p:spPr>
            <a:xfrm>
              <a:off x="4158125" y="2430050"/>
              <a:ext cx="320075" cy="275850"/>
            </a:xfrm>
            <a:custGeom>
              <a:rect b="b" l="l" r="r" t="t"/>
              <a:pathLst>
                <a:path extrusionOk="0" h="11034" w="12803">
                  <a:moveTo>
                    <a:pt x="3201" y="478"/>
                  </a:moveTo>
                  <a:cubicBezTo>
                    <a:pt x="3846" y="478"/>
                    <a:pt x="4689" y="843"/>
                    <a:pt x="5503" y="1236"/>
                  </a:cubicBezTo>
                  <a:cubicBezTo>
                    <a:pt x="6345" y="1601"/>
                    <a:pt x="7187" y="1994"/>
                    <a:pt x="8001" y="1994"/>
                  </a:cubicBezTo>
                  <a:cubicBezTo>
                    <a:pt x="8142" y="1994"/>
                    <a:pt x="8254" y="1994"/>
                    <a:pt x="8366" y="1966"/>
                  </a:cubicBezTo>
                  <a:cubicBezTo>
                    <a:pt x="9265" y="1825"/>
                    <a:pt x="9770" y="1517"/>
                    <a:pt x="10051" y="1236"/>
                  </a:cubicBezTo>
                  <a:cubicBezTo>
                    <a:pt x="10150" y="1127"/>
                    <a:pt x="10217" y="1022"/>
                    <a:pt x="10263" y="926"/>
                  </a:cubicBezTo>
                  <a:lnTo>
                    <a:pt x="10263" y="926"/>
                  </a:lnTo>
                  <a:cubicBezTo>
                    <a:pt x="10494" y="1108"/>
                    <a:pt x="10848" y="1425"/>
                    <a:pt x="11202" y="1853"/>
                  </a:cubicBezTo>
                  <a:cubicBezTo>
                    <a:pt x="11707" y="2527"/>
                    <a:pt x="12241" y="3510"/>
                    <a:pt x="12325" y="4773"/>
                  </a:cubicBezTo>
                  <a:cubicBezTo>
                    <a:pt x="12325" y="4885"/>
                    <a:pt x="12325" y="4998"/>
                    <a:pt x="12325" y="5110"/>
                  </a:cubicBezTo>
                  <a:cubicBezTo>
                    <a:pt x="12325" y="6402"/>
                    <a:pt x="11848" y="7693"/>
                    <a:pt x="11342" y="8676"/>
                  </a:cubicBezTo>
                  <a:cubicBezTo>
                    <a:pt x="11118" y="9153"/>
                    <a:pt x="10865" y="9574"/>
                    <a:pt x="10697" y="9855"/>
                  </a:cubicBezTo>
                  <a:cubicBezTo>
                    <a:pt x="10584" y="9995"/>
                    <a:pt x="10528" y="10107"/>
                    <a:pt x="10472" y="10164"/>
                  </a:cubicBezTo>
                  <a:lnTo>
                    <a:pt x="10437" y="10216"/>
                  </a:lnTo>
                  <a:lnTo>
                    <a:pt x="10437" y="10216"/>
                  </a:lnTo>
                  <a:cubicBezTo>
                    <a:pt x="10397" y="10225"/>
                    <a:pt x="10343" y="10237"/>
                    <a:pt x="10275" y="10248"/>
                  </a:cubicBezTo>
                  <a:cubicBezTo>
                    <a:pt x="9798" y="10332"/>
                    <a:pt x="8731" y="10529"/>
                    <a:pt x="7749" y="10585"/>
                  </a:cubicBezTo>
                  <a:lnTo>
                    <a:pt x="7636" y="10585"/>
                  </a:lnTo>
                  <a:cubicBezTo>
                    <a:pt x="7047" y="10585"/>
                    <a:pt x="6457" y="10388"/>
                    <a:pt x="5980" y="10107"/>
                  </a:cubicBezTo>
                  <a:cubicBezTo>
                    <a:pt x="5503" y="9827"/>
                    <a:pt x="5110" y="9462"/>
                    <a:pt x="4885" y="9153"/>
                  </a:cubicBezTo>
                  <a:cubicBezTo>
                    <a:pt x="4660" y="8816"/>
                    <a:pt x="4604" y="8591"/>
                    <a:pt x="4576" y="8311"/>
                  </a:cubicBezTo>
                  <a:cubicBezTo>
                    <a:pt x="4520" y="8002"/>
                    <a:pt x="4548" y="7637"/>
                    <a:pt x="4492" y="7131"/>
                  </a:cubicBezTo>
                  <a:cubicBezTo>
                    <a:pt x="4408" y="6654"/>
                    <a:pt x="4183" y="6177"/>
                    <a:pt x="3902" y="5784"/>
                  </a:cubicBezTo>
                  <a:cubicBezTo>
                    <a:pt x="3762" y="5615"/>
                    <a:pt x="3594" y="5447"/>
                    <a:pt x="3425" y="5335"/>
                  </a:cubicBezTo>
                  <a:cubicBezTo>
                    <a:pt x="3257" y="5222"/>
                    <a:pt x="3060" y="5138"/>
                    <a:pt x="2864" y="5138"/>
                  </a:cubicBezTo>
                  <a:cubicBezTo>
                    <a:pt x="2779" y="5138"/>
                    <a:pt x="2723" y="5138"/>
                    <a:pt x="2639" y="5166"/>
                  </a:cubicBezTo>
                  <a:cubicBezTo>
                    <a:pt x="2443" y="5222"/>
                    <a:pt x="2302" y="5363"/>
                    <a:pt x="2218" y="5503"/>
                  </a:cubicBezTo>
                  <a:cubicBezTo>
                    <a:pt x="2078" y="5728"/>
                    <a:pt x="2050" y="5980"/>
                    <a:pt x="1993" y="6205"/>
                  </a:cubicBezTo>
                  <a:cubicBezTo>
                    <a:pt x="1940" y="6445"/>
                    <a:pt x="1887" y="6685"/>
                    <a:pt x="1762" y="6900"/>
                  </a:cubicBezTo>
                  <a:lnTo>
                    <a:pt x="1762" y="6900"/>
                  </a:lnTo>
                  <a:cubicBezTo>
                    <a:pt x="1754" y="6885"/>
                    <a:pt x="1747" y="6869"/>
                    <a:pt x="1741" y="6851"/>
                  </a:cubicBezTo>
                  <a:cubicBezTo>
                    <a:pt x="1628" y="6570"/>
                    <a:pt x="1544" y="6008"/>
                    <a:pt x="1544" y="5587"/>
                  </a:cubicBezTo>
                  <a:cubicBezTo>
                    <a:pt x="1544" y="5531"/>
                    <a:pt x="1544" y="5475"/>
                    <a:pt x="1544" y="5391"/>
                  </a:cubicBezTo>
                  <a:lnTo>
                    <a:pt x="1544" y="5307"/>
                  </a:lnTo>
                  <a:cubicBezTo>
                    <a:pt x="1544" y="5082"/>
                    <a:pt x="1488" y="4857"/>
                    <a:pt x="1376" y="4661"/>
                  </a:cubicBezTo>
                  <a:cubicBezTo>
                    <a:pt x="1207" y="4380"/>
                    <a:pt x="1011" y="4127"/>
                    <a:pt x="814" y="3875"/>
                  </a:cubicBezTo>
                  <a:cubicBezTo>
                    <a:pt x="646" y="3594"/>
                    <a:pt x="505" y="3341"/>
                    <a:pt x="449" y="3117"/>
                  </a:cubicBezTo>
                  <a:lnTo>
                    <a:pt x="449" y="3089"/>
                  </a:lnTo>
                  <a:cubicBezTo>
                    <a:pt x="449" y="2948"/>
                    <a:pt x="562" y="2724"/>
                    <a:pt x="730" y="2443"/>
                  </a:cubicBezTo>
                  <a:cubicBezTo>
                    <a:pt x="1011" y="2050"/>
                    <a:pt x="1432" y="1629"/>
                    <a:pt x="1797" y="1292"/>
                  </a:cubicBezTo>
                  <a:cubicBezTo>
                    <a:pt x="1965" y="1123"/>
                    <a:pt x="2134" y="983"/>
                    <a:pt x="2246" y="871"/>
                  </a:cubicBezTo>
                  <a:cubicBezTo>
                    <a:pt x="2329" y="788"/>
                    <a:pt x="2381" y="736"/>
                    <a:pt x="2403" y="714"/>
                  </a:cubicBezTo>
                  <a:lnTo>
                    <a:pt x="2403" y="714"/>
                  </a:lnTo>
                  <a:lnTo>
                    <a:pt x="2415" y="730"/>
                  </a:lnTo>
                  <a:cubicBezTo>
                    <a:pt x="2639" y="562"/>
                    <a:pt x="2920" y="478"/>
                    <a:pt x="3201" y="478"/>
                  </a:cubicBezTo>
                  <a:close/>
                  <a:moveTo>
                    <a:pt x="3201" y="0"/>
                  </a:moveTo>
                  <a:cubicBezTo>
                    <a:pt x="2836" y="0"/>
                    <a:pt x="2471" y="113"/>
                    <a:pt x="2134" y="337"/>
                  </a:cubicBezTo>
                  <a:lnTo>
                    <a:pt x="2134" y="365"/>
                  </a:lnTo>
                  <a:cubicBezTo>
                    <a:pt x="2106" y="365"/>
                    <a:pt x="1600" y="787"/>
                    <a:pt x="1067" y="1320"/>
                  </a:cubicBezTo>
                  <a:cubicBezTo>
                    <a:pt x="814" y="1601"/>
                    <a:pt x="562" y="1881"/>
                    <a:pt x="365" y="2190"/>
                  </a:cubicBezTo>
                  <a:cubicBezTo>
                    <a:pt x="140" y="2471"/>
                    <a:pt x="0" y="2780"/>
                    <a:pt x="0" y="3089"/>
                  </a:cubicBezTo>
                  <a:lnTo>
                    <a:pt x="0" y="3201"/>
                  </a:lnTo>
                  <a:lnTo>
                    <a:pt x="5" y="3200"/>
                  </a:lnTo>
                  <a:lnTo>
                    <a:pt x="5" y="3200"/>
                  </a:lnTo>
                  <a:cubicBezTo>
                    <a:pt x="95" y="3691"/>
                    <a:pt x="397" y="4050"/>
                    <a:pt x="618" y="4408"/>
                  </a:cubicBezTo>
                  <a:cubicBezTo>
                    <a:pt x="758" y="4577"/>
                    <a:pt x="870" y="4745"/>
                    <a:pt x="955" y="4885"/>
                  </a:cubicBezTo>
                  <a:cubicBezTo>
                    <a:pt x="1039" y="5054"/>
                    <a:pt x="1095" y="5194"/>
                    <a:pt x="1095" y="5307"/>
                  </a:cubicBezTo>
                  <a:lnTo>
                    <a:pt x="1095" y="5363"/>
                  </a:lnTo>
                  <a:cubicBezTo>
                    <a:pt x="1067" y="5447"/>
                    <a:pt x="1067" y="5531"/>
                    <a:pt x="1067" y="5587"/>
                  </a:cubicBezTo>
                  <a:cubicBezTo>
                    <a:pt x="1067" y="5952"/>
                    <a:pt x="1123" y="6373"/>
                    <a:pt x="1207" y="6710"/>
                  </a:cubicBezTo>
                  <a:cubicBezTo>
                    <a:pt x="1263" y="6879"/>
                    <a:pt x="1292" y="7047"/>
                    <a:pt x="1376" y="7160"/>
                  </a:cubicBezTo>
                  <a:cubicBezTo>
                    <a:pt x="1404" y="7244"/>
                    <a:pt x="1460" y="7300"/>
                    <a:pt x="1516" y="7356"/>
                  </a:cubicBezTo>
                  <a:cubicBezTo>
                    <a:pt x="1572" y="7412"/>
                    <a:pt x="1656" y="7440"/>
                    <a:pt x="1769" y="7440"/>
                  </a:cubicBezTo>
                  <a:cubicBezTo>
                    <a:pt x="1853" y="7440"/>
                    <a:pt x="1937" y="7412"/>
                    <a:pt x="2021" y="7356"/>
                  </a:cubicBezTo>
                  <a:cubicBezTo>
                    <a:pt x="2078" y="7300"/>
                    <a:pt x="2106" y="7244"/>
                    <a:pt x="2162" y="7160"/>
                  </a:cubicBezTo>
                  <a:cubicBezTo>
                    <a:pt x="2386" y="6766"/>
                    <a:pt x="2415" y="6373"/>
                    <a:pt x="2499" y="6065"/>
                  </a:cubicBezTo>
                  <a:cubicBezTo>
                    <a:pt x="2527" y="5924"/>
                    <a:pt x="2555" y="5812"/>
                    <a:pt x="2611" y="5756"/>
                  </a:cubicBezTo>
                  <a:cubicBezTo>
                    <a:pt x="2667" y="5672"/>
                    <a:pt x="2695" y="5644"/>
                    <a:pt x="2779" y="5615"/>
                  </a:cubicBezTo>
                  <a:lnTo>
                    <a:pt x="2864" y="5587"/>
                  </a:lnTo>
                  <a:cubicBezTo>
                    <a:pt x="2948" y="5587"/>
                    <a:pt x="3060" y="5615"/>
                    <a:pt x="3173" y="5700"/>
                  </a:cubicBezTo>
                  <a:cubicBezTo>
                    <a:pt x="3341" y="5840"/>
                    <a:pt x="3537" y="6065"/>
                    <a:pt x="3706" y="6317"/>
                  </a:cubicBezTo>
                  <a:cubicBezTo>
                    <a:pt x="3874" y="6598"/>
                    <a:pt x="3987" y="6907"/>
                    <a:pt x="4015" y="7216"/>
                  </a:cubicBezTo>
                  <a:cubicBezTo>
                    <a:pt x="4071" y="7665"/>
                    <a:pt x="4071" y="8002"/>
                    <a:pt x="4099" y="8339"/>
                  </a:cubicBezTo>
                  <a:cubicBezTo>
                    <a:pt x="4127" y="8676"/>
                    <a:pt x="4239" y="9041"/>
                    <a:pt x="4520" y="9406"/>
                  </a:cubicBezTo>
                  <a:cubicBezTo>
                    <a:pt x="4773" y="9799"/>
                    <a:pt x="5222" y="10192"/>
                    <a:pt x="5755" y="10500"/>
                  </a:cubicBezTo>
                  <a:cubicBezTo>
                    <a:pt x="6289" y="10809"/>
                    <a:pt x="6935" y="11034"/>
                    <a:pt x="7636" y="11034"/>
                  </a:cubicBezTo>
                  <a:lnTo>
                    <a:pt x="7777" y="11034"/>
                  </a:lnTo>
                  <a:cubicBezTo>
                    <a:pt x="9152" y="10978"/>
                    <a:pt x="10612" y="10669"/>
                    <a:pt x="10612" y="10669"/>
                  </a:cubicBezTo>
                  <a:cubicBezTo>
                    <a:pt x="10668" y="10641"/>
                    <a:pt x="10725" y="10613"/>
                    <a:pt x="10753" y="10557"/>
                  </a:cubicBezTo>
                  <a:cubicBezTo>
                    <a:pt x="10753" y="10557"/>
                    <a:pt x="11258" y="9883"/>
                    <a:pt x="11763" y="8872"/>
                  </a:cubicBezTo>
                  <a:cubicBezTo>
                    <a:pt x="12269" y="7861"/>
                    <a:pt x="12802" y="6514"/>
                    <a:pt x="12802" y="5110"/>
                  </a:cubicBezTo>
                  <a:cubicBezTo>
                    <a:pt x="12802" y="4970"/>
                    <a:pt x="12802" y="4857"/>
                    <a:pt x="12774" y="4717"/>
                  </a:cubicBezTo>
                  <a:cubicBezTo>
                    <a:pt x="12690" y="3257"/>
                    <a:pt x="12044" y="2162"/>
                    <a:pt x="11455" y="1432"/>
                  </a:cubicBezTo>
                  <a:cubicBezTo>
                    <a:pt x="10837" y="702"/>
                    <a:pt x="10275" y="337"/>
                    <a:pt x="10247" y="337"/>
                  </a:cubicBezTo>
                  <a:cubicBezTo>
                    <a:pt x="10205" y="309"/>
                    <a:pt x="10163" y="295"/>
                    <a:pt x="10125" y="295"/>
                  </a:cubicBezTo>
                  <a:cubicBezTo>
                    <a:pt x="10086" y="295"/>
                    <a:pt x="10051" y="309"/>
                    <a:pt x="10023" y="337"/>
                  </a:cubicBezTo>
                  <a:cubicBezTo>
                    <a:pt x="9939" y="365"/>
                    <a:pt x="9882" y="450"/>
                    <a:pt x="9882" y="534"/>
                  </a:cubicBezTo>
                  <a:cubicBezTo>
                    <a:pt x="9882" y="562"/>
                    <a:pt x="9882" y="702"/>
                    <a:pt x="9714" y="927"/>
                  </a:cubicBezTo>
                  <a:cubicBezTo>
                    <a:pt x="9517" y="1123"/>
                    <a:pt x="9124" y="1376"/>
                    <a:pt x="8282" y="1517"/>
                  </a:cubicBezTo>
                  <a:lnTo>
                    <a:pt x="8284" y="1523"/>
                  </a:lnTo>
                  <a:lnTo>
                    <a:pt x="8284" y="1523"/>
                  </a:lnTo>
                  <a:cubicBezTo>
                    <a:pt x="8184" y="1545"/>
                    <a:pt x="8105" y="1545"/>
                    <a:pt x="8001" y="1545"/>
                  </a:cubicBezTo>
                  <a:cubicBezTo>
                    <a:pt x="7356" y="1545"/>
                    <a:pt x="6541" y="1180"/>
                    <a:pt x="5699" y="787"/>
                  </a:cubicBezTo>
                  <a:cubicBezTo>
                    <a:pt x="4857" y="422"/>
                    <a:pt x="4015" y="29"/>
                    <a:pt x="3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8" name="Google Shape;1838;p34"/>
            <p:cNvSpPr/>
            <p:nvPr/>
          </p:nvSpPr>
          <p:spPr>
            <a:xfrm>
              <a:off x="4207250" y="2635575"/>
              <a:ext cx="66700" cy="50675"/>
            </a:xfrm>
            <a:custGeom>
              <a:rect b="b" l="l" r="r" t="t"/>
              <a:pathLst>
                <a:path extrusionOk="0" h="2027" w="2668">
                  <a:moveTo>
                    <a:pt x="2398" y="0"/>
                  </a:moveTo>
                  <a:cubicBezTo>
                    <a:pt x="2297" y="0"/>
                    <a:pt x="2190" y="80"/>
                    <a:pt x="2190" y="202"/>
                  </a:cubicBezTo>
                  <a:cubicBezTo>
                    <a:pt x="2162" y="258"/>
                    <a:pt x="2106" y="567"/>
                    <a:pt x="1966" y="848"/>
                  </a:cubicBezTo>
                  <a:cubicBezTo>
                    <a:pt x="1881" y="1016"/>
                    <a:pt x="1797" y="1156"/>
                    <a:pt x="1685" y="1269"/>
                  </a:cubicBezTo>
                  <a:cubicBezTo>
                    <a:pt x="1572" y="1409"/>
                    <a:pt x="1432" y="1493"/>
                    <a:pt x="1264" y="1521"/>
                  </a:cubicBezTo>
                  <a:cubicBezTo>
                    <a:pt x="1208" y="1549"/>
                    <a:pt x="1179" y="1549"/>
                    <a:pt x="1123" y="1549"/>
                  </a:cubicBezTo>
                  <a:cubicBezTo>
                    <a:pt x="1011" y="1549"/>
                    <a:pt x="927" y="1521"/>
                    <a:pt x="843" y="1437"/>
                  </a:cubicBezTo>
                  <a:cubicBezTo>
                    <a:pt x="730" y="1297"/>
                    <a:pt x="618" y="1072"/>
                    <a:pt x="562" y="876"/>
                  </a:cubicBezTo>
                  <a:cubicBezTo>
                    <a:pt x="534" y="763"/>
                    <a:pt x="506" y="679"/>
                    <a:pt x="506" y="623"/>
                  </a:cubicBezTo>
                  <a:lnTo>
                    <a:pt x="478" y="539"/>
                  </a:lnTo>
                  <a:lnTo>
                    <a:pt x="478" y="511"/>
                  </a:lnTo>
                  <a:cubicBezTo>
                    <a:pt x="452" y="410"/>
                    <a:pt x="360" y="310"/>
                    <a:pt x="260" y="310"/>
                  </a:cubicBezTo>
                  <a:cubicBezTo>
                    <a:pt x="249" y="310"/>
                    <a:pt x="237" y="311"/>
                    <a:pt x="225" y="314"/>
                  </a:cubicBezTo>
                  <a:cubicBezTo>
                    <a:pt x="85" y="342"/>
                    <a:pt x="0" y="455"/>
                    <a:pt x="0" y="567"/>
                  </a:cubicBezTo>
                  <a:cubicBezTo>
                    <a:pt x="0" y="595"/>
                    <a:pt x="56" y="904"/>
                    <a:pt x="197" y="1269"/>
                  </a:cubicBezTo>
                  <a:cubicBezTo>
                    <a:pt x="281" y="1437"/>
                    <a:pt x="365" y="1606"/>
                    <a:pt x="506" y="1774"/>
                  </a:cubicBezTo>
                  <a:cubicBezTo>
                    <a:pt x="674" y="1914"/>
                    <a:pt x="871" y="2027"/>
                    <a:pt x="1123" y="2027"/>
                  </a:cubicBezTo>
                  <a:cubicBezTo>
                    <a:pt x="1208" y="2027"/>
                    <a:pt x="1292" y="1999"/>
                    <a:pt x="1404" y="1971"/>
                  </a:cubicBezTo>
                  <a:cubicBezTo>
                    <a:pt x="1657" y="1914"/>
                    <a:pt x="1881" y="1746"/>
                    <a:pt x="2050" y="1578"/>
                  </a:cubicBezTo>
                  <a:cubicBezTo>
                    <a:pt x="2527" y="1016"/>
                    <a:pt x="2639" y="286"/>
                    <a:pt x="2639" y="258"/>
                  </a:cubicBezTo>
                  <a:cubicBezTo>
                    <a:pt x="2667" y="146"/>
                    <a:pt x="2583" y="5"/>
                    <a:pt x="2443" y="5"/>
                  </a:cubicBezTo>
                  <a:cubicBezTo>
                    <a:pt x="2428" y="2"/>
                    <a:pt x="2413" y="0"/>
                    <a:pt x="239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9" name="Google Shape;1839;p34"/>
            <p:cNvSpPr/>
            <p:nvPr/>
          </p:nvSpPr>
          <p:spPr>
            <a:xfrm>
              <a:off x="4134950" y="2749975"/>
              <a:ext cx="383950" cy="124375"/>
            </a:xfrm>
            <a:custGeom>
              <a:rect b="b" l="l" r="r" t="t"/>
              <a:pathLst>
                <a:path extrusionOk="0" h="4975" w="15358">
                  <a:moveTo>
                    <a:pt x="9549" y="0"/>
                  </a:moveTo>
                  <a:cubicBezTo>
                    <a:pt x="9483" y="0"/>
                    <a:pt x="9416" y="2"/>
                    <a:pt x="9350" y="6"/>
                  </a:cubicBezTo>
                  <a:cubicBezTo>
                    <a:pt x="7188" y="146"/>
                    <a:pt x="2499" y="1887"/>
                    <a:pt x="1657" y="2785"/>
                  </a:cubicBezTo>
                  <a:cubicBezTo>
                    <a:pt x="843" y="3683"/>
                    <a:pt x="394" y="4469"/>
                    <a:pt x="394" y="4469"/>
                  </a:cubicBezTo>
                  <a:lnTo>
                    <a:pt x="1" y="4975"/>
                  </a:lnTo>
                  <a:cubicBezTo>
                    <a:pt x="1" y="4975"/>
                    <a:pt x="2948" y="4217"/>
                    <a:pt x="7272" y="3627"/>
                  </a:cubicBezTo>
                  <a:cubicBezTo>
                    <a:pt x="8093" y="3521"/>
                    <a:pt x="8880" y="3478"/>
                    <a:pt x="9617" y="3478"/>
                  </a:cubicBezTo>
                  <a:cubicBezTo>
                    <a:pt x="12785" y="3478"/>
                    <a:pt x="15021" y="4273"/>
                    <a:pt x="15021" y="4273"/>
                  </a:cubicBezTo>
                  <a:cubicBezTo>
                    <a:pt x="15021" y="4273"/>
                    <a:pt x="15357" y="3318"/>
                    <a:pt x="14319" y="2504"/>
                  </a:cubicBezTo>
                  <a:cubicBezTo>
                    <a:pt x="13339" y="1688"/>
                    <a:pt x="11647" y="0"/>
                    <a:pt x="95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0" name="Google Shape;1840;p34"/>
            <p:cNvSpPr/>
            <p:nvPr/>
          </p:nvSpPr>
          <p:spPr>
            <a:xfrm>
              <a:off x="4128625" y="2744475"/>
              <a:ext cx="388875" cy="135675"/>
            </a:xfrm>
            <a:custGeom>
              <a:rect b="b" l="l" r="r" t="t"/>
              <a:pathLst>
                <a:path extrusionOk="0" h="5427" w="15555">
                  <a:moveTo>
                    <a:pt x="459" y="4555"/>
                  </a:moveTo>
                  <a:cubicBezTo>
                    <a:pt x="459" y="4555"/>
                    <a:pt x="459" y="4555"/>
                    <a:pt x="459" y="4555"/>
                  </a:cubicBezTo>
                  <a:lnTo>
                    <a:pt x="459" y="4555"/>
                  </a:lnTo>
                  <a:lnTo>
                    <a:pt x="459" y="4555"/>
                  </a:lnTo>
                  <a:close/>
                  <a:moveTo>
                    <a:pt x="9827" y="450"/>
                  </a:moveTo>
                  <a:cubicBezTo>
                    <a:pt x="10810" y="450"/>
                    <a:pt x="11708" y="843"/>
                    <a:pt x="12494" y="1377"/>
                  </a:cubicBezTo>
                  <a:cubicBezTo>
                    <a:pt x="13280" y="1882"/>
                    <a:pt x="13926" y="2500"/>
                    <a:pt x="14431" y="2893"/>
                  </a:cubicBezTo>
                  <a:cubicBezTo>
                    <a:pt x="14993" y="3342"/>
                    <a:pt x="15077" y="3791"/>
                    <a:pt x="15077" y="4100"/>
                  </a:cubicBezTo>
                  <a:cubicBezTo>
                    <a:pt x="15077" y="4133"/>
                    <a:pt x="15077" y="4161"/>
                    <a:pt x="15076" y="4185"/>
                  </a:cubicBezTo>
                  <a:lnTo>
                    <a:pt x="15076" y="4185"/>
                  </a:lnTo>
                  <a:cubicBezTo>
                    <a:pt x="14405" y="3978"/>
                    <a:pt x="12456" y="3454"/>
                    <a:pt x="9911" y="3454"/>
                  </a:cubicBezTo>
                  <a:cubicBezTo>
                    <a:pt x="9153" y="3454"/>
                    <a:pt x="8339" y="3510"/>
                    <a:pt x="7497" y="3623"/>
                  </a:cubicBezTo>
                  <a:cubicBezTo>
                    <a:pt x="4351" y="4029"/>
                    <a:pt x="1938" y="4552"/>
                    <a:pt x="843" y="4811"/>
                  </a:cubicBezTo>
                  <a:lnTo>
                    <a:pt x="843" y="4811"/>
                  </a:lnTo>
                  <a:lnTo>
                    <a:pt x="843" y="4802"/>
                  </a:lnTo>
                  <a:lnTo>
                    <a:pt x="871" y="4774"/>
                  </a:lnTo>
                  <a:cubicBezTo>
                    <a:pt x="955" y="4605"/>
                    <a:pt x="1377" y="3931"/>
                    <a:pt x="2078" y="3173"/>
                  </a:cubicBezTo>
                  <a:cubicBezTo>
                    <a:pt x="2247" y="3005"/>
                    <a:pt x="2696" y="2724"/>
                    <a:pt x="3258" y="2415"/>
                  </a:cubicBezTo>
                  <a:cubicBezTo>
                    <a:pt x="4128" y="1994"/>
                    <a:pt x="5335" y="1517"/>
                    <a:pt x="6514" y="1152"/>
                  </a:cubicBezTo>
                  <a:cubicBezTo>
                    <a:pt x="7693" y="787"/>
                    <a:pt x="8844" y="506"/>
                    <a:pt x="9631" y="450"/>
                  </a:cubicBezTo>
                  <a:close/>
                  <a:moveTo>
                    <a:pt x="9603" y="1"/>
                  </a:moveTo>
                  <a:cubicBezTo>
                    <a:pt x="8451" y="57"/>
                    <a:pt x="6739" y="534"/>
                    <a:pt x="5167" y="1124"/>
                  </a:cubicBezTo>
                  <a:cubicBezTo>
                    <a:pt x="4409" y="1405"/>
                    <a:pt x="3651" y="1714"/>
                    <a:pt x="3061" y="1994"/>
                  </a:cubicBezTo>
                  <a:cubicBezTo>
                    <a:pt x="2443" y="2303"/>
                    <a:pt x="1994" y="2584"/>
                    <a:pt x="1742" y="2865"/>
                  </a:cubicBezTo>
                  <a:cubicBezTo>
                    <a:pt x="968" y="3690"/>
                    <a:pt x="526" y="4420"/>
                    <a:pt x="459" y="4555"/>
                  </a:cubicBezTo>
                  <a:lnTo>
                    <a:pt x="459" y="4555"/>
                  </a:lnTo>
                  <a:lnTo>
                    <a:pt x="450" y="4549"/>
                  </a:lnTo>
                  <a:lnTo>
                    <a:pt x="85" y="5054"/>
                  </a:lnTo>
                  <a:cubicBezTo>
                    <a:pt x="1" y="5139"/>
                    <a:pt x="1" y="5251"/>
                    <a:pt x="57" y="5307"/>
                  </a:cubicBezTo>
                  <a:cubicBezTo>
                    <a:pt x="103" y="5376"/>
                    <a:pt x="188" y="5427"/>
                    <a:pt x="263" y="5427"/>
                  </a:cubicBezTo>
                  <a:cubicBezTo>
                    <a:pt x="279" y="5427"/>
                    <a:pt x="295" y="5424"/>
                    <a:pt x="310" y="5419"/>
                  </a:cubicBezTo>
                  <a:cubicBezTo>
                    <a:pt x="310" y="5419"/>
                    <a:pt x="506" y="5363"/>
                    <a:pt x="843" y="5279"/>
                  </a:cubicBezTo>
                  <a:cubicBezTo>
                    <a:pt x="1854" y="5054"/>
                    <a:pt x="4324" y="4521"/>
                    <a:pt x="7581" y="4072"/>
                  </a:cubicBezTo>
                  <a:cubicBezTo>
                    <a:pt x="8395" y="3960"/>
                    <a:pt x="9181" y="3931"/>
                    <a:pt x="9911" y="3931"/>
                  </a:cubicBezTo>
                  <a:cubicBezTo>
                    <a:pt x="11455" y="3931"/>
                    <a:pt x="12775" y="4128"/>
                    <a:pt x="13701" y="4324"/>
                  </a:cubicBezTo>
                  <a:cubicBezTo>
                    <a:pt x="14179" y="4409"/>
                    <a:pt x="14544" y="4521"/>
                    <a:pt x="14796" y="4577"/>
                  </a:cubicBezTo>
                  <a:cubicBezTo>
                    <a:pt x="14937" y="4633"/>
                    <a:pt x="15021" y="4661"/>
                    <a:pt x="15077" y="4689"/>
                  </a:cubicBezTo>
                  <a:cubicBezTo>
                    <a:pt x="15161" y="4689"/>
                    <a:pt x="15189" y="4718"/>
                    <a:pt x="15189" y="4718"/>
                  </a:cubicBezTo>
                  <a:cubicBezTo>
                    <a:pt x="15209" y="4722"/>
                    <a:pt x="15229" y="4725"/>
                    <a:pt x="15249" y="4725"/>
                  </a:cubicBezTo>
                  <a:cubicBezTo>
                    <a:pt x="15347" y="4725"/>
                    <a:pt x="15447" y="4670"/>
                    <a:pt x="15470" y="4577"/>
                  </a:cubicBezTo>
                  <a:cubicBezTo>
                    <a:pt x="15498" y="4549"/>
                    <a:pt x="15554" y="4381"/>
                    <a:pt x="15554" y="4100"/>
                  </a:cubicBezTo>
                  <a:cubicBezTo>
                    <a:pt x="15554" y="3707"/>
                    <a:pt x="15386" y="3061"/>
                    <a:pt x="14740" y="2528"/>
                  </a:cubicBezTo>
                  <a:cubicBezTo>
                    <a:pt x="14235" y="2135"/>
                    <a:pt x="13561" y="1517"/>
                    <a:pt x="12747" y="984"/>
                  </a:cubicBezTo>
                  <a:cubicBezTo>
                    <a:pt x="11905" y="422"/>
                    <a:pt x="10922" y="1"/>
                    <a:pt x="982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1" name="Google Shape;1841;p34"/>
            <p:cNvSpPr/>
            <p:nvPr/>
          </p:nvSpPr>
          <p:spPr>
            <a:xfrm>
              <a:off x="3856300" y="3795025"/>
              <a:ext cx="103200" cy="213500"/>
            </a:xfrm>
            <a:custGeom>
              <a:rect b="b" l="l" r="r" t="t"/>
              <a:pathLst>
                <a:path extrusionOk="0" h="8540" w="4128">
                  <a:moveTo>
                    <a:pt x="2125" y="1"/>
                  </a:moveTo>
                  <a:cubicBezTo>
                    <a:pt x="1332" y="1"/>
                    <a:pt x="1" y="203"/>
                    <a:pt x="1" y="203"/>
                  </a:cubicBezTo>
                  <a:cubicBezTo>
                    <a:pt x="1" y="203"/>
                    <a:pt x="562" y="4134"/>
                    <a:pt x="759" y="5088"/>
                  </a:cubicBezTo>
                  <a:cubicBezTo>
                    <a:pt x="935" y="5969"/>
                    <a:pt x="2058" y="8540"/>
                    <a:pt x="2835" y="8540"/>
                  </a:cubicBezTo>
                  <a:cubicBezTo>
                    <a:pt x="2925" y="8540"/>
                    <a:pt x="3010" y="8505"/>
                    <a:pt x="3089" y="8429"/>
                  </a:cubicBezTo>
                  <a:cubicBezTo>
                    <a:pt x="3847" y="7699"/>
                    <a:pt x="4128" y="5201"/>
                    <a:pt x="3735" y="3937"/>
                  </a:cubicBezTo>
                  <a:cubicBezTo>
                    <a:pt x="3342" y="2702"/>
                    <a:pt x="2780" y="400"/>
                    <a:pt x="2696" y="119"/>
                  </a:cubicBezTo>
                  <a:cubicBezTo>
                    <a:pt x="2664" y="32"/>
                    <a:pt x="2436" y="1"/>
                    <a:pt x="21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2" name="Google Shape;1842;p34"/>
            <p:cNvSpPr/>
            <p:nvPr/>
          </p:nvSpPr>
          <p:spPr>
            <a:xfrm>
              <a:off x="3850000" y="3788875"/>
              <a:ext cx="110200" cy="225325"/>
            </a:xfrm>
            <a:custGeom>
              <a:rect b="b" l="l" r="r" t="t"/>
              <a:pathLst>
                <a:path extrusionOk="0" h="9013" w="4408">
                  <a:moveTo>
                    <a:pt x="2415" y="477"/>
                  </a:moveTo>
                  <a:cubicBezTo>
                    <a:pt x="2555" y="477"/>
                    <a:pt x="2667" y="477"/>
                    <a:pt x="2724" y="506"/>
                  </a:cubicBezTo>
                  <a:lnTo>
                    <a:pt x="2737" y="506"/>
                  </a:lnTo>
                  <a:cubicBezTo>
                    <a:pt x="2759" y="600"/>
                    <a:pt x="2804" y="756"/>
                    <a:pt x="2864" y="955"/>
                  </a:cubicBezTo>
                  <a:cubicBezTo>
                    <a:pt x="3088" y="1797"/>
                    <a:pt x="3482" y="3313"/>
                    <a:pt x="3762" y="4268"/>
                  </a:cubicBezTo>
                  <a:cubicBezTo>
                    <a:pt x="3875" y="4604"/>
                    <a:pt x="3931" y="5082"/>
                    <a:pt x="3931" y="5559"/>
                  </a:cubicBezTo>
                  <a:cubicBezTo>
                    <a:pt x="3931" y="6149"/>
                    <a:pt x="3847" y="6794"/>
                    <a:pt x="3706" y="7328"/>
                  </a:cubicBezTo>
                  <a:cubicBezTo>
                    <a:pt x="3594" y="7861"/>
                    <a:pt x="3369" y="8310"/>
                    <a:pt x="3173" y="8507"/>
                  </a:cubicBezTo>
                  <a:cubicBezTo>
                    <a:pt x="3117" y="8535"/>
                    <a:pt x="3117" y="8535"/>
                    <a:pt x="3088" y="8563"/>
                  </a:cubicBezTo>
                  <a:cubicBezTo>
                    <a:pt x="3032" y="8563"/>
                    <a:pt x="2976" y="8535"/>
                    <a:pt x="2892" y="8479"/>
                  </a:cubicBezTo>
                  <a:cubicBezTo>
                    <a:pt x="2752" y="8395"/>
                    <a:pt x="2583" y="8170"/>
                    <a:pt x="2415" y="7917"/>
                  </a:cubicBezTo>
                  <a:cubicBezTo>
                    <a:pt x="2134" y="7524"/>
                    <a:pt x="1853" y="6991"/>
                    <a:pt x="1657" y="6514"/>
                  </a:cubicBezTo>
                  <a:cubicBezTo>
                    <a:pt x="1460" y="6008"/>
                    <a:pt x="1292" y="5559"/>
                    <a:pt x="1236" y="5306"/>
                  </a:cubicBezTo>
                  <a:cubicBezTo>
                    <a:pt x="1151" y="4829"/>
                    <a:pt x="955" y="3594"/>
                    <a:pt x="786" y="2499"/>
                  </a:cubicBezTo>
                  <a:cubicBezTo>
                    <a:pt x="666" y="1717"/>
                    <a:pt x="560" y="992"/>
                    <a:pt x="509" y="642"/>
                  </a:cubicBezTo>
                  <a:lnTo>
                    <a:pt x="509" y="642"/>
                  </a:lnTo>
                  <a:cubicBezTo>
                    <a:pt x="649" y="625"/>
                    <a:pt x="844" y="604"/>
                    <a:pt x="1067" y="590"/>
                  </a:cubicBezTo>
                  <a:cubicBezTo>
                    <a:pt x="1488" y="534"/>
                    <a:pt x="2022" y="477"/>
                    <a:pt x="2415" y="477"/>
                  </a:cubicBezTo>
                  <a:close/>
                  <a:moveTo>
                    <a:pt x="2415" y="0"/>
                  </a:moveTo>
                  <a:cubicBezTo>
                    <a:pt x="1572" y="0"/>
                    <a:pt x="225" y="225"/>
                    <a:pt x="225" y="225"/>
                  </a:cubicBezTo>
                  <a:cubicBezTo>
                    <a:pt x="84" y="225"/>
                    <a:pt x="0" y="365"/>
                    <a:pt x="28" y="477"/>
                  </a:cubicBezTo>
                  <a:cubicBezTo>
                    <a:pt x="28" y="477"/>
                    <a:pt x="590" y="4408"/>
                    <a:pt x="786" y="5391"/>
                  </a:cubicBezTo>
                  <a:cubicBezTo>
                    <a:pt x="871" y="5868"/>
                    <a:pt x="1207" y="6710"/>
                    <a:pt x="1601" y="7496"/>
                  </a:cubicBezTo>
                  <a:cubicBezTo>
                    <a:pt x="1825" y="7889"/>
                    <a:pt x="2050" y="8254"/>
                    <a:pt x="2274" y="8507"/>
                  </a:cubicBezTo>
                  <a:cubicBezTo>
                    <a:pt x="2387" y="8647"/>
                    <a:pt x="2499" y="8788"/>
                    <a:pt x="2639" y="8872"/>
                  </a:cubicBezTo>
                  <a:cubicBezTo>
                    <a:pt x="2780" y="8956"/>
                    <a:pt x="2920" y="9012"/>
                    <a:pt x="3088" y="9012"/>
                  </a:cubicBezTo>
                  <a:cubicBezTo>
                    <a:pt x="3229" y="9012"/>
                    <a:pt x="3369" y="8956"/>
                    <a:pt x="3482" y="8844"/>
                  </a:cubicBezTo>
                  <a:cubicBezTo>
                    <a:pt x="3818" y="8535"/>
                    <a:pt x="4015" y="8030"/>
                    <a:pt x="4183" y="7440"/>
                  </a:cubicBezTo>
                  <a:cubicBezTo>
                    <a:pt x="4324" y="6850"/>
                    <a:pt x="4408" y="6205"/>
                    <a:pt x="4408" y="5559"/>
                  </a:cubicBezTo>
                  <a:cubicBezTo>
                    <a:pt x="4408" y="5026"/>
                    <a:pt x="4352" y="4520"/>
                    <a:pt x="4211" y="4127"/>
                  </a:cubicBezTo>
                  <a:cubicBezTo>
                    <a:pt x="4015" y="3510"/>
                    <a:pt x="3790" y="2611"/>
                    <a:pt x="3594" y="1853"/>
                  </a:cubicBezTo>
                  <a:cubicBezTo>
                    <a:pt x="3482" y="1460"/>
                    <a:pt x="3397" y="1123"/>
                    <a:pt x="3313" y="842"/>
                  </a:cubicBezTo>
                  <a:cubicBezTo>
                    <a:pt x="3229" y="562"/>
                    <a:pt x="3173" y="365"/>
                    <a:pt x="3145" y="281"/>
                  </a:cubicBezTo>
                  <a:cubicBezTo>
                    <a:pt x="3117" y="169"/>
                    <a:pt x="3032" y="113"/>
                    <a:pt x="2976" y="84"/>
                  </a:cubicBezTo>
                  <a:cubicBezTo>
                    <a:pt x="2892" y="56"/>
                    <a:pt x="2808" y="28"/>
                    <a:pt x="2724" y="28"/>
                  </a:cubicBezTo>
                  <a:cubicBezTo>
                    <a:pt x="2611" y="28"/>
                    <a:pt x="2527" y="0"/>
                    <a:pt x="24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3" name="Google Shape;1843;p34"/>
            <p:cNvSpPr/>
            <p:nvPr/>
          </p:nvSpPr>
          <p:spPr>
            <a:xfrm>
              <a:off x="3807875" y="3450575"/>
              <a:ext cx="162875" cy="381150"/>
            </a:xfrm>
            <a:custGeom>
              <a:rect b="b" l="l" r="r" t="t"/>
              <a:pathLst>
                <a:path extrusionOk="0" h="15246" w="6515">
                  <a:moveTo>
                    <a:pt x="843" y="0"/>
                  </a:moveTo>
                  <a:cubicBezTo>
                    <a:pt x="843" y="0"/>
                    <a:pt x="1" y="2723"/>
                    <a:pt x="1" y="4717"/>
                  </a:cubicBezTo>
                  <a:cubicBezTo>
                    <a:pt x="1" y="6682"/>
                    <a:pt x="338" y="8928"/>
                    <a:pt x="759" y="11848"/>
                  </a:cubicBezTo>
                  <a:cubicBezTo>
                    <a:pt x="1037" y="13546"/>
                    <a:pt x="2144" y="15245"/>
                    <a:pt x="3039" y="15245"/>
                  </a:cubicBezTo>
                  <a:cubicBezTo>
                    <a:pt x="3046" y="15245"/>
                    <a:pt x="3054" y="15245"/>
                    <a:pt x="3061" y="15245"/>
                  </a:cubicBezTo>
                  <a:cubicBezTo>
                    <a:pt x="5812" y="15104"/>
                    <a:pt x="4802" y="10023"/>
                    <a:pt x="5307" y="7075"/>
                  </a:cubicBezTo>
                  <a:cubicBezTo>
                    <a:pt x="5812" y="4127"/>
                    <a:pt x="6261" y="3959"/>
                    <a:pt x="6514" y="702"/>
                  </a:cubicBezTo>
                  <a:lnTo>
                    <a:pt x="8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4" name="Google Shape;1844;p34"/>
            <p:cNvSpPr/>
            <p:nvPr/>
          </p:nvSpPr>
          <p:spPr>
            <a:xfrm>
              <a:off x="3802275" y="3444500"/>
              <a:ext cx="174775" cy="392825"/>
            </a:xfrm>
            <a:custGeom>
              <a:rect b="b" l="l" r="r" t="t"/>
              <a:pathLst>
                <a:path extrusionOk="0" h="15713" w="6991">
                  <a:moveTo>
                    <a:pt x="1047" y="1"/>
                  </a:moveTo>
                  <a:cubicBezTo>
                    <a:pt x="955" y="1"/>
                    <a:pt x="864" y="71"/>
                    <a:pt x="842" y="159"/>
                  </a:cubicBezTo>
                  <a:cubicBezTo>
                    <a:pt x="842" y="187"/>
                    <a:pt x="0" y="2910"/>
                    <a:pt x="0" y="4960"/>
                  </a:cubicBezTo>
                  <a:cubicBezTo>
                    <a:pt x="0" y="6953"/>
                    <a:pt x="309" y="9199"/>
                    <a:pt x="758" y="12147"/>
                  </a:cubicBezTo>
                  <a:cubicBezTo>
                    <a:pt x="899" y="13017"/>
                    <a:pt x="1264" y="13888"/>
                    <a:pt x="1685" y="14561"/>
                  </a:cubicBezTo>
                  <a:cubicBezTo>
                    <a:pt x="1909" y="14898"/>
                    <a:pt x="2162" y="15179"/>
                    <a:pt x="2415" y="15375"/>
                  </a:cubicBezTo>
                  <a:cubicBezTo>
                    <a:pt x="2695" y="15572"/>
                    <a:pt x="2976" y="15712"/>
                    <a:pt x="3257" y="15712"/>
                  </a:cubicBezTo>
                  <a:lnTo>
                    <a:pt x="3313" y="15712"/>
                  </a:lnTo>
                  <a:cubicBezTo>
                    <a:pt x="3678" y="15712"/>
                    <a:pt x="4015" y="15600"/>
                    <a:pt x="4296" y="15404"/>
                  </a:cubicBezTo>
                  <a:cubicBezTo>
                    <a:pt x="4773" y="15095"/>
                    <a:pt x="5054" y="14561"/>
                    <a:pt x="5222" y="13944"/>
                  </a:cubicBezTo>
                  <a:cubicBezTo>
                    <a:pt x="5503" y="13017"/>
                    <a:pt x="5531" y="11838"/>
                    <a:pt x="5559" y="10659"/>
                  </a:cubicBezTo>
                  <a:cubicBezTo>
                    <a:pt x="5587" y="9480"/>
                    <a:pt x="5587" y="8301"/>
                    <a:pt x="5756" y="7346"/>
                  </a:cubicBezTo>
                  <a:cubicBezTo>
                    <a:pt x="6008" y="5886"/>
                    <a:pt x="6261" y="5128"/>
                    <a:pt x="6457" y="4314"/>
                  </a:cubicBezTo>
                  <a:cubicBezTo>
                    <a:pt x="6654" y="3472"/>
                    <a:pt x="6850" y="2601"/>
                    <a:pt x="6963" y="945"/>
                  </a:cubicBezTo>
                  <a:cubicBezTo>
                    <a:pt x="6991" y="833"/>
                    <a:pt x="6878" y="720"/>
                    <a:pt x="6766" y="692"/>
                  </a:cubicBezTo>
                  <a:cubicBezTo>
                    <a:pt x="6626" y="692"/>
                    <a:pt x="6514" y="777"/>
                    <a:pt x="6514" y="917"/>
                  </a:cubicBezTo>
                  <a:cubicBezTo>
                    <a:pt x="6373" y="2545"/>
                    <a:pt x="6205" y="3388"/>
                    <a:pt x="6008" y="4174"/>
                  </a:cubicBezTo>
                  <a:cubicBezTo>
                    <a:pt x="5812" y="4988"/>
                    <a:pt x="5559" y="5802"/>
                    <a:pt x="5306" y="7290"/>
                  </a:cubicBezTo>
                  <a:cubicBezTo>
                    <a:pt x="5026" y="8778"/>
                    <a:pt x="5166" y="10799"/>
                    <a:pt x="5026" y="12428"/>
                  </a:cubicBezTo>
                  <a:cubicBezTo>
                    <a:pt x="4941" y="13242"/>
                    <a:pt x="4801" y="13972"/>
                    <a:pt x="4520" y="14449"/>
                  </a:cubicBezTo>
                  <a:cubicBezTo>
                    <a:pt x="4380" y="14702"/>
                    <a:pt x="4239" y="14898"/>
                    <a:pt x="4015" y="15039"/>
                  </a:cubicBezTo>
                  <a:cubicBezTo>
                    <a:pt x="3818" y="15151"/>
                    <a:pt x="3594" y="15235"/>
                    <a:pt x="3285" y="15263"/>
                  </a:cubicBezTo>
                  <a:lnTo>
                    <a:pt x="3257" y="15263"/>
                  </a:lnTo>
                  <a:cubicBezTo>
                    <a:pt x="3116" y="15263"/>
                    <a:pt x="2920" y="15179"/>
                    <a:pt x="2723" y="15011"/>
                  </a:cubicBezTo>
                  <a:cubicBezTo>
                    <a:pt x="2078" y="14505"/>
                    <a:pt x="1404" y="13270"/>
                    <a:pt x="1235" y="12063"/>
                  </a:cubicBezTo>
                  <a:cubicBezTo>
                    <a:pt x="786" y="9143"/>
                    <a:pt x="477" y="6897"/>
                    <a:pt x="477" y="4960"/>
                  </a:cubicBezTo>
                  <a:cubicBezTo>
                    <a:pt x="477" y="4005"/>
                    <a:pt x="674" y="2826"/>
                    <a:pt x="871" y="1900"/>
                  </a:cubicBezTo>
                  <a:cubicBezTo>
                    <a:pt x="983" y="1450"/>
                    <a:pt x="1067" y="1029"/>
                    <a:pt x="1151" y="749"/>
                  </a:cubicBezTo>
                  <a:cubicBezTo>
                    <a:pt x="1235" y="468"/>
                    <a:pt x="1292" y="299"/>
                    <a:pt x="1292" y="299"/>
                  </a:cubicBezTo>
                  <a:cubicBezTo>
                    <a:pt x="1320" y="187"/>
                    <a:pt x="1264" y="47"/>
                    <a:pt x="1123" y="19"/>
                  </a:cubicBezTo>
                  <a:cubicBezTo>
                    <a:pt x="1099" y="6"/>
                    <a:pt x="1073" y="1"/>
                    <a:pt x="104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5" name="Google Shape;1845;p34"/>
            <p:cNvSpPr/>
            <p:nvPr/>
          </p:nvSpPr>
          <p:spPr>
            <a:xfrm>
              <a:off x="4094250" y="5104850"/>
              <a:ext cx="209875" cy="142550"/>
            </a:xfrm>
            <a:custGeom>
              <a:rect b="b" l="l" r="r" t="t"/>
              <a:pathLst>
                <a:path extrusionOk="0" h="5702" w="8395">
                  <a:moveTo>
                    <a:pt x="2570" y="1"/>
                  </a:moveTo>
                  <a:cubicBezTo>
                    <a:pt x="2394" y="1"/>
                    <a:pt x="1689" y="22"/>
                    <a:pt x="983" y="338"/>
                  </a:cubicBezTo>
                  <a:cubicBezTo>
                    <a:pt x="197" y="703"/>
                    <a:pt x="0" y="1209"/>
                    <a:pt x="253" y="1714"/>
                  </a:cubicBezTo>
                  <a:cubicBezTo>
                    <a:pt x="534" y="2219"/>
                    <a:pt x="1123" y="3427"/>
                    <a:pt x="2106" y="4016"/>
                  </a:cubicBezTo>
                  <a:cubicBezTo>
                    <a:pt x="3060" y="4634"/>
                    <a:pt x="4408" y="4914"/>
                    <a:pt x="5166" y="5420"/>
                  </a:cubicBezTo>
                  <a:cubicBezTo>
                    <a:pt x="5456" y="5606"/>
                    <a:pt x="5835" y="5701"/>
                    <a:pt x="6222" y="5701"/>
                  </a:cubicBezTo>
                  <a:cubicBezTo>
                    <a:pt x="6883" y="5701"/>
                    <a:pt x="7571" y="5425"/>
                    <a:pt x="7889" y="4858"/>
                  </a:cubicBezTo>
                  <a:cubicBezTo>
                    <a:pt x="8395" y="3960"/>
                    <a:pt x="7777" y="1939"/>
                    <a:pt x="7777" y="1939"/>
                  </a:cubicBezTo>
                  <a:cubicBezTo>
                    <a:pt x="7777" y="1939"/>
                    <a:pt x="5643" y="1405"/>
                    <a:pt x="4464" y="872"/>
                  </a:cubicBezTo>
                  <a:cubicBezTo>
                    <a:pt x="3313" y="338"/>
                    <a:pt x="2611" y="1"/>
                    <a:pt x="2611" y="1"/>
                  </a:cubicBezTo>
                  <a:cubicBezTo>
                    <a:pt x="2611" y="1"/>
                    <a:pt x="2597" y="1"/>
                    <a:pt x="257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6" name="Google Shape;1846;p34"/>
            <p:cNvSpPr/>
            <p:nvPr/>
          </p:nvSpPr>
          <p:spPr>
            <a:xfrm>
              <a:off x="4092150" y="5099250"/>
              <a:ext cx="209875" cy="153750"/>
            </a:xfrm>
            <a:custGeom>
              <a:rect b="b" l="l" r="r" t="t"/>
              <a:pathLst>
                <a:path extrusionOk="0" h="6150" w="8395">
                  <a:moveTo>
                    <a:pt x="2584" y="451"/>
                  </a:moveTo>
                  <a:cubicBezTo>
                    <a:pt x="2619" y="467"/>
                    <a:pt x="3315" y="800"/>
                    <a:pt x="4464" y="1320"/>
                  </a:cubicBezTo>
                  <a:cubicBezTo>
                    <a:pt x="5502" y="1779"/>
                    <a:pt x="7224" y="2237"/>
                    <a:pt x="7687" y="2357"/>
                  </a:cubicBezTo>
                  <a:lnTo>
                    <a:pt x="7687" y="2357"/>
                  </a:lnTo>
                  <a:cubicBezTo>
                    <a:pt x="7765" y="2647"/>
                    <a:pt x="7945" y="3393"/>
                    <a:pt x="7945" y="4072"/>
                  </a:cubicBezTo>
                  <a:cubicBezTo>
                    <a:pt x="7945" y="4437"/>
                    <a:pt x="7889" y="4773"/>
                    <a:pt x="7777" y="4970"/>
                  </a:cubicBezTo>
                  <a:cubicBezTo>
                    <a:pt x="7636" y="5195"/>
                    <a:pt x="7412" y="5391"/>
                    <a:pt x="7159" y="5503"/>
                  </a:cubicBezTo>
                  <a:cubicBezTo>
                    <a:pt x="6906" y="5644"/>
                    <a:pt x="6598" y="5700"/>
                    <a:pt x="6289" y="5700"/>
                  </a:cubicBezTo>
                  <a:cubicBezTo>
                    <a:pt x="5952" y="5700"/>
                    <a:pt x="5615" y="5616"/>
                    <a:pt x="5390" y="5447"/>
                  </a:cubicBezTo>
                  <a:cubicBezTo>
                    <a:pt x="4969" y="5195"/>
                    <a:pt x="4436" y="4970"/>
                    <a:pt x="3874" y="4773"/>
                  </a:cubicBezTo>
                  <a:cubicBezTo>
                    <a:pt x="3341" y="4549"/>
                    <a:pt x="2751" y="4324"/>
                    <a:pt x="2302" y="4044"/>
                  </a:cubicBezTo>
                  <a:cubicBezTo>
                    <a:pt x="1404" y="3482"/>
                    <a:pt x="814" y="2331"/>
                    <a:pt x="562" y="1826"/>
                  </a:cubicBezTo>
                  <a:cubicBezTo>
                    <a:pt x="477" y="1713"/>
                    <a:pt x="477" y="1601"/>
                    <a:pt x="477" y="1517"/>
                  </a:cubicBezTo>
                  <a:cubicBezTo>
                    <a:pt x="477" y="1405"/>
                    <a:pt x="505" y="1292"/>
                    <a:pt x="618" y="1152"/>
                  </a:cubicBezTo>
                  <a:cubicBezTo>
                    <a:pt x="730" y="1040"/>
                    <a:pt x="898" y="899"/>
                    <a:pt x="1179" y="787"/>
                  </a:cubicBezTo>
                  <a:cubicBezTo>
                    <a:pt x="1748" y="502"/>
                    <a:pt x="2341" y="456"/>
                    <a:pt x="2584" y="451"/>
                  </a:cubicBezTo>
                  <a:close/>
                  <a:moveTo>
                    <a:pt x="2639" y="1"/>
                  </a:moveTo>
                  <a:cubicBezTo>
                    <a:pt x="2414" y="1"/>
                    <a:pt x="1713" y="29"/>
                    <a:pt x="983" y="338"/>
                  </a:cubicBezTo>
                  <a:cubicBezTo>
                    <a:pt x="674" y="506"/>
                    <a:pt x="421" y="675"/>
                    <a:pt x="253" y="871"/>
                  </a:cubicBezTo>
                  <a:cubicBezTo>
                    <a:pt x="84" y="1040"/>
                    <a:pt x="0" y="1292"/>
                    <a:pt x="0" y="1517"/>
                  </a:cubicBezTo>
                  <a:cubicBezTo>
                    <a:pt x="0" y="1713"/>
                    <a:pt x="56" y="1882"/>
                    <a:pt x="140" y="2050"/>
                  </a:cubicBezTo>
                  <a:cubicBezTo>
                    <a:pt x="393" y="2556"/>
                    <a:pt x="1011" y="3791"/>
                    <a:pt x="2050" y="4437"/>
                  </a:cubicBezTo>
                  <a:cubicBezTo>
                    <a:pt x="2583" y="4745"/>
                    <a:pt x="3173" y="4998"/>
                    <a:pt x="3706" y="5195"/>
                  </a:cubicBezTo>
                  <a:cubicBezTo>
                    <a:pt x="4267" y="5419"/>
                    <a:pt x="4773" y="5616"/>
                    <a:pt x="5138" y="5840"/>
                  </a:cubicBezTo>
                  <a:cubicBezTo>
                    <a:pt x="5475" y="6065"/>
                    <a:pt x="5868" y="6149"/>
                    <a:pt x="6289" y="6149"/>
                  </a:cubicBezTo>
                  <a:cubicBezTo>
                    <a:pt x="6654" y="6149"/>
                    <a:pt x="7047" y="6093"/>
                    <a:pt x="7356" y="5925"/>
                  </a:cubicBezTo>
                  <a:cubicBezTo>
                    <a:pt x="7693" y="5784"/>
                    <a:pt x="7973" y="5532"/>
                    <a:pt x="8170" y="5195"/>
                  </a:cubicBezTo>
                  <a:cubicBezTo>
                    <a:pt x="8338" y="4858"/>
                    <a:pt x="8394" y="4465"/>
                    <a:pt x="8394" y="4072"/>
                  </a:cubicBezTo>
                  <a:cubicBezTo>
                    <a:pt x="8394" y="3117"/>
                    <a:pt x="8086" y="2106"/>
                    <a:pt x="8086" y="2106"/>
                  </a:cubicBezTo>
                  <a:cubicBezTo>
                    <a:pt x="8058" y="2022"/>
                    <a:pt x="8001" y="1966"/>
                    <a:pt x="7917" y="1938"/>
                  </a:cubicBezTo>
                  <a:cubicBezTo>
                    <a:pt x="7917" y="1938"/>
                    <a:pt x="7805" y="1910"/>
                    <a:pt x="7580" y="1854"/>
                  </a:cubicBezTo>
                  <a:cubicBezTo>
                    <a:pt x="6935" y="1685"/>
                    <a:pt x="5503" y="1264"/>
                    <a:pt x="4660" y="899"/>
                  </a:cubicBezTo>
                  <a:cubicBezTo>
                    <a:pt x="4071" y="618"/>
                    <a:pt x="3594" y="394"/>
                    <a:pt x="3285" y="253"/>
                  </a:cubicBezTo>
                  <a:cubicBezTo>
                    <a:pt x="2948" y="113"/>
                    <a:pt x="2779" y="29"/>
                    <a:pt x="2779" y="29"/>
                  </a:cubicBezTo>
                  <a:lnTo>
                    <a:pt x="269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7" name="Google Shape;1847;p34"/>
            <p:cNvSpPr/>
            <p:nvPr/>
          </p:nvSpPr>
          <p:spPr>
            <a:xfrm>
              <a:off x="4095650" y="5121025"/>
              <a:ext cx="197950" cy="126375"/>
            </a:xfrm>
            <a:custGeom>
              <a:rect b="b" l="l" r="r" t="t"/>
              <a:pathLst>
                <a:path extrusionOk="0" h="5055" w="7918">
                  <a:moveTo>
                    <a:pt x="450" y="0"/>
                  </a:moveTo>
                  <a:cubicBezTo>
                    <a:pt x="57" y="309"/>
                    <a:pt x="0" y="702"/>
                    <a:pt x="197" y="1067"/>
                  </a:cubicBezTo>
                  <a:cubicBezTo>
                    <a:pt x="478" y="1572"/>
                    <a:pt x="1067" y="2780"/>
                    <a:pt x="2050" y="3369"/>
                  </a:cubicBezTo>
                  <a:cubicBezTo>
                    <a:pt x="3004" y="3987"/>
                    <a:pt x="4352" y="4267"/>
                    <a:pt x="5110" y="4773"/>
                  </a:cubicBezTo>
                  <a:cubicBezTo>
                    <a:pt x="5400" y="4959"/>
                    <a:pt x="5779" y="5054"/>
                    <a:pt x="6166" y="5054"/>
                  </a:cubicBezTo>
                  <a:cubicBezTo>
                    <a:pt x="6827" y="5054"/>
                    <a:pt x="7515" y="4778"/>
                    <a:pt x="7833" y="4211"/>
                  </a:cubicBezTo>
                  <a:cubicBezTo>
                    <a:pt x="7861" y="4127"/>
                    <a:pt x="7889" y="4043"/>
                    <a:pt x="7918" y="3959"/>
                  </a:cubicBezTo>
                  <a:lnTo>
                    <a:pt x="7918" y="3959"/>
                  </a:lnTo>
                  <a:cubicBezTo>
                    <a:pt x="7377" y="4500"/>
                    <a:pt x="6619" y="4674"/>
                    <a:pt x="6043" y="4674"/>
                  </a:cubicBezTo>
                  <a:cubicBezTo>
                    <a:pt x="5871" y="4674"/>
                    <a:pt x="5716" y="4658"/>
                    <a:pt x="5587" y="4632"/>
                  </a:cubicBezTo>
                  <a:cubicBezTo>
                    <a:pt x="4914" y="4520"/>
                    <a:pt x="3706" y="3678"/>
                    <a:pt x="2948" y="3369"/>
                  </a:cubicBezTo>
                  <a:cubicBezTo>
                    <a:pt x="2162" y="3060"/>
                    <a:pt x="1264" y="2162"/>
                    <a:pt x="843" y="1404"/>
                  </a:cubicBezTo>
                  <a:cubicBezTo>
                    <a:pt x="534" y="842"/>
                    <a:pt x="450" y="281"/>
                    <a:pt x="4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8" name="Google Shape;1848;p34"/>
            <p:cNvSpPr/>
            <p:nvPr/>
          </p:nvSpPr>
          <p:spPr>
            <a:xfrm>
              <a:off x="4092150" y="5115125"/>
              <a:ext cx="208475" cy="137875"/>
            </a:xfrm>
            <a:custGeom>
              <a:rect b="b" l="l" r="r" t="t"/>
              <a:pathLst>
                <a:path extrusionOk="0" h="5515" w="8339">
                  <a:moveTo>
                    <a:pt x="606" y="0"/>
                  </a:moveTo>
                  <a:cubicBezTo>
                    <a:pt x="544" y="0"/>
                    <a:pt x="483" y="27"/>
                    <a:pt x="421" y="68"/>
                  </a:cubicBezTo>
                  <a:cubicBezTo>
                    <a:pt x="140" y="292"/>
                    <a:pt x="0" y="573"/>
                    <a:pt x="0" y="882"/>
                  </a:cubicBezTo>
                  <a:cubicBezTo>
                    <a:pt x="0" y="1078"/>
                    <a:pt x="56" y="1247"/>
                    <a:pt x="140" y="1415"/>
                  </a:cubicBezTo>
                  <a:cubicBezTo>
                    <a:pt x="393" y="1921"/>
                    <a:pt x="1011" y="3156"/>
                    <a:pt x="2050" y="3802"/>
                  </a:cubicBezTo>
                  <a:cubicBezTo>
                    <a:pt x="2583" y="4110"/>
                    <a:pt x="3173" y="4363"/>
                    <a:pt x="3706" y="4560"/>
                  </a:cubicBezTo>
                  <a:cubicBezTo>
                    <a:pt x="4267" y="4784"/>
                    <a:pt x="4773" y="4981"/>
                    <a:pt x="5138" y="5205"/>
                  </a:cubicBezTo>
                  <a:cubicBezTo>
                    <a:pt x="5475" y="5430"/>
                    <a:pt x="5868" y="5514"/>
                    <a:pt x="6289" y="5514"/>
                  </a:cubicBezTo>
                  <a:cubicBezTo>
                    <a:pt x="6654" y="5514"/>
                    <a:pt x="7047" y="5458"/>
                    <a:pt x="7356" y="5290"/>
                  </a:cubicBezTo>
                  <a:cubicBezTo>
                    <a:pt x="7693" y="5149"/>
                    <a:pt x="7973" y="4897"/>
                    <a:pt x="8170" y="4560"/>
                  </a:cubicBezTo>
                  <a:cubicBezTo>
                    <a:pt x="8226" y="4475"/>
                    <a:pt x="8254" y="4363"/>
                    <a:pt x="8282" y="4279"/>
                  </a:cubicBezTo>
                  <a:cubicBezTo>
                    <a:pt x="8338" y="4167"/>
                    <a:pt x="8282" y="4054"/>
                    <a:pt x="8198" y="3998"/>
                  </a:cubicBezTo>
                  <a:cubicBezTo>
                    <a:pt x="8155" y="3977"/>
                    <a:pt x="8112" y="3968"/>
                    <a:pt x="8072" y="3968"/>
                  </a:cubicBezTo>
                  <a:cubicBezTo>
                    <a:pt x="8008" y="3968"/>
                    <a:pt x="7952" y="3991"/>
                    <a:pt x="7917" y="4026"/>
                  </a:cubicBezTo>
                  <a:cubicBezTo>
                    <a:pt x="7443" y="4474"/>
                    <a:pt x="6796" y="4675"/>
                    <a:pt x="6278" y="4675"/>
                  </a:cubicBezTo>
                  <a:cubicBezTo>
                    <a:pt x="6243" y="4675"/>
                    <a:pt x="6210" y="4674"/>
                    <a:pt x="6176" y="4672"/>
                  </a:cubicBezTo>
                  <a:cubicBezTo>
                    <a:pt x="6008" y="4672"/>
                    <a:pt x="5868" y="4672"/>
                    <a:pt x="5783" y="4644"/>
                  </a:cubicBezTo>
                  <a:cubicBezTo>
                    <a:pt x="5503" y="4588"/>
                    <a:pt x="5025" y="4363"/>
                    <a:pt x="4548" y="4110"/>
                  </a:cubicBezTo>
                  <a:cubicBezTo>
                    <a:pt x="4071" y="3830"/>
                    <a:pt x="3594" y="3549"/>
                    <a:pt x="3173" y="3380"/>
                  </a:cubicBezTo>
                  <a:cubicBezTo>
                    <a:pt x="2836" y="3268"/>
                    <a:pt x="2414" y="2959"/>
                    <a:pt x="2078" y="2622"/>
                  </a:cubicBezTo>
                  <a:cubicBezTo>
                    <a:pt x="1713" y="2286"/>
                    <a:pt x="1376" y="1893"/>
                    <a:pt x="1179" y="1528"/>
                  </a:cubicBezTo>
                  <a:cubicBezTo>
                    <a:pt x="898" y="1022"/>
                    <a:pt x="814" y="489"/>
                    <a:pt x="814" y="236"/>
                  </a:cubicBezTo>
                  <a:cubicBezTo>
                    <a:pt x="814" y="124"/>
                    <a:pt x="758" y="68"/>
                    <a:pt x="674" y="12"/>
                  </a:cubicBezTo>
                  <a:cubicBezTo>
                    <a:pt x="651" y="4"/>
                    <a:pt x="629" y="0"/>
                    <a:pt x="6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9" name="Google Shape;1849;p34"/>
            <p:cNvSpPr/>
            <p:nvPr/>
          </p:nvSpPr>
          <p:spPr>
            <a:xfrm>
              <a:off x="4480275" y="5126625"/>
              <a:ext cx="139000" cy="99000"/>
            </a:xfrm>
            <a:custGeom>
              <a:rect b="b" l="l" r="r" t="t"/>
              <a:pathLst>
                <a:path extrusionOk="0" h="3960" w="556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53" y="1573"/>
                    <a:pt x="253" y="2191"/>
                  </a:cubicBezTo>
                  <a:cubicBezTo>
                    <a:pt x="253" y="2836"/>
                    <a:pt x="1320" y="3959"/>
                    <a:pt x="2415" y="3959"/>
                  </a:cubicBezTo>
                  <a:cubicBezTo>
                    <a:pt x="3538" y="3959"/>
                    <a:pt x="4633" y="3538"/>
                    <a:pt x="5110" y="2977"/>
                  </a:cubicBezTo>
                  <a:cubicBezTo>
                    <a:pt x="5559" y="2387"/>
                    <a:pt x="5391" y="422"/>
                    <a:pt x="5391" y="422"/>
                  </a:cubicBezTo>
                  <a:lnTo>
                    <a:pt x="5391" y="422"/>
                  </a:lnTo>
                  <a:cubicBezTo>
                    <a:pt x="5391" y="422"/>
                    <a:pt x="4066" y="627"/>
                    <a:pt x="2704" y="627"/>
                  </a:cubicBezTo>
                  <a:cubicBezTo>
                    <a:pt x="1597" y="627"/>
                    <a:pt x="466" y="492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0" name="Google Shape;1850;p34"/>
            <p:cNvSpPr/>
            <p:nvPr/>
          </p:nvSpPr>
          <p:spPr>
            <a:xfrm>
              <a:off x="4474650" y="5120600"/>
              <a:ext cx="147425" cy="111325"/>
            </a:xfrm>
            <a:custGeom>
              <a:rect b="b" l="l" r="r" t="t"/>
              <a:pathLst>
                <a:path extrusionOk="0" h="4453" w="5897">
                  <a:moveTo>
                    <a:pt x="549" y="720"/>
                  </a:moveTo>
                  <a:lnTo>
                    <a:pt x="549" y="720"/>
                  </a:lnTo>
                  <a:cubicBezTo>
                    <a:pt x="780" y="831"/>
                    <a:pt x="1042" y="910"/>
                    <a:pt x="1320" y="972"/>
                  </a:cubicBezTo>
                  <a:cubicBezTo>
                    <a:pt x="1826" y="1056"/>
                    <a:pt x="2387" y="1112"/>
                    <a:pt x="2977" y="1112"/>
                  </a:cubicBezTo>
                  <a:cubicBezTo>
                    <a:pt x="3987" y="1112"/>
                    <a:pt x="4953" y="991"/>
                    <a:pt x="5394" y="926"/>
                  </a:cubicBezTo>
                  <a:lnTo>
                    <a:pt x="5394" y="926"/>
                  </a:lnTo>
                  <a:cubicBezTo>
                    <a:pt x="5419" y="1040"/>
                    <a:pt x="5419" y="1231"/>
                    <a:pt x="5419" y="1449"/>
                  </a:cubicBezTo>
                  <a:cubicBezTo>
                    <a:pt x="5419" y="1758"/>
                    <a:pt x="5391" y="2095"/>
                    <a:pt x="5363" y="2403"/>
                  </a:cubicBezTo>
                  <a:cubicBezTo>
                    <a:pt x="5307" y="2712"/>
                    <a:pt x="5223" y="2965"/>
                    <a:pt x="5138" y="3049"/>
                  </a:cubicBezTo>
                  <a:cubicBezTo>
                    <a:pt x="4942" y="3302"/>
                    <a:pt x="4577" y="3526"/>
                    <a:pt x="4128" y="3695"/>
                  </a:cubicBezTo>
                  <a:cubicBezTo>
                    <a:pt x="3707" y="3863"/>
                    <a:pt x="3173" y="3976"/>
                    <a:pt x="2640" y="3976"/>
                  </a:cubicBezTo>
                  <a:cubicBezTo>
                    <a:pt x="2163" y="3976"/>
                    <a:pt x="1685" y="3723"/>
                    <a:pt x="1292" y="3386"/>
                  </a:cubicBezTo>
                  <a:cubicBezTo>
                    <a:pt x="1124" y="3218"/>
                    <a:pt x="955" y="3049"/>
                    <a:pt x="843" y="2853"/>
                  </a:cubicBezTo>
                  <a:cubicBezTo>
                    <a:pt x="759" y="2684"/>
                    <a:pt x="703" y="2544"/>
                    <a:pt x="703" y="2432"/>
                  </a:cubicBezTo>
                  <a:cubicBezTo>
                    <a:pt x="703" y="2095"/>
                    <a:pt x="647" y="1533"/>
                    <a:pt x="590" y="1056"/>
                  </a:cubicBezTo>
                  <a:cubicBezTo>
                    <a:pt x="576" y="937"/>
                    <a:pt x="562" y="824"/>
                    <a:pt x="549" y="720"/>
                  </a:cubicBezTo>
                  <a:close/>
                  <a:moveTo>
                    <a:pt x="241" y="0"/>
                  </a:moveTo>
                  <a:cubicBezTo>
                    <a:pt x="207" y="0"/>
                    <a:pt x="172" y="7"/>
                    <a:pt x="141" y="17"/>
                  </a:cubicBezTo>
                  <a:cubicBezTo>
                    <a:pt x="29" y="73"/>
                    <a:pt x="1" y="157"/>
                    <a:pt x="1" y="270"/>
                  </a:cubicBezTo>
                  <a:cubicBezTo>
                    <a:pt x="1" y="270"/>
                    <a:pt x="57" y="663"/>
                    <a:pt x="113" y="1112"/>
                  </a:cubicBezTo>
                  <a:cubicBezTo>
                    <a:pt x="169" y="1589"/>
                    <a:pt x="225" y="2151"/>
                    <a:pt x="225" y="2432"/>
                  </a:cubicBezTo>
                  <a:cubicBezTo>
                    <a:pt x="225" y="2656"/>
                    <a:pt x="338" y="2881"/>
                    <a:pt x="450" y="3105"/>
                  </a:cubicBezTo>
                  <a:cubicBezTo>
                    <a:pt x="647" y="3442"/>
                    <a:pt x="955" y="3751"/>
                    <a:pt x="1348" y="4004"/>
                  </a:cubicBezTo>
                  <a:cubicBezTo>
                    <a:pt x="1713" y="4256"/>
                    <a:pt x="2163" y="4453"/>
                    <a:pt x="2640" y="4453"/>
                  </a:cubicBezTo>
                  <a:cubicBezTo>
                    <a:pt x="3229" y="4453"/>
                    <a:pt x="3791" y="4341"/>
                    <a:pt x="4296" y="4144"/>
                  </a:cubicBezTo>
                  <a:cubicBezTo>
                    <a:pt x="4802" y="3948"/>
                    <a:pt x="5223" y="3695"/>
                    <a:pt x="5503" y="3358"/>
                  </a:cubicBezTo>
                  <a:cubicBezTo>
                    <a:pt x="5700" y="3133"/>
                    <a:pt x="5756" y="2797"/>
                    <a:pt x="5812" y="2460"/>
                  </a:cubicBezTo>
                  <a:cubicBezTo>
                    <a:pt x="5868" y="2123"/>
                    <a:pt x="5896" y="1758"/>
                    <a:pt x="5896" y="1449"/>
                  </a:cubicBezTo>
                  <a:cubicBezTo>
                    <a:pt x="5896" y="1000"/>
                    <a:pt x="5868" y="663"/>
                    <a:pt x="5868" y="635"/>
                  </a:cubicBezTo>
                  <a:cubicBezTo>
                    <a:pt x="5840" y="579"/>
                    <a:pt x="5812" y="522"/>
                    <a:pt x="5756" y="494"/>
                  </a:cubicBezTo>
                  <a:cubicBezTo>
                    <a:pt x="5728" y="438"/>
                    <a:pt x="5644" y="438"/>
                    <a:pt x="5588" y="438"/>
                  </a:cubicBezTo>
                  <a:cubicBezTo>
                    <a:pt x="5588" y="438"/>
                    <a:pt x="5503" y="438"/>
                    <a:pt x="5363" y="466"/>
                  </a:cubicBezTo>
                  <a:cubicBezTo>
                    <a:pt x="4942" y="522"/>
                    <a:pt x="3959" y="635"/>
                    <a:pt x="2977" y="635"/>
                  </a:cubicBezTo>
                  <a:cubicBezTo>
                    <a:pt x="2415" y="635"/>
                    <a:pt x="1854" y="607"/>
                    <a:pt x="1405" y="494"/>
                  </a:cubicBezTo>
                  <a:cubicBezTo>
                    <a:pt x="955" y="410"/>
                    <a:pt x="590" y="270"/>
                    <a:pt x="394" y="73"/>
                  </a:cubicBezTo>
                  <a:cubicBezTo>
                    <a:pt x="358" y="20"/>
                    <a:pt x="300" y="0"/>
                    <a:pt x="2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1" name="Google Shape;1851;p34"/>
            <p:cNvSpPr/>
            <p:nvPr/>
          </p:nvSpPr>
          <p:spPr>
            <a:xfrm>
              <a:off x="4485875" y="5175750"/>
              <a:ext cx="127775" cy="49875"/>
            </a:xfrm>
            <a:custGeom>
              <a:rect b="b" l="l" r="r" t="t"/>
              <a:pathLst>
                <a:path extrusionOk="0" h="1995" w="5111">
                  <a:moveTo>
                    <a:pt x="1" y="1"/>
                  </a:moveTo>
                  <a:cubicBezTo>
                    <a:pt x="29" y="85"/>
                    <a:pt x="29" y="169"/>
                    <a:pt x="29" y="226"/>
                  </a:cubicBezTo>
                  <a:cubicBezTo>
                    <a:pt x="29" y="871"/>
                    <a:pt x="1096" y="1994"/>
                    <a:pt x="2191" y="1994"/>
                  </a:cubicBezTo>
                  <a:cubicBezTo>
                    <a:pt x="3314" y="1994"/>
                    <a:pt x="4409" y="1573"/>
                    <a:pt x="4886" y="1012"/>
                  </a:cubicBezTo>
                  <a:cubicBezTo>
                    <a:pt x="4998" y="843"/>
                    <a:pt x="5083" y="619"/>
                    <a:pt x="5111" y="338"/>
                  </a:cubicBezTo>
                  <a:lnTo>
                    <a:pt x="5111" y="338"/>
                  </a:lnTo>
                  <a:cubicBezTo>
                    <a:pt x="4636" y="862"/>
                    <a:pt x="3739" y="1609"/>
                    <a:pt x="2697" y="1609"/>
                  </a:cubicBezTo>
                  <a:cubicBezTo>
                    <a:pt x="2567" y="1609"/>
                    <a:pt x="2436" y="1598"/>
                    <a:pt x="2303" y="1573"/>
                  </a:cubicBezTo>
                  <a:cubicBezTo>
                    <a:pt x="1180" y="1349"/>
                    <a:pt x="366" y="478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2" name="Google Shape;1852;p34"/>
            <p:cNvSpPr/>
            <p:nvPr/>
          </p:nvSpPr>
          <p:spPr>
            <a:xfrm>
              <a:off x="4480275" y="5169875"/>
              <a:ext cx="139700" cy="62050"/>
            </a:xfrm>
            <a:custGeom>
              <a:rect b="b" l="l" r="r" t="t"/>
              <a:pathLst>
                <a:path extrusionOk="0" h="2482" w="5588">
                  <a:moveTo>
                    <a:pt x="1012" y="1359"/>
                  </a:moveTo>
                  <a:cubicBezTo>
                    <a:pt x="1374" y="1636"/>
                    <a:pt x="1814" y="1880"/>
                    <a:pt x="2324" y="2002"/>
                  </a:cubicBezTo>
                  <a:lnTo>
                    <a:pt x="2324" y="2002"/>
                  </a:lnTo>
                  <a:cubicBezTo>
                    <a:pt x="1878" y="1972"/>
                    <a:pt x="1435" y="1731"/>
                    <a:pt x="1067" y="1415"/>
                  </a:cubicBezTo>
                  <a:cubicBezTo>
                    <a:pt x="1049" y="1397"/>
                    <a:pt x="1030" y="1378"/>
                    <a:pt x="1012" y="1359"/>
                  </a:cubicBezTo>
                  <a:close/>
                  <a:moveTo>
                    <a:pt x="236" y="1"/>
                  </a:moveTo>
                  <a:cubicBezTo>
                    <a:pt x="213" y="1"/>
                    <a:pt x="190" y="4"/>
                    <a:pt x="169" y="11"/>
                  </a:cubicBezTo>
                  <a:cubicBezTo>
                    <a:pt x="57" y="39"/>
                    <a:pt x="0" y="152"/>
                    <a:pt x="0" y="236"/>
                  </a:cubicBezTo>
                  <a:cubicBezTo>
                    <a:pt x="0" y="320"/>
                    <a:pt x="0" y="404"/>
                    <a:pt x="0" y="461"/>
                  </a:cubicBezTo>
                  <a:cubicBezTo>
                    <a:pt x="0" y="685"/>
                    <a:pt x="113" y="910"/>
                    <a:pt x="225" y="1134"/>
                  </a:cubicBezTo>
                  <a:cubicBezTo>
                    <a:pt x="422" y="1471"/>
                    <a:pt x="730" y="1780"/>
                    <a:pt x="1123" y="2033"/>
                  </a:cubicBezTo>
                  <a:cubicBezTo>
                    <a:pt x="1488" y="2285"/>
                    <a:pt x="1938" y="2482"/>
                    <a:pt x="2415" y="2482"/>
                  </a:cubicBezTo>
                  <a:cubicBezTo>
                    <a:pt x="3004" y="2482"/>
                    <a:pt x="3566" y="2370"/>
                    <a:pt x="4071" y="2173"/>
                  </a:cubicBezTo>
                  <a:cubicBezTo>
                    <a:pt x="4577" y="1977"/>
                    <a:pt x="4998" y="1724"/>
                    <a:pt x="5278" y="1387"/>
                  </a:cubicBezTo>
                  <a:cubicBezTo>
                    <a:pt x="5447" y="1190"/>
                    <a:pt x="5531" y="910"/>
                    <a:pt x="5587" y="629"/>
                  </a:cubicBezTo>
                  <a:cubicBezTo>
                    <a:pt x="5587" y="517"/>
                    <a:pt x="5531" y="404"/>
                    <a:pt x="5447" y="376"/>
                  </a:cubicBezTo>
                  <a:cubicBezTo>
                    <a:pt x="5417" y="356"/>
                    <a:pt x="5384" y="347"/>
                    <a:pt x="5349" y="347"/>
                  </a:cubicBezTo>
                  <a:cubicBezTo>
                    <a:pt x="5287" y="347"/>
                    <a:pt x="5221" y="378"/>
                    <a:pt x="5166" y="432"/>
                  </a:cubicBezTo>
                  <a:cubicBezTo>
                    <a:pt x="4942" y="685"/>
                    <a:pt x="4605" y="966"/>
                    <a:pt x="4240" y="1219"/>
                  </a:cubicBezTo>
                  <a:cubicBezTo>
                    <a:pt x="3847" y="1443"/>
                    <a:pt x="3397" y="1612"/>
                    <a:pt x="2920" y="1612"/>
                  </a:cubicBezTo>
                  <a:cubicBezTo>
                    <a:pt x="2808" y="1612"/>
                    <a:pt x="2696" y="1612"/>
                    <a:pt x="2555" y="1584"/>
                  </a:cubicBezTo>
                  <a:cubicBezTo>
                    <a:pt x="1544" y="1387"/>
                    <a:pt x="786" y="545"/>
                    <a:pt x="422" y="96"/>
                  </a:cubicBezTo>
                  <a:cubicBezTo>
                    <a:pt x="379" y="32"/>
                    <a:pt x="306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3" name="Google Shape;1853;p34"/>
            <p:cNvSpPr/>
            <p:nvPr/>
          </p:nvSpPr>
          <p:spPr>
            <a:xfrm>
              <a:off x="4017975" y="3637125"/>
              <a:ext cx="654625" cy="1546225"/>
            </a:xfrm>
            <a:custGeom>
              <a:rect b="b" l="l" r="r" t="t"/>
              <a:pathLst>
                <a:path extrusionOk="0" h="61849" w="26185">
                  <a:moveTo>
                    <a:pt x="360" y="0"/>
                  </a:moveTo>
                  <a:cubicBezTo>
                    <a:pt x="136" y="0"/>
                    <a:pt x="0" y="108"/>
                    <a:pt x="103" y="427"/>
                  </a:cubicBezTo>
                  <a:cubicBezTo>
                    <a:pt x="103" y="427"/>
                    <a:pt x="356" y="5677"/>
                    <a:pt x="216" y="7895"/>
                  </a:cubicBezTo>
                  <a:cubicBezTo>
                    <a:pt x="103" y="10141"/>
                    <a:pt x="412" y="21567"/>
                    <a:pt x="665" y="25329"/>
                  </a:cubicBezTo>
                  <a:cubicBezTo>
                    <a:pt x="918" y="29092"/>
                    <a:pt x="1760" y="37598"/>
                    <a:pt x="2321" y="41023"/>
                  </a:cubicBezTo>
                  <a:cubicBezTo>
                    <a:pt x="2911" y="44476"/>
                    <a:pt x="5915" y="58009"/>
                    <a:pt x="5915" y="58009"/>
                  </a:cubicBezTo>
                  <a:cubicBezTo>
                    <a:pt x="5915" y="58009"/>
                    <a:pt x="5297" y="59244"/>
                    <a:pt x="5466" y="59749"/>
                  </a:cubicBezTo>
                  <a:cubicBezTo>
                    <a:pt x="5606" y="60254"/>
                    <a:pt x="6841" y="61602"/>
                    <a:pt x="8666" y="61799"/>
                  </a:cubicBezTo>
                  <a:cubicBezTo>
                    <a:pt x="8981" y="61832"/>
                    <a:pt x="9254" y="61848"/>
                    <a:pt x="9490" y="61848"/>
                  </a:cubicBezTo>
                  <a:cubicBezTo>
                    <a:pt x="10643" y="61848"/>
                    <a:pt x="10941" y="61459"/>
                    <a:pt x="11221" y="60760"/>
                  </a:cubicBezTo>
                  <a:cubicBezTo>
                    <a:pt x="11586" y="59946"/>
                    <a:pt x="11726" y="57812"/>
                    <a:pt x="11839" y="56492"/>
                  </a:cubicBezTo>
                  <a:cubicBezTo>
                    <a:pt x="11951" y="55145"/>
                    <a:pt x="13046" y="52450"/>
                    <a:pt x="12653" y="48884"/>
                  </a:cubicBezTo>
                  <a:cubicBezTo>
                    <a:pt x="12288" y="45319"/>
                    <a:pt x="12990" y="32854"/>
                    <a:pt x="12990" y="32854"/>
                  </a:cubicBezTo>
                  <a:lnTo>
                    <a:pt x="13551" y="24319"/>
                  </a:lnTo>
                  <a:cubicBezTo>
                    <a:pt x="13551" y="24319"/>
                    <a:pt x="13944" y="34791"/>
                    <a:pt x="14337" y="36363"/>
                  </a:cubicBezTo>
                  <a:cubicBezTo>
                    <a:pt x="14702" y="37963"/>
                    <a:pt x="17622" y="55201"/>
                    <a:pt x="17931" y="56156"/>
                  </a:cubicBezTo>
                  <a:cubicBezTo>
                    <a:pt x="18240" y="57138"/>
                    <a:pt x="17987" y="58879"/>
                    <a:pt x="18184" y="59272"/>
                  </a:cubicBezTo>
                  <a:cubicBezTo>
                    <a:pt x="18380" y="59693"/>
                    <a:pt x="18549" y="60619"/>
                    <a:pt x="19054" y="61013"/>
                  </a:cubicBezTo>
                  <a:cubicBezTo>
                    <a:pt x="19375" y="61280"/>
                    <a:pt x="20375" y="61457"/>
                    <a:pt x="21271" y="61457"/>
                  </a:cubicBezTo>
                  <a:cubicBezTo>
                    <a:pt x="21786" y="61457"/>
                    <a:pt x="22266" y="61398"/>
                    <a:pt x="22563" y="61265"/>
                  </a:cubicBezTo>
                  <a:cubicBezTo>
                    <a:pt x="23377" y="60928"/>
                    <a:pt x="24051" y="60451"/>
                    <a:pt x="24051" y="60086"/>
                  </a:cubicBezTo>
                  <a:cubicBezTo>
                    <a:pt x="24051" y="59749"/>
                    <a:pt x="24360" y="58065"/>
                    <a:pt x="24248" y="57138"/>
                  </a:cubicBezTo>
                  <a:cubicBezTo>
                    <a:pt x="24163" y="56212"/>
                    <a:pt x="23911" y="55454"/>
                    <a:pt x="23911" y="55201"/>
                  </a:cubicBezTo>
                  <a:cubicBezTo>
                    <a:pt x="23911" y="54948"/>
                    <a:pt x="24669" y="41360"/>
                    <a:pt x="24669" y="37598"/>
                  </a:cubicBezTo>
                  <a:cubicBezTo>
                    <a:pt x="24669" y="33836"/>
                    <a:pt x="24220" y="29597"/>
                    <a:pt x="24220" y="29597"/>
                  </a:cubicBezTo>
                  <a:cubicBezTo>
                    <a:pt x="24220" y="29597"/>
                    <a:pt x="25680" y="18507"/>
                    <a:pt x="25932" y="14043"/>
                  </a:cubicBezTo>
                  <a:cubicBezTo>
                    <a:pt x="26185" y="9580"/>
                    <a:pt x="25876" y="5930"/>
                    <a:pt x="25623" y="4582"/>
                  </a:cubicBezTo>
                  <a:cubicBezTo>
                    <a:pt x="25371" y="3263"/>
                    <a:pt x="24922" y="371"/>
                    <a:pt x="24922" y="371"/>
                  </a:cubicBezTo>
                  <a:cubicBezTo>
                    <a:pt x="24922" y="371"/>
                    <a:pt x="19559" y="2027"/>
                    <a:pt x="15348" y="2168"/>
                  </a:cubicBezTo>
                  <a:cubicBezTo>
                    <a:pt x="12975" y="2231"/>
                    <a:pt x="11476" y="2366"/>
                    <a:pt x="10192" y="2366"/>
                  </a:cubicBezTo>
                  <a:cubicBezTo>
                    <a:pt x="9198" y="2366"/>
                    <a:pt x="8332" y="2285"/>
                    <a:pt x="7291" y="2027"/>
                  </a:cubicBezTo>
                  <a:cubicBezTo>
                    <a:pt x="4932" y="1466"/>
                    <a:pt x="1816" y="624"/>
                    <a:pt x="1563" y="427"/>
                  </a:cubicBezTo>
                  <a:cubicBezTo>
                    <a:pt x="1403" y="321"/>
                    <a:pt x="748" y="0"/>
                    <a:pt x="3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4" name="Google Shape;1854;p34"/>
            <p:cNvSpPr/>
            <p:nvPr/>
          </p:nvSpPr>
          <p:spPr>
            <a:xfrm>
              <a:off x="4013525" y="3630950"/>
              <a:ext cx="661200" cy="1558175"/>
            </a:xfrm>
            <a:custGeom>
              <a:rect b="b" l="l" r="r" t="t"/>
              <a:pathLst>
                <a:path extrusionOk="0" h="62327" w="26448">
                  <a:moveTo>
                    <a:pt x="534" y="478"/>
                  </a:moveTo>
                  <a:cubicBezTo>
                    <a:pt x="674" y="478"/>
                    <a:pt x="927" y="534"/>
                    <a:pt x="1124" y="646"/>
                  </a:cubicBezTo>
                  <a:cubicBezTo>
                    <a:pt x="1236" y="674"/>
                    <a:pt x="1348" y="730"/>
                    <a:pt x="1432" y="786"/>
                  </a:cubicBezTo>
                  <a:cubicBezTo>
                    <a:pt x="1517" y="815"/>
                    <a:pt x="1573" y="871"/>
                    <a:pt x="1601" y="871"/>
                  </a:cubicBezTo>
                  <a:cubicBezTo>
                    <a:pt x="1629" y="899"/>
                    <a:pt x="1685" y="927"/>
                    <a:pt x="1713" y="955"/>
                  </a:cubicBezTo>
                  <a:cubicBezTo>
                    <a:pt x="1882" y="1011"/>
                    <a:pt x="2162" y="1123"/>
                    <a:pt x="2555" y="1236"/>
                  </a:cubicBezTo>
                  <a:cubicBezTo>
                    <a:pt x="3735" y="1573"/>
                    <a:pt x="5756" y="2106"/>
                    <a:pt x="7440" y="2499"/>
                  </a:cubicBezTo>
                  <a:cubicBezTo>
                    <a:pt x="8479" y="2780"/>
                    <a:pt x="9378" y="2836"/>
                    <a:pt x="10388" y="2836"/>
                  </a:cubicBezTo>
                  <a:cubicBezTo>
                    <a:pt x="11680" y="2836"/>
                    <a:pt x="13168" y="2724"/>
                    <a:pt x="15526" y="2639"/>
                  </a:cubicBezTo>
                  <a:cubicBezTo>
                    <a:pt x="19256" y="2541"/>
                    <a:pt x="23822" y="1242"/>
                    <a:pt x="24913" y="916"/>
                  </a:cubicBezTo>
                  <a:lnTo>
                    <a:pt x="24913" y="916"/>
                  </a:lnTo>
                  <a:cubicBezTo>
                    <a:pt x="25027" y="1635"/>
                    <a:pt x="25369" y="3775"/>
                    <a:pt x="25577" y="4885"/>
                  </a:cubicBezTo>
                  <a:cubicBezTo>
                    <a:pt x="25745" y="5840"/>
                    <a:pt x="25970" y="8086"/>
                    <a:pt x="25970" y="11006"/>
                  </a:cubicBezTo>
                  <a:cubicBezTo>
                    <a:pt x="25970" y="12016"/>
                    <a:pt x="25942" y="13111"/>
                    <a:pt x="25886" y="14262"/>
                  </a:cubicBezTo>
                  <a:cubicBezTo>
                    <a:pt x="25773" y="16480"/>
                    <a:pt x="25324" y="20383"/>
                    <a:pt x="24931" y="23724"/>
                  </a:cubicBezTo>
                  <a:cubicBezTo>
                    <a:pt x="24735" y="25380"/>
                    <a:pt x="24538" y="26924"/>
                    <a:pt x="24398" y="28019"/>
                  </a:cubicBezTo>
                  <a:cubicBezTo>
                    <a:pt x="24257" y="29142"/>
                    <a:pt x="24173" y="29816"/>
                    <a:pt x="24173" y="29816"/>
                  </a:cubicBezTo>
                  <a:lnTo>
                    <a:pt x="24173" y="29872"/>
                  </a:lnTo>
                  <a:cubicBezTo>
                    <a:pt x="24173" y="29872"/>
                    <a:pt x="24201" y="30153"/>
                    <a:pt x="24229" y="30602"/>
                  </a:cubicBezTo>
                  <a:cubicBezTo>
                    <a:pt x="24370" y="31949"/>
                    <a:pt x="24622" y="35038"/>
                    <a:pt x="24622" y="37845"/>
                  </a:cubicBezTo>
                  <a:cubicBezTo>
                    <a:pt x="24622" y="39698"/>
                    <a:pt x="24426" y="44050"/>
                    <a:pt x="24229" y="47952"/>
                  </a:cubicBezTo>
                  <a:cubicBezTo>
                    <a:pt x="24145" y="49889"/>
                    <a:pt x="24033" y="51742"/>
                    <a:pt x="23977" y="53090"/>
                  </a:cubicBezTo>
                  <a:cubicBezTo>
                    <a:pt x="23920" y="53792"/>
                    <a:pt x="23892" y="54353"/>
                    <a:pt x="23892" y="54746"/>
                  </a:cubicBezTo>
                  <a:cubicBezTo>
                    <a:pt x="23864" y="54971"/>
                    <a:pt x="23864" y="55111"/>
                    <a:pt x="23864" y="55223"/>
                  </a:cubicBezTo>
                  <a:cubicBezTo>
                    <a:pt x="23836" y="55364"/>
                    <a:pt x="23836" y="55420"/>
                    <a:pt x="23836" y="55448"/>
                  </a:cubicBezTo>
                  <a:cubicBezTo>
                    <a:pt x="23836" y="55532"/>
                    <a:pt x="23864" y="55645"/>
                    <a:pt x="23892" y="55785"/>
                  </a:cubicBezTo>
                  <a:cubicBezTo>
                    <a:pt x="23977" y="56150"/>
                    <a:pt x="24117" y="56739"/>
                    <a:pt x="24201" y="57413"/>
                  </a:cubicBezTo>
                  <a:cubicBezTo>
                    <a:pt x="24229" y="57526"/>
                    <a:pt x="24229" y="57666"/>
                    <a:pt x="24229" y="57806"/>
                  </a:cubicBezTo>
                  <a:cubicBezTo>
                    <a:pt x="24229" y="58256"/>
                    <a:pt x="24173" y="58817"/>
                    <a:pt x="24117" y="59294"/>
                  </a:cubicBezTo>
                  <a:cubicBezTo>
                    <a:pt x="24089" y="59519"/>
                    <a:pt x="24061" y="59743"/>
                    <a:pt x="24033" y="59912"/>
                  </a:cubicBezTo>
                  <a:cubicBezTo>
                    <a:pt x="24005" y="60108"/>
                    <a:pt x="24005" y="60249"/>
                    <a:pt x="24005" y="60333"/>
                  </a:cubicBezTo>
                  <a:cubicBezTo>
                    <a:pt x="24005" y="60361"/>
                    <a:pt x="23977" y="60417"/>
                    <a:pt x="23920" y="60501"/>
                  </a:cubicBezTo>
                  <a:cubicBezTo>
                    <a:pt x="23752" y="60726"/>
                    <a:pt x="23247" y="61063"/>
                    <a:pt x="22657" y="61316"/>
                  </a:cubicBezTo>
                  <a:cubicBezTo>
                    <a:pt x="22462" y="61389"/>
                    <a:pt x="22078" y="61462"/>
                    <a:pt x="21669" y="61462"/>
                  </a:cubicBezTo>
                  <a:cubicBezTo>
                    <a:pt x="21606" y="61462"/>
                    <a:pt x="21542" y="61460"/>
                    <a:pt x="21478" y="61456"/>
                  </a:cubicBezTo>
                  <a:cubicBezTo>
                    <a:pt x="21057" y="61456"/>
                    <a:pt x="20579" y="61428"/>
                    <a:pt x="20186" y="61344"/>
                  </a:cubicBezTo>
                  <a:cubicBezTo>
                    <a:pt x="19990" y="61316"/>
                    <a:pt x="19821" y="61260"/>
                    <a:pt x="19681" y="61231"/>
                  </a:cubicBezTo>
                  <a:cubicBezTo>
                    <a:pt x="19513" y="61175"/>
                    <a:pt x="19428" y="61119"/>
                    <a:pt x="19372" y="61091"/>
                  </a:cubicBezTo>
                  <a:cubicBezTo>
                    <a:pt x="19176" y="60923"/>
                    <a:pt x="19007" y="60642"/>
                    <a:pt x="18895" y="60305"/>
                  </a:cubicBezTo>
                  <a:cubicBezTo>
                    <a:pt x="18783" y="59996"/>
                    <a:pt x="18698" y="59659"/>
                    <a:pt x="18558" y="59435"/>
                  </a:cubicBezTo>
                  <a:cubicBezTo>
                    <a:pt x="18558" y="59407"/>
                    <a:pt x="18530" y="59294"/>
                    <a:pt x="18530" y="59126"/>
                  </a:cubicBezTo>
                  <a:cubicBezTo>
                    <a:pt x="18502" y="58957"/>
                    <a:pt x="18502" y="58761"/>
                    <a:pt x="18502" y="58536"/>
                  </a:cubicBezTo>
                  <a:cubicBezTo>
                    <a:pt x="18502" y="58424"/>
                    <a:pt x="18502" y="58312"/>
                    <a:pt x="18502" y="58171"/>
                  </a:cubicBezTo>
                  <a:cubicBezTo>
                    <a:pt x="18502" y="57582"/>
                    <a:pt x="18502" y="56880"/>
                    <a:pt x="18333" y="56346"/>
                  </a:cubicBezTo>
                  <a:cubicBezTo>
                    <a:pt x="18305" y="56290"/>
                    <a:pt x="18277" y="56178"/>
                    <a:pt x="18249" y="56010"/>
                  </a:cubicBezTo>
                  <a:cubicBezTo>
                    <a:pt x="17969" y="54662"/>
                    <a:pt x="17182" y="50170"/>
                    <a:pt x="16424" y="45846"/>
                  </a:cubicBezTo>
                  <a:cubicBezTo>
                    <a:pt x="16031" y="43685"/>
                    <a:pt x="15666" y="41551"/>
                    <a:pt x="15358" y="39867"/>
                  </a:cubicBezTo>
                  <a:cubicBezTo>
                    <a:pt x="15049" y="38182"/>
                    <a:pt x="14824" y="36947"/>
                    <a:pt x="14740" y="36582"/>
                  </a:cubicBezTo>
                  <a:cubicBezTo>
                    <a:pt x="14684" y="36385"/>
                    <a:pt x="14628" y="36048"/>
                    <a:pt x="14600" y="35627"/>
                  </a:cubicBezTo>
                  <a:cubicBezTo>
                    <a:pt x="14431" y="34083"/>
                    <a:pt x="14263" y="31332"/>
                    <a:pt x="14150" y="28945"/>
                  </a:cubicBezTo>
                  <a:cubicBezTo>
                    <a:pt x="14094" y="27738"/>
                    <a:pt x="14066" y="26643"/>
                    <a:pt x="14010" y="25857"/>
                  </a:cubicBezTo>
                  <a:cubicBezTo>
                    <a:pt x="13982" y="25043"/>
                    <a:pt x="13982" y="24566"/>
                    <a:pt x="13982" y="24538"/>
                  </a:cubicBezTo>
                  <a:cubicBezTo>
                    <a:pt x="13954" y="24425"/>
                    <a:pt x="13870" y="24341"/>
                    <a:pt x="13729" y="24313"/>
                  </a:cubicBezTo>
                  <a:cubicBezTo>
                    <a:pt x="13617" y="24313"/>
                    <a:pt x="13505" y="24425"/>
                    <a:pt x="13505" y="24538"/>
                  </a:cubicBezTo>
                  <a:lnTo>
                    <a:pt x="12943" y="33101"/>
                  </a:lnTo>
                  <a:lnTo>
                    <a:pt x="12915" y="33101"/>
                  </a:lnTo>
                  <a:cubicBezTo>
                    <a:pt x="12915" y="33101"/>
                    <a:pt x="12494" y="40793"/>
                    <a:pt x="12494" y="45818"/>
                  </a:cubicBezTo>
                  <a:cubicBezTo>
                    <a:pt x="12494" y="47194"/>
                    <a:pt x="12522" y="48373"/>
                    <a:pt x="12606" y="49159"/>
                  </a:cubicBezTo>
                  <a:cubicBezTo>
                    <a:pt x="12662" y="49665"/>
                    <a:pt x="12690" y="50170"/>
                    <a:pt x="12690" y="50647"/>
                  </a:cubicBezTo>
                  <a:cubicBezTo>
                    <a:pt x="12690" y="52023"/>
                    <a:pt x="12494" y="53258"/>
                    <a:pt x="12269" y="54269"/>
                  </a:cubicBezTo>
                  <a:cubicBezTo>
                    <a:pt x="12073" y="55308"/>
                    <a:pt x="11820" y="56094"/>
                    <a:pt x="11792" y="56711"/>
                  </a:cubicBezTo>
                  <a:cubicBezTo>
                    <a:pt x="11736" y="57385"/>
                    <a:pt x="11680" y="58256"/>
                    <a:pt x="11567" y="59042"/>
                  </a:cubicBezTo>
                  <a:cubicBezTo>
                    <a:pt x="11483" y="59828"/>
                    <a:pt x="11343" y="60558"/>
                    <a:pt x="11203" y="60923"/>
                  </a:cubicBezTo>
                  <a:cubicBezTo>
                    <a:pt x="11034" y="61260"/>
                    <a:pt x="10922" y="61484"/>
                    <a:pt x="10725" y="61624"/>
                  </a:cubicBezTo>
                  <a:cubicBezTo>
                    <a:pt x="10529" y="61765"/>
                    <a:pt x="10220" y="61849"/>
                    <a:pt x="9686" y="61849"/>
                  </a:cubicBezTo>
                  <a:cubicBezTo>
                    <a:pt x="9462" y="61849"/>
                    <a:pt x="9181" y="61849"/>
                    <a:pt x="8872" y="61821"/>
                  </a:cubicBezTo>
                  <a:cubicBezTo>
                    <a:pt x="8002" y="61709"/>
                    <a:pt x="7272" y="61344"/>
                    <a:pt x="6767" y="60951"/>
                  </a:cubicBezTo>
                  <a:cubicBezTo>
                    <a:pt x="6486" y="60754"/>
                    <a:pt x="6289" y="60530"/>
                    <a:pt x="6121" y="60361"/>
                  </a:cubicBezTo>
                  <a:cubicBezTo>
                    <a:pt x="5981" y="60165"/>
                    <a:pt x="5868" y="59996"/>
                    <a:pt x="5868" y="59940"/>
                  </a:cubicBezTo>
                  <a:cubicBezTo>
                    <a:pt x="5840" y="59912"/>
                    <a:pt x="5840" y="59856"/>
                    <a:pt x="5840" y="59800"/>
                  </a:cubicBezTo>
                  <a:cubicBezTo>
                    <a:pt x="5840" y="59575"/>
                    <a:pt x="5953" y="59210"/>
                    <a:pt x="6065" y="58901"/>
                  </a:cubicBezTo>
                  <a:cubicBezTo>
                    <a:pt x="6121" y="58761"/>
                    <a:pt x="6177" y="58620"/>
                    <a:pt x="6233" y="58508"/>
                  </a:cubicBezTo>
                  <a:cubicBezTo>
                    <a:pt x="6261" y="58480"/>
                    <a:pt x="6261" y="58424"/>
                    <a:pt x="6289" y="58396"/>
                  </a:cubicBezTo>
                  <a:lnTo>
                    <a:pt x="6318" y="58368"/>
                  </a:lnTo>
                  <a:cubicBezTo>
                    <a:pt x="6318" y="58312"/>
                    <a:pt x="6346" y="58256"/>
                    <a:pt x="6318" y="58199"/>
                  </a:cubicBezTo>
                  <a:cubicBezTo>
                    <a:pt x="6318" y="58199"/>
                    <a:pt x="6121" y="57357"/>
                    <a:pt x="5840" y="56038"/>
                  </a:cubicBezTo>
                  <a:cubicBezTo>
                    <a:pt x="4970" y="52079"/>
                    <a:pt x="3173" y="43825"/>
                    <a:pt x="2724" y="41242"/>
                  </a:cubicBezTo>
                  <a:cubicBezTo>
                    <a:pt x="2162" y="37817"/>
                    <a:pt x="1320" y="29310"/>
                    <a:pt x="1068" y="25576"/>
                  </a:cubicBezTo>
                  <a:cubicBezTo>
                    <a:pt x="871" y="22404"/>
                    <a:pt x="590" y="13785"/>
                    <a:pt x="590" y="9827"/>
                  </a:cubicBezTo>
                  <a:cubicBezTo>
                    <a:pt x="590" y="9097"/>
                    <a:pt x="618" y="8507"/>
                    <a:pt x="618" y="8170"/>
                  </a:cubicBezTo>
                  <a:cubicBezTo>
                    <a:pt x="646" y="7721"/>
                    <a:pt x="674" y="7131"/>
                    <a:pt x="674" y="6514"/>
                  </a:cubicBezTo>
                  <a:cubicBezTo>
                    <a:pt x="674" y="4015"/>
                    <a:pt x="506" y="674"/>
                    <a:pt x="506" y="674"/>
                  </a:cubicBezTo>
                  <a:lnTo>
                    <a:pt x="506" y="618"/>
                  </a:lnTo>
                  <a:cubicBezTo>
                    <a:pt x="478" y="562"/>
                    <a:pt x="478" y="534"/>
                    <a:pt x="478" y="506"/>
                  </a:cubicBezTo>
                  <a:lnTo>
                    <a:pt x="478" y="478"/>
                  </a:lnTo>
                  <a:close/>
                  <a:moveTo>
                    <a:pt x="534" y="0"/>
                  </a:moveTo>
                  <a:cubicBezTo>
                    <a:pt x="422" y="0"/>
                    <a:pt x="310" y="28"/>
                    <a:pt x="197" y="113"/>
                  </a:cubicBezTo>
                  <a:cubicBezTo>
                    <a:pt x="57" y="197"/>
                    <a:pt x="1" y="365"/>
                    <a:pt x="1" y="506"/>
                  </a:cubicBezTo>
                  <a:cubicBezTo>
                    <a:pt x="1" y="571"/>
                    <a:pt x="17" y="636"/>
                    <a:pt x="38" y="701"/>
                  </a:cubicBezTo>
                  <a:lnTo>
                    <a:pt x="38" y="701"/>
                  </a:lnTo>
                  <a:lnTo>
                    <a:pt x="29" y="702"/>
                  </a:lnTo>
                  <a:cubicBezTo>
                    <a:pt x="29" y="702"/>
                    <a:pt x="85" y="1545"/>
                    <a:pt x="113" y="2696"/>
                  </a:cubicBezTo>
                  <a:cubicBezTo>
                    <a:pt x="169" y="3819"/>
                    <a:pt x="197" y="5278"/>
                    <a:pt x="197" y="6514"/>
                  </a:cubicBezTo>
                  <a:cubicBezTo>
                    <a:pt x="197" y="7131"/>
                    <a:pt x="197" y="7693"/>
                    <a:pt x="169" y="8142"/>
                  </a:cubicBezTo>
                  <a:cubicBezTo>
                    <a:pt x="141" y="8507"/>
                    <a:pt x="141" y="9069"/>
                    <a:pt x="141" y="9827"/>
                  </a:cubicBezTo>
                  <a:cubicBezTo>
                    <a:pt x="141" y="13785"/>
                    <a:pt x="394" y="22404"/>
                    <a:pt x="618" y="25605"/>
                  </a:cubicBezTo>
                  <a:cubicBezTo>
                    <a:pt x="871" y="29367"/>
                    <a:pt x="1685" y="37845"/>
                    <a:pt x="2275" y="41326"/>
                  </a:cubicBezTo>
                  <a:cubicBezTo>
                    <a:pt x="2840" y="44639"/>
                    <a:pt x="5628" y="57226"/>
                    <a:pt x="5854" y="58246"/>
                  </a:cubicBezTo>
                  <a:lnTo>
                    <a:pt x="5854" y="58246"/>
                  </a:lnTo>
                  <a:cubicBezTo>
                    <a:pt x="5803" y="58338"/>
                    <a:pt x="5718" y="58511"/>
                    <a:pt x="5644" y="58733"/>
                  </a:cubicBezTo>
                  <a:cubicBezTo>
                    <a:pt x="5503" y="59070"/>
                    <a:pt x="5391" y="59463"/>
                    <a:pt x="5363" y="59800"/>
                  </a:cubicBezTo>
                  <a:cubicBezTo>
                    <a:pt x="5363" y="59884"/>
                    <a:pt x="5391" y="59968"/>
                    <a:pt x="5419" y="60080"/>
                  </a:cubicBezTo>
                  <a:lnTo>
                    <a:pt x="5419" y="60052"/>
                  </a:lnTo>
                  <a:cubicBezTo>
                    <a:pt x="5475" y="60249"/>
                    <a:pt x="5588" y="60445"/>
                    <a:pt x="5756" y="60642"/>
                  </a:cubicBezTo>
                  <a:cubicBezTo>
                    <a:pt x="6289" y="61288"/>
                    <a:pt x="7384" y="62102"/>
                    <a:pt x="8816" y="62270"/>
                  </a:cubicBezTo>
                  <a:cubicBezTo>
                    <a:pt x="9153" y="62298"/>
                    <a:pt x="9434" y="62326"/>
                    <a:pt x="9686" y="62326"/>
                  </a:cubicBezTo>
                  <a:cubicBezTo>
                    <a:pt x="10276" y="62326"/>
                    <a:pt x="10697" y="62214"/>
                    <a:pt x="11006" y="61989"/>
                  </a:cubicBezTo>
                  <a:cubicBezTo>
                    <a:pt x="11315" y="61765"/>
                    <a:pt x="11455" y="61456"/>
                    <a:pt x="11624" y="61119"/>
                  </a:cubicBezTo>
                  <a:cubicBezTo>
                    <a:pt x="11820" y="60642"/>
                    <a:pt x="11932" y="59912"/>
                    <a:pt x="12045" y="59098"/>
                  </a:cubicBezTo>
                  <a:cubicBezTo>
                    <a:pt x="12129" y="58284"/>
                    <a:pt x="12213" y="57413"/>
                    <a:pt x="12241" y="56739"/>
                  </a:cubicBezTo>
                  <a:cubicBezTo>
                    <a:pt x="12297" y="56234"/>
                    <a:pt x="12522" y="55392"/>
                    <a:pt x="12719" y="54381"/>
                  </a:cubicBezTo>
                  <a:cubicBezTo>
                    <a:pt x="12943" y="53342"/>
                    <a:pt x="13168" y="52079"/>
                    <a:pt x="13168" y="50647"/>
                  </a:cubicBezTo>
                  <a:cubicBezTo>
                    <a:pt x="13168" y="50142"/>
                    <a:pt x="13140" y="49637"/>
                    <a:pt x="13084" y="49103"/>
                  </a:cubicBezTo>
                  <a:cubicBezTo>
                    <a:pt x="12999" y="48373"/>
                    <a:pt x="12971" y="47194"/>
                    <a:pt x="12971" y="45818"/>
                  </a:cubicBezTo>
                  <a:cubicBezTo>
                    <a:pt x="12971" y="43320"/>
                    <a:pt x="13084" y="40147"/>
                    <a:pt x="13168" y="37592"/>
                  </a:cubicBezTo>
                  <a:cubicBezTo>
                    <a:pt x="13224" y="36329"/>
                    <a:pt x="13280" y="35206"/>
                    <a:pt x="13336" y="34392"/>
                  </a:cubicBezTo>
                  <a:cubicBezTo>
                    <a:pt x="13364" y="33606"/>
                    <a:pt x="13392" y="33129"/>
                    <a:pt x="13392" y="33129"/>
                  </a:cubicBezTo>
                  <a:lnTo>
                    <a:pt x="13679" y="28962"/>
                  </a:lnTo>
                  <a:lnTo>
                    <a:pt x="13679" y="28962"/>
                  </a:lnTo>
                  <a:cubicBezTo>
                    <a:pt x="13695" y="29306"/>
                    <a:pt x="13712" y="29657"/>
                    <a:pt x="13729" y="30012"/>
                  </a:cubicBezTo>
                  <a:cubicBezTo>
                    <a:pt x="13813" y="31416"/>
                    <a:pt x="13898" y="32876"/>
                    <a:pt x="13982" y="34083"/>
                  </a:cubicBezTo>
                  <a:cubicBezTo>
                    <a:pt x="14038" y="34673"/>
                    <a:pt x="14066" y="35234"/>
                    <a:pt x="14122" y="35683"/>
                  </a:cubicBezTo>
                  <a:cubicBezTo>
                    <a:pt x="14178" y="36105"/>
                    <a:pt x="14235" y="36470"/>
                    <a:pt x="14263" y="36666"/>
                  </a:cubicBezTo>
                  <a:cubicBezTo>
                    <a:pt x="14375" y="37059"/>
                    <a:pt x="14628" y="38435"/>
                    <a:pt x="14965" y="40288"/>
                  </a:cubicBezTo>
                  <a:cubicBezTo>
                    <a:pt x="15442" y="43067"/>
                    <a:pt x="16116" y="46941"/>
                    <a:pt x="16705" y="50198"/>
                  </a:cubicBezTo>
                  <a:cubicBezTo>
                    <a:pt x="16986" y="51826"/>
                    <a:pt x="17267" y="53286"/>
                    <a:pt x="17463" y="54409"/>
                  </a:cubicBezTo>
                  <a:cubicBezTo>
                    <a:pt x="17575" y="54971"/>
                    <a:pt x="17660" y="55420"/>
                    <a:pt x="17716" y="55785"/>
                  </a:cubicBezTo>
                  <a:cubicBezTo>
                    <a:pt x="17800" y="56150"/>
                    <a:pt x="17856" y="56375"/>
                    <a:pt x="17884" y="56487"/>
                  </a:cubicBezTo>
                  <a:cubicBezTo>
                    <a:pt x="18025" y="56908"/>
                    <a:pt x="18053" y="57582"/>
                    <a:pt x="18025" y="58171"/>
                  </a:cubicBezTo>
                  <a:cubicBezTo>
                    <a:pt x="18025" y="58312"/>
                    <a:pt x="18025" y="58424"/>
                    <a:pt x="18025" y="58536"/>
                  </a:cubicBezTo>
                  <a:cubicBezTo>
                    <a:pt x="18025" y="58761"/>
                    <a:pt x="18025" y="58985"/>
                    <a:pt x="18053" y="59154"/>
                  </a:cubicBezTo>
                  <a:cubicBezTo>
                    <a:pt x="18053" y="59350"/>
                    <a:pt x="18081" y="59491"/>
                    <a:pt x="18165" y="59631"/>
                  </a:cubicBezTo>
                  <a:cubicBezTo>
                    <a:pt x="18249" y="59800"/>
                    <a:pt x="18333" y="60137"/>
                    <a:pt x="18474" y="60473"/>
                  </a:cubicBezTo>
                  <a:cubicBezTo>
                    <a:pt x="18586" y="60838"/>
                    <a:pt x="18783" y="61203"/>
                    <a:pt x="19092" y="61456"/>
                  </a:cubicBezTo>
                  <a:cubicBezTo>
                    <a:pt x="19204" y="61540"/>
                    <a:pt x="19344" y="61596"/>
                    <a:pt x="19513" y="61653"/>
                  </a:cubicBezTo>
                  <a:cubicBezTo>
                    <a:pt x="20018" y="61849"/>
                    <a:pt x="20776" y="61933"/>
                    <a:pt x="21478" y="61933"/>
                  </a:cubicBezTo>
                  <a:cubicBezTo>
                    <a:pt x="22011" y="61933"/>
                    <a:pt x="22489" y="61877"/>
                    <a:pt x="22854" y="61737"/>
                  </a:cubicBezTo>
                  <a:cubicBezTo>
                    <a:pt x="23275" y="61540"/>
                    <a:pt x="23640" y="61344"/>
                    <a:pt x="23948" y="61119"/>
                  </a:cubicBezTo>
                  <a:cubicBezTo>
                    <a:pt x="24089" y="61007"/>
                    <a:pt x="24201" y="60895"/>
                    <a:pt x="24313" y="60782"/>
                  </a:cubicBezTo>
                  <a:cubicBezTo>
                    <a:pt x="24398" y="60642"/>
                    <a:pt x="24454" y="60501"/>
                    <a:pt x="24454" y="60333"/>
                  </a:cubicBezTo>
                  <a:cubicBezTo>
                    <a:pt x="24454" y="60305"/>
                    <a:pt x="24482" y="60165"/>
                    <a:pt x="24510" y="59968"/>
                  </a:cubicBezTo>
                  <a:cubicBezTo>
                    <a:pt x="24566" y="59463"/>
                    <a:pt x="24678" y="58536"/>
                    <a:pt x="24678" y="57806"/>
                  </a:cubicBezTo>
                  <a:cubicBezTo>
                    <a:pt x="24678" y="57666"/>
                    <a:pt x="24678" y="57497"/>
                    <a:pt x="24678" y="57357"/>
                  </a:cubicBezTo>
                  <a:cubicBezTo>
                    <a:pt x="24622" y="56880"/>
                    <a:pt x="24538" y="56459"/>
                    <a:pt x="24454" y="56122"/>
                  </a:cubicBezTo>
                  <a:cubicBezTo>
                    <a:pt x="24398" y="55953"/>
                    <a:pt x="24370" y="55785"/>
                    <a:pt x="24341" y="55673"/>
                  </a:cubicBezTo>
                  <a:cubicBezTo>
                    <a:pt x="24313" y="55560"/>
                    <a:pt x="24313" y="55476"/>
                    <a:pt x="24313" y="55448"/>
                  </a:cubicBezTo>
                  <a:cubicBezTo>
                    <a:pt x="24313" y="55448"/>
                    <a:pt x="24313" y="55364"/>
                    <a:pt x="24313" y="55252"/>
                  </a:cubicBezTo>
                  <a:cubicBezTo>
                    <a:pt x="24398" y="53539"/>
                    <a:pt x="25071" y="41383"/>
                    <a:pt x="25071" y="37845"/>
                  </a:cubicBezTo>
                  <a:cubicBezTo>
                    <a:pt x="25071" y="34242"/>
                    <a:pt x="24665" y="30259"/>
                    <a:pt x="24625" y="29874"/>
                  </a:cubicBezTo>
                  <a:lnTo>
                    <a:pt x="24625" y="29874"/>
                  </a:lnTo>
                  <a:cubicBezTo>
                    <a:pt x="24701" y="29280"/>
                    <a:pt x="26117" y="18662"/>
                    <a:pt x="26363" y="14290"/>
                  </a:cubicBezTo>
                  <a:cubicBezTo>
                    <a:pt x="26419" y="13139"/>
                    <a:pt x="26447" y="12016"/>
                    <a:pt x="26447" y="11006"/>
                  </a:cubicBezTo>
                  <a:cubicBezTo>
                    <a:pt x="26447" y="8058"/>
                    <a:pt x="26222" y="5812"/>
                    <a:pt x="26026" y="4801"/>
                  </a:cubicBezTo>
                  <a:cubicBezTo>
                    <a:pt x="25914" y="4127"/>
                    <a:pt x="25717" y="3089"/>
                    <a:pt x="25577" y="2190"/>
                  </a:cubicBezTo>
                  <a:cubicBezTo>
                    <a:pt x="25436" y="1292"/>
                    <a:pt x="25324" y="590"/>
                    <a:pt x="25324" y="590"/>
                  </a:cubicBezTo>
                  <a:cubicBezTo>
                    <a:pt x="25324" y="534"/>
                    <a:pt x="25268" y="450"/>
                    <a:pt x="25212" y="422"/>
                  </a:cubicBezTo>
                  <a:cubicBezTo>
                    <a:pt x="25156" y="393"/>
                    <a:pt x="25100" y="393"/>
                    <a:pt x="25043" y="393"/>
                  </a:cubicBezTo>
                  <a:cubicBezTo>
                    <a:pt x="25015" y="393"/>
                    <a:pt x="24959" y="422"/>
                    <a:pt x="24791" y="478"/>
                  </a:cubicBezTo>
                  <a:cubicBezTo>
                    <a:pt x="23724" y="786"/>
                    <a:pt x="19148" y="2078"/>
                    <a:pt x="15526" y="2190"/>
                  </a:cubicBezTo>
                  <a:cubicBezTo>
                    <a:pt x="13140" y="2246"/>
                    <a:pt x="11652" y="2387"/>
                    <a:pt x="10388" y="2387"/>
                  </a:cubicBezTo>
                  <a:cubicBezTo>
                    <a:pt x="9378" y="2387"/>
                    <a:pt x="8563" y="2303"/>
                    <a:pt x="7525" y="2050"/>
                  </a:cubicBezTo>
                  <a:cubicBezTo>
                    <a:pt x="6346" y="1769"/>
                    <a:pt x="4998" y="1432"/>
                    <a:pt x="3875" y="1123"/>
                  </a:cubicBezTo>
                  <a:cubicBezTo>
                    <a:pt x="3342" y="955"/>
                    <a:pt x="2836" y="815"/>
                    <a:pt x="2471" y="702"/>
                  </a:cubicBezTo>
                  <a:cubicBezTo>
                    <a:pt x="2303" y="646"/>
                    <a:pt x="2162" y="618"/>
                    <a:pt x="2050" y="562"/>
                  </a:cubicBezTo>
                  <a:cubicBezTo>
                    <a:pt x="1994" y="562"/>
                    <a:pt x="1938" y="534"/>
                    <a:pt x="1910" y="506"/>
                  </a:cubicBezTo>
                  <a:lnTo>
                    <a:pt x="1882" y="506"/>
                  </a:lnTo>
                  <a:cubicBezTo>
                    <a:pt x="1826" y="450"/>
                    <a:pt x="1741" y="422"/>
                    <a:pt x="1657" y="365"/>
                  </a:cubicBezTo>
                  <a:cubicBezTo>
                    <a:pt x="1517" y="281"/>
                    <a:pt x="1320" y="197"/>
                    <a:pt x="1124" y="141"/>
                  </a:cubicBezTo>
                  <a:cubicBezTo>
                    <a:pt x="927" y="57"/>
                    <a:pt x="731" y="0"/>
                    <a:pt x="5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5" name="Google Shape;1855;p34"/>
            <p:cNvSpPr/>
            <p:nvPr/>
          </p:nvSpPr>
          <p:spPr>
            <a:xfrm>
              <a:off x="4350425" y="4004350"/>
              <a:ext cx="40025" cy="246475"/>
            </a:xfrm>
            <a:custGeom>
              <a:rect b="b" l="l" r="r" t="t"/>
              <a:pathLst>
                <a:path extrusionOk="0" h="9859" w="1601">
                  <a:moveTo>
                    <a:pt x="1376" y="0"/>
                  </a:moveTo>
                  <a:cubicBezTo>
                    <a:pt x="1236" y="0"/>
                    <a:pt x="1124" y="84"/>
                    <a:pt x="1124" y="225"/>
                  </a:cubicBezTo>
                  <a:lnTo>
                    <a:pt x="29" y="9602"/>
                  </a:lnTo>
                  <a:cubicBezTo>
                    <a:pt x="1" y="9714"/>
                    <a:pt x="113" y="9854"/>
                    <a:pt x="225" y="9854"/>
                  </a:cubicBezTo>
                  <a:cubicBezTo>
                    <a:pt x="240" y="9857"/>
                    <a:pt x="254" y="9859"/>
                    <a:pt x="269" y="9859"/>
                  </a:cubicBezTo>
                  <a:cubicBezTo>
                    <a:pt x="388" y="9859"/>
                    <a:pt x="481" y="9758"/>
                    <a:pt x="506" y="9658"/>
                  </a:cubicBezTo>
                  <a:lnTo>
                    <a:pt x="1573" y="281"/>
                  </a:lnTo>
                  <a:cubicBezTo>
                    <a:pt x="1601" y="141"/>
                    <a:pt x="1489" y="28"/>
                    <a:pt x="137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6" name="Google Shape;1856;p34"/>
            <p:cNvSpPr/>
            <p:nvPr/>
          </p:nvSpPr>
          <p:spPr>
            <a:xfrm>
              <a:off x="4370775" y="4022050"/>
              <a:ext cx="101800" cy="48475"/>
            </a:xfrm>
            <a:custGeom>
              <a:rect b="b" l="l" r="r" t="t"/>
              <a:pathLst>
                <a:path extrusionOk="0" h="1939" w="4072">
                  <a:moveTo>
                    <a:pt x="3809" y="1"/>
                  </a:moveTo>
                  <a:cubicBezTo>
                    <a:pt x="3777" y="1"/>
                    <a:pt x="3743" y="8"/>
                    <a:pt x="3707" y="22"/>
                  </a:cubicBezTo>
                  <a:lnTo>
                    <a:pt x="197" y="1482"/>
                  </a:lnTo>
                  <a:cubicBezTo>
                    <a:pt x="57" y="1538"/>
                    <a:pt x="1" y="1679"/>
                    <a:pt x="57" y="1791"/>
                  </a:cubicBezTo>
                  <a:cubicBezTo>
                    <a:pt x="103" y="1884"/>
                    <a:pt x="208" y="1938"/>
                    <a:pt x="306" y="1938"/>
                  </a:cubicBezTo>
                  <a:cubicBezTo>
                    <a:pt x="326" y="1938"/>
                    <a:pt x="346" y="1936"/>
                    <a:pt x="366" y="1931"/>
                  </a:cubicBezTo>
                  <a:lnTo>
                    <a:pt x="3903" y="471"/>
                  </a:lnTo>
                  <a:cubicBezTo>
                    <a:pt x="4015" y="415"/>
                    <a:pt x="4072" y="275"/>
                    <a:pt x="4015" y="162"/>
                  </a:cubicBezTo>
                  <a:cubicBezTo>
                    <a:pt x="3974" y="58"/>
                    <a:pt x="3901" y="1"/>
                    <a:pt x="380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7" name="Google Shape;1857;p34"/>
            <p:cNvSpPr/>
            <p:nvPr/>
          </p:nvSpPr>
          <p:spPr>
            <a:xfrm>
              <a:off x="4550450" y="4371275"/>
              <a:ext cx="79350" cy="306325"/>
            </a:xfrm>
            <a:custGeom>
              <a:rect b="b" l="l" r="r" t="t"/>
              <a:pathLst>
                <a:path extrusionOk="0" h="12253" w="3174">
                  <a:moveTo>
                    <a:pt x="2924" y="1"/>
                  </a:moveTo>
                  <a:cubicBezTo>
                    <a:pt x="2809" y="1"/>
                    <a:pt x="2720" y="81"/>
                    <a:pt x="2696" y="203"/>
                  </a:cubicBezTo>
                  <a:lnTo>
                    <a:pt x="29" y="11966"/>
                  </a:lnTo>
                  <a:cubicBezTo>
                    <a:pt x="1" y="12078"/>
                    <a:pt x="85" y="12219"/>
                    <a:pt x="225" y="12247"/>
                  </a:cubicBezTo>
                  <a:cubicBezTo>
                    <a:pt x="240" y="12250"/>
                    <a:pt x="255" y="12252"/>
                    <a:pt x="270" y="12252"/>
                  </a:cubicBezTo>
                  <a:cubicBezTo>
                    <a:pt x="372" y="12252"/>
                    <a:pt x="482" y="12173"/>
                    <a:pt x="506" y="12050"/>
                  </a:cubicBezTo>
                  <a:lnTo>
                    <a:pt x="3145" y="287"/>
                  </a:lnTo>
                  <a:cubicBezTo>
                    <a:pt x="3173" y="175"/>
                    <a:pt x="3089" y="34"/>
                    <a:pt x="2977" y="6"/>
                  </a:cubicBezTo>
                  <a:cubicBezTo>
                    <a:pt x="2959" y="3"/>
                    <a:pt x="2941" y="1"/>
                    <a:pt x="29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8" name="Google Shape;1858;p34"/>
            <p:cNvSpPr/>
            <p:nvPr/>
          </p:nvSpPr>
          <p:spPr>
            <a:xfrm>
              <a:off x="4764525" y="2629475"/>
              <a:ext cx="126375" cy="225925"/>
            </a:xfrm>
            <a:custGeom>
              <a:rect b="b" l="l" r="r" t="t"/>
              <a:pathLst>
                <a:path extrusionOk="0" h="9037" w="5055">
                  <a:moveTo>
                    <a:pt x="4524" y="1"/>
                  </a:moveTo>
                  <a:cubicBezTo>
                    <a:pt x="4493" y="1"/>
                    <a:pt x="4464" y="35"/>
                    <a:pt x="4436" y="109"/>
                  </a:cubicBezTo>
                  <a:cubicBezTo>
                    <a:pt x="4212" y="699"/>
                    <a:pt x="4156" y="1541"/>
                    <a:pt x="4156" y="2215"/>
                  </a:cubicBezTo>
                  <a:cubicBezTo>
                    <a:pt x="4156" y="2888"/>
                    <a:pt x="3847" y="3253"/>
                    <a:pt x="3847" y="3253"/>
                  </a:cubicBezTo>
                  <a:cubicBezTo>
                    <a:pt x="3847" y="3253"/>
                    <a:pt x="2949" y="1288"/>
                    <a:pt x="2190" y="1232"/>
                  </a:cubicBezTo>
                  <a:cubicBezTo>
                    <a:pt x="2081" y="1220"/>
                    <a:pt x="1988" y="1214"/>
                    <a:pt x="1909" y="1214"/>
                  </a:cubicBezTo>
                  <a:cubicBezTo>
                    <a:pt x="1439" y="1214"/>
                    <a:pt x="1477" y="1417"/>
                    <a:pt x="1741" y="1681"/>
                  </a:cubicBezTo>
                  <a:cubicBezTo>
                    <a:pt x="2050" y="1990"/>
                    <a:pt x="2275" y="2130"/>
                    <a:pt x="2640" y="2804"/>
                  </a:cubicBezTo>
                  <a:cubicBezTo>
                    <a:pt x="3005" y="3478"/>
                    <a:pt x="3005" y="3703"/>
                    <a:pt x="3005" y="3703"/>
                  </a:cubicBezTo>
                  <a:cubicBezTo>
                    <a:pt x="3005" y="3703"/>
                    <a:pt x="1741" y="2271"/>
                    <a:pt x="1152" y="2271"/>
                  </a:cubicBezTo>
                  <a:cubicBezTo>
                    <a:pt x="534" y="2271"/>
                    <a:pt x="1" y="2580"/>
                    <a:pt x="394" y="2804"/>
                  </a:cubicBezTo>
                  <a:cubicBezTo>
                    <a:pt x="759" y="3029"/>
                    <a:pt x="1517" y="3169"/>
                    <a:pt x="1517" y="3169"/>
                  </a:cubicBezTo>
                  <a:lnTo>
                    <a:pt x="2050" y="4236"/>
                  </a:lnTo>
                  <a:cubicBezTo>
                    <a:pt x="2050" y="4236"/>
                    <a:pt x="1397" y="4009"/>
                    <a:pt x="889" y="4009"/>
                  </a:cubicBezTo>
                  <a:cubicBezTo>
                    <a:pt x="682" y="4009"/>
                    <a:pt x="499" y="4046"/>
                    <a:pt x="394" y="4152"/>
                  </a:cubicBezTo>
                  <a:cubicBezTo>
                    <a:pt x="1" y="4545"/>
                    <a:pt x="759" y="4685"/>
                    <a:pt x="759" y="4685"/>
                  </a:cubicBezTo>
                  <a:lnTo>
                    <a:pt x="1292" y="4769"/>
                  </a:lnTo>
                  <a:cubicBezTo>
                    <a:pt x="1292" y="4769"/>
                    <a:pt x="618" y="5892"/>
                    <a:pt x="618" y="6791"/>
                  </a:cubicBezTo>
                  <a:cubicBezTo>
                    <a:pt x="618" y="7689"/>
                    <a:pt x="843" y="9037"/>
                    <a:pt x="843" y="9037"/>
                  </a:cubicBezTo>
                  <a:lnTo>
                    <a:pt x="2949" y="8447"/>
                  </a:lnTo>
                  <a:cubicBezTo>
                    <a:pt x="2949" y="8447"/>
                    <a:pt x="3763" y="5949"/>
                    <a:pt x="4071" y="5219"/>
                  </a:cubicBezTo>
                  <a:cubicBezTo>
                    <a:pt x="4380" y="4461"/>
                    <a:pt x="5054" y="3618"/>
                    <a:pt x="5054" y="2664"/>
                  </a:cubicBezTo>
                  <a:cubicBezTo>
                    <a:pt x="5054" y="1799"/>
                    <a:pt x="4750" y="1"/>
                    <a:pt x="45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9" name="Google Shape;1859;p34"/>
            <p:cNvSpPr/>
            <p:nvPr/>
          </p:nvSpPr>
          <p:spPr>
            <a:xfrm>
              <a:off x="4765225" y="2623775"/>
              <a:ext cx="131275" cy="237525"/>
            </a:xfrm>
            <a:custGeom>
              <a:rect b="b" l="l" r="r" t="t"/>
              <a:pathLst>
                <a:path extrusionOk="0" h="9501" w="5251">
                  <a:moveTo>
                    <a:pt x="4522" y="799"/>
                  </a:moveTo>
                  <a:cubicBezTo>
                    <a:pt x="4575" y="1025"/>
                    <a:pt x="4624" y="1314"/>
                    <a:pt x="4661" y="1628"/>
                  </a:cubicBezTo>
                  <a:cubicBezTo>
                    <a:pt x="4745" y="2078"/>
                    <a:pt x="4773" y="2555"/>
                    <a:pt x="4773" y="2892"/>
                  </a:cubicBezTo>
                  <a:cubicBezTo>
                    <a:pt x="4773" y="3313"/>
                    <a:pt x="4633" y="3734"/>
                    <a:pt x="4437" y="4127"/>
                  </a:cubicBezTo>
                  <a:cubicBezTo>
                    <a:pt x="4240" y="4548"/>
                    <a:pt x="3987" y="4941"/>
                    <a:pt x="3819" y="5362"/>
                  </a:cubicBezTo>
                  <a:cubicBezTo>
                    <a:pt x="3549" y="6024"/>
                    <a:pt x="2895" y="7991"/>
                    <a:pt x="2733" y="8480"/>
                  </a:cubicBezTo>
                  <a:lnTo>
                    <a:pt x="2733" y="8480"/>
                  </a:lnTo>
                  <a:lnTo>
                    <a:pt x="1006" y="8970"/>
                  </a:lnTo>
                  <a:lnTo>
                    <a:pt x="1006" y="8970"/>
                  </a:lnTo>
                  <a:cubicBezTo>
                    <a:pt x="946" y="8532"/>
                    <a:pt x="815" y="7644"/>
                    <a:pt x="815" y="7019"/>
                  </a:cubicBezTo>
                  <a:cubicBezTo>
                    <a:pt x="815" y="6626"/>
                    <a:pt x="983" y="6120"/>
                    <a:pt x="1152" y="5755"/>
                  </a:cubicBezTo>
                  <a:cubicBezTo>
                    <a:pt x="1208" y="5559"/>
                    <a:pt x="1292" y="5390"/>
                    <a:pt x="1376" y="5278"/>
                  </a:cubicBezTo>
                  <a:cubicBezTo>
                    <a:pt x="1404" y="5222"/>
                    <a:pt x="1433" y="5194"/>
                    <a:pt x="1433" y="5138"/>
                  </a:cubicBezTo>
                  <a:lnTo>
                    <a:pt x="1461" y="5110"/>
                  </a:lnTo>
                  <a:cubicBezTo>
                    <a:pt x="1517" y="5025"/>
                    <a:pt x="1517" y="4969"/>
                    <a:pt x="1461" y="4885"/>
                  </a:cubicBezTo>
                  <a:cubicBezTo>
                    <a:pt x="1433" y="4801"/>
                    <a:pt x="1376" y="4773"/>
                    <a:pt x="1292" y="4745"/>
                  </a:cubicBezTo>
                  <a:lnTo>
                    <a:pt x="786" y="4691"/>
                  </a:lnTo>
                  <a:lnTo>
                    <a:pt x="786" y="4691"/>
                  </a:lnTo>
                  <a:lnTo>
                    <a:pt x="787" y="4689"/>
                  </a:lnTo>
                  <a:lnTo>
                    <a:pt x="759" y="4689"/>
                  </a:lnTo>
                  <a:cubicBezTo>
                    <a:pt x="731" y="4661"/>
                    <a:pt x="618" y="4632"/>
                    <a:pt x="562" y="4604"/>
                  </a:cubicBezTo>
                  <a:lnTo>
                    <a:pt x="512" y="4571"/>
                  </a:lnTo>
                  <a:lnTo>
                    <a:pt x="512" y="4571"/>
                  </a:lnTo>
                  <a:lnTo>
                    <a:pt x="534" y="4548"/>
                  </a:lnTo>
                  <a:cubicBezTo>
                    <a:pt x="534" y="4520"/>
                    <a:pt x="590" y="4520"/>
                    <a:pt x="646" y="4492"/>
                  </a:cubicBezTo>
                  <a:cubicBezTo>
                    <a:pt x="703" y="4464"/>
                    <a:pt x="787" y="4464"/>
                    <a:pt x="871" y="4464"/>
                  </a:cubicBezTo>
                  <a:cubicBezTo>
                    <a:pt x="1096" y="4464"/>
                    <a:pt x="1376" y="4520"/>
                    <a:pt x="1573" y="4576"/>
                  </a:cubicBezTo>
                  <a:cubicBezTo>
                    <a:pt x="1685" y="4604"/>
                    <a:pt x="1769" y="4632"/>
                    <a:pt x="1826" y="4661"/>
                  </a:cubicBezTo>
                  <a:lnTo>
                    <a:pt x="1910" y="4661"/>
                  </a:lnTo>
                  <a:lnTo>
                    <a:pt x="1938" y="4689"/>
                  </a:lnTo>
                  <a:cubicBezTo>
                    <a:pt x="1959" y="4696"/>
                    <a:pt x="1982" y="4699"/>
                    <a:pt x="2005" y="4699"/>
                  </a:cubicBezTo>
                  <a:cubicBezTo>
                    <a:pt x="2075" y="4699"/>
                    <a:pt x="2148" y="4668"/>
                    <a:pt x="2191" y="4604"/>
                  </a:cubicBezTo>
                  <a:cubicBezTo>
                    <a:pt x="2247" y="4548"/>
                    <a:pt x="2275" y="4436"/>
                    <a:pt x="2219" y="4352"/>
                  </a:cubicBezTo>
                  <a:lnTo>
                    <a:pt x="1685" y="3313"/>
                  </a:lnTo>
                  <a:cubicBezTo>
                    <a:pt x="1657" y="3229"/>
                    <a:pt x="1601" y="3201"/>
                    <a:pt x="1545" y="3173"/>
                  </a:cubicBezTo>
                  <a:cubicBezTo>
                    <a:pt x="1545" y="3173"/>
                    <a:pt x="1489" y="3173"/>
                    <a:pt x="1404" y="3144"/>
                  </a:cubicBezTo>
                  <a:cubicBezTo>
                    <a:pt x="1320" y="3116"/>
                    <a:pt x="1124" y="3088"/>
                    <a:pt x="955" y="3032"/>
                  </a:cubicBezTo>
                  <a:cubicBezTo>
                    <a:pt x="807" y="2983"/>
                    <a:pt x="637" y="2912"/>
                    <a:pt x="522" y="2857"/>
                  </a:cubicBezTo>
                  <a:lnTo>
                    <a:pt x="522" y="2857"/>
                  </a:lnTo>
                  <a:cubicBezTo>
                    <a:pt x="560" y="2838"/>
                    <a:pt x="612" y="2820"/>
                    <a:pt x="675" y="2808"/>
                  </a:cubicBezTo>
                  <a:cubicBezTo>
                    <a:pt x="787" y="2780"/>
                    <a:pt x="955" y="2751"/>
                    <a:pt x="1124" y="2751"/>
                  </a:cubicBezTo>
                  <a:cubicBezTo>
                    <a:pt x="1131" y="2748"/>
                    <a:pt x="1140" y="2746"/>
                    <a:pt x="1151" y="2746"/>
                  </a:cubicBezTo>
                  <a:cubicBezTo>
                    <a:pt x="1224" y="2746"/>
                    <a:pt x="1370" y="2822"/>
                    <a:pt x="1517" y="2920"/>
                  </a:cubicBezTo>
                  <a:cubicBezTo>
                    <a:pt x="1826" y="3116"/>
                    <a:pt x="2134" y="3397"/>
                    <a:pt x="2387" y="3650"/>
                  </a:cubicBezTo>
                  <a:cubicBezTo>
                    <a:pt x="2527" y="3762"/>
                    <a:pt x="2612" y="3874"/>
                    <a:pt x="2696" y="3959"/>
                  </a:cubicBezTo>
                  <a:cubicBezTo>
                    <a:pt x="2780" y="4043"/>
                    <a:pt x="2808" y="4099"/>
                    <a:pt x="2808" y="4099"/>
                  </a:cubicBezTo>
                  <a:cubicBezTo>
                    <a:pt x="2870" y="4140"/>
                    <a:pt x="2932" y="4166"/>
                    <a:pt x="2993" y="4166"/>
                  </a:cubicBezTo>
                  <a:cubicBezTo>
                    <a:pt x="3016" y="4166"/>
                    <a:pt x="3038" y="4163"/>
                    <a:pt x="3061" y="4155"/>
                  </a:cubicBezTo>
                  <a:cubicBezTo>
                    <a:pt x="3173" y="4127"/>
                    <a:pt x="3229" y="4043"/>
                    <a:pt x="3229" y="3931"/>
                  </a:cubicBezTo>
                  <a:cubicBezTo>
                    <a:pt x="3229" y="3874"/>
                    <a:pt x="3201" y="3622"/>
                    <a:pt x="2808" y="2920"/>
                  </a:cubicBezTo>
                  <a:cubicBezTo>
                    <a:pt x="2443" y="2218"/>
                    <a:pt x="2162" y="2021"/>
                    <a:pt x="1882" y="1741"/>
                  </a:cubicBezTo>
                  <a:cubicBezTo>
                    <a:pt x="1859" y="1718"/>
                    <a:pt x="1841" y="1700"/>
                    <a:pt x="1826" y="1685"/>
                  </a:cubicBezTo>
                  <a:lnTo>
                    <a:pt x="2134" y="1685"/>
                  </a:lnTo>
                  <a:cubicBezTo>
                    <a:pt x="2219" y="1685"/>
                    <a:pt x="2387" y="1797"/>
                    <a:pt x="2584" y="1965"/>
                  </a:cubicBezTo>
                  <a:cubicBezTo>
                    <a:pt x="2836" y="2218"/>
                    <a:pt x="3089" y="2639"/>
                    <a:pt x="3285" y="2976"/>
                  </a:cubicBezTo>
                  <a:cubicBezTo>
                    <a:pt x="3398" y="3144"/>
                    <a:pt x="3454" y="3285"/>
                    <a:pt x="3510" y="3397"/>
                  </a:cubicBezTo>
                  <a:cubicBezTo>
                    <a:pt x="3538" y="3453"/>
                    <a:pt x="3566" y="3509"/>
                    <a:pt x="3594" y="3538"/>
                  </a:cubicBezTo>
                  <a:lnTo>
                    <a:pt x="3594" y="3594"/>
                  </a:lnTo>
                  <a:cubicBezTo>
                    <a:pt x="3650" y="3650"/>
                    <a:pt x="3707" y="3706"/>
                    <a:pt x="3791" y="3706"/>
                  </a:cubicBezTo>
                  <a:cubicBezTo>
                    <a:pt x="3812" y="3713"/>
                    <a:pt x="3833" y="3717"/>
                    <a:pt x="3853" y="3717"/>
                  </a:cubicBezTo>
                  <a:cubicBezTo>
                    <a:pt x="3914" y="3717"/>
                    <a:pt x="3966" y="3685"/>
                    <a:pt x="3987" y="3622"/>
                  </a:cubicBezTo>
                  <a:cubicBezTo>
                    <a:pt x="4015" y="3594"/>
                    <a:pt x="4352" y="3173"/>
                    <a:pt x="4352" y="2443"/>
                  </a:cubicBezTo>
                  <a:cubicBezTo>
                    <a:pt x="4352" y="1913"/>
                    <a:pt x="4404" y="1298"/>
                    <a:pt x="4522" y="799"/>
                  </a:cubicBezTo>
                  <a:close/>
                  <a:moveTo>
                    <a:pt x="4493" y="0"/>
                  </a:moveTo>
                  <a:cubicBezTo>
                    <a:pt x="4408" y="0"/>
                    <a:pt x="4324" y="56"/>
                    <a:pt x="4268" y="112"/>
                  </a:cubicBezTo>
                  <a:cubicBezTo>
                    <a:pt x="4240" y="140"/>
                    <a:pt x="4212" y="197"/>
                    <a:pt x="4184" y="253"/>
                  </a:cubicBezTo>
                  <a:lnTo>
                    <a:pt x="4212" y="253"/>
                  </a:lnTo>
                  <a:cubicBezTo>
                    <a:pt x="3959" y="899"/>
                    <a:pt x="3875" y="1741"/>
                    <a:pt x="3875" y="2443"/>
                  </a:cubicBezTo>
                  <a:cubicBezTo>
                    <a:pt x="3875" y="2639"/>
                    <a:pt x="3847" y="2823"/>
                    <a:pt x="3812" y="2963"/>
                  </a:cubicBezTo>
                  <a:lnTo>
                    <a:pt x="3812" y="2963"/>
                  </a:lnTo>
                  <a:cubicBezTo>
                    <a:pt x="3723" y="2789"/>
                    <a:pt x="3610" y="2579"/>
                    <a:pt x="3482" y="2358"/>
                  </a:cubicBezTo>
                  <a:cubicBezTo>
                    <a:pt x="3314" y="2106"/>
                    <a:pt x="3117" y="1853"/>
                    <a:pt x="2892" y="1628"/>
                  </a:cubicBezTo>
                  <a:cubicBezTo>
                    <a:pt x="2696" y="1432"/>
                    <a:pt x="2471" y="1263"/>
                    <a:pt x="2191" y="1235"/>
                  </a:cubicBezTo>
                  <a:cubicBezTo>
                    <a:pt x="2078" y="1207"/>
                    <a:pt x="1994" y="1207"/>
                    <a:pt x="1910" y="1207"/>
                  </a:cubicBezTo>
                  <a:cubicBezTo>
                    <a:pt x="1741" y="1207"/>
                    <a:pt x="1629" y="1207"/>
                    <a:pt x="1517" y="1263"/>
                  </a:cubicBezTo>
                  <a:cubicBezTo>
                    <a:pt x="1461" y="1292"/>
                    <a:pt x="1404" y="1348"/>
                    <a:pt x="1348" y="1404"/>
                  </a:cubicBezTo>
                  <a:cubicBezTo>
                    <a:pt x="1320" y="1460"/>
                    <a:pt x="1292" y="1544"/>
                    <a:pt x="1292" y="1600"/>
                  </a:cubicBezTo>
                  <a:cubicBezTo>
                    <a:pt x="1292" y="1713"/>
                    <a:pt x="1320" y="1797"/>
                    <a:pt x="1376" y="1853"/>
                  </a:cubicBezTo>
                  <a:cubicBezTo>
                    <a:pt x="1433" y="1937"/>
                    <a:pt x="1489" y="1993"/>
                    <a:pt x="1545" y="2078"/>
                  </a:cubicBezTo>
                  <a:cubicBezTo>
                    <a:pt x="1814" y="2347"/>
                    <a:pt x="1997" y="2466"/>
                    <a:pt x="2281" y="2919"/>
                  </a:cubicBezTo>
                  <a:lnTo>
                    <a:pt x="2281" y="2919"/>
                  </a:lnTo>
                  <a:cubicBezTo>
                    <a:pt x="2112" y="2772"/>
                    <a:pt x="1947" y="2633"/>
                    <a:pt x="1798" y="2527"/>
                  </a:cubicBezTo>
                  <a:cubicBezTo>
                    <a:pt x="1573" y="2386"/>
                    <a:pt x="1348" y="2274"/>
                    <a:pt x="1124" y="2274"/>
                  </a:cubicBezTo>
                  <a:cubicBezTo>
                    <a:pt x="843" y="2274"/>
                    <a:pt x="618" y="2330"/>
                    <a:pt x="422" y="2415"/>
                  </a:cubicBezTo>
                  <a:cubicBezTo>
                    <a:pt x="310" y="2443"/>
                    <a:pt x="225" y="2499"/>
                    <a:pt x="141" y="2555"/>
                  </a:cubicBezTo>
                  <a:cubicBezTo>
                    <a:pt x="85" y="2639"/>
                    <a:pt x="1" y="2723"/>
                    <a:pt x="1" y="2864"/>
                  </a:cubicBezTo>
                  <a:cubicBezTo>
                    <a:pt x="1" y="2948"/>
                    <a:pt x="29" y="3032"/>
                    <a:pt x="85" y="3088"/>
                  </a:cubicBezTo>
                  <a:cubicBezTo>
                    <a:pt x="113" y="3144"/>
                    <a:pt x="169" y="3201"/>
                    <a:pt x="253" y="3229"/>
                  </a:cubicBezTo>
                  <a:cubicBezTo>
                    <a:pt x="478" y="3369"/>
                    <a:pt x="759" y="3453"/>
                    <a:pt x="1011" y="3538"/>
                  </a:cubicBezTo>
                  <a:cubicBezTo>
                    <a:pt x="1145" y="3571"/>
                    <a:pt x="1269" y="3604"/>
                    <a:pt x="1347" y="3626"/>
                  </a:cubicBezTo>
                  <a:lnTo>
                    <a:pt x="1347" y="3626"/>
                  </a:lnTo>
                  <a:lnTo>
                    <a:pt x="1572" y="4101"/>
                  </a:lnTo>
                  <a:lnTo>
                    <a:pt x="1572" y="4101"/>
                  </a:lnTo>
                  <a:cubicBezTo>
                    <a:pt x="1360" y="4055"/>
                    <a:pt x="1108" y="4015"/>
                    <a:pt x="871" y="4015"/>
                  </a:cubicBezTo>
                  <a:cubicBezTo>
                    <a:pt x="759" y="4015"/>
                    <a:pt x="618" y="4015"/>
                    <a:pt x="506" y="4043"/>
                  </a:cubicBezTo>
                  <a:cubicBezTo>
                    <a:pt x="394" y="4071"/>
                    <a:pt x="281" y="4127"/>
                    <a:pt x="197" y="4211"/>
                  </a:cubicBezTo>
                  <a:cubicBezTo>
                    <a:pt x="85" y="4324"/>
                    <a:pt x="29" y="4436"/>
                    <a:pt x="29" y="4576"/>
                  </a:cubicBezTo>
                  <a:cubicBezTo>
                    <a:pt x="29" y="4717"/>
                    <a:pt x="85" y="4829"/>
                    <a:pt x="169" y="4913"/>
                  </a:cubicBezTo>
                  <a:cubicBezTo>
                    <a:pt x="281" y="4997"/>
                    <a:pt x="422" y="5054"/>
                    <a:pt x="506" y="5082"/>
                  </a:cubicBezTo>
                  <a:cubicBezTo>
                    <a:pt x="618" y="5110"/>
                    <a:pt x="675" y="5138"/>
                    <a:pt x="703" y="5138"/>
                  </a:cubicBezTo>
                  <a:lnTo>
                    <a:pt x="894" y="5168"/>
                  </a:lnTo>
                  <a:lnTo>
                    <a:pt x="894" y="5168"/>
                  </a:lnTo>
                  <a:cubicBezTo>
                    <a:pt x="834" y="5277"/>
                    <a:pt x="766" y="5410"/>
                    <a:pt x="703" y="5559"/>
                  </a:cubicBezTo>
                  <a:cubicBezTo>
                    <a:pt x="534" y="5980"/>
                    <a:pt x="366" y="6513"/>
                    <a:pt x="366" y="7019"/>
                  </a:cubicBezTo>
                  <a:cubicBezTo>
                    <a:pt x="366" y="7945"/>
                    <a:pt x="590" y="9293"/>
                    <a:pt x="590" y="9293"/>
                  </a:cubicBezTo>
                  <a:cubicBezTo>
                    <a:pt x="590" y="9377"/>
                    <a:pt x="618" y="9433"/>
                    <a:pt x="675" y="9461"/>
                  </a:cubicBezTo>
                  <a:cubicBezTo>
                    <a:pt x="714" y="9481"/>
                    <a:pt x="768" y="9501"/>
                    <a:pt x="816" y="9501"/>
                  </a:cubicBezTo>
                  <a:cubicBezTo>
                    <a:pt x="836" y="9501"/>
                    <a:pt x="855" y="9498"/>
                    <a:pt x="871" y="9489"/>
                  </a:cubicBezTo>
                  <a:lnTo>
                    <a:pt x="2977" y="8900"/>
                  </a:lnTo>
                  <a:cubicBezTo>
                    <a:pt x="3061" y="8872"/>
                    <a:pt x="3117" y="8816"/>
                    <a:pt x="3145" y="8731"/>
                  </a:cubicBezTo>
                  <a:cubicBezTo>
                    <a:pt x="3145" y="8731"/>
                    <a:pt x="3342" y="8114"/>
                    <a:pt x="3594" y="7412"/>
                  </a:cubicBezTo>
                  <a:cubicBezTo>
                    <a:pt x="3819" y="6710"/>
                    <a:pt x="4100" y="5896"/>
                    <a:pt x="4268" y="5531"/>
                  </a:cubicBezTo>
                  <a:cubicBezTo>
                    <a:pt x="4408" y="5166"/>
                    <a:pt x="4633" y="4773"/>
                    <a:pt x="4858" y="4352"/>
                  </a:cubicBezTo>
                  <a:cubicBezTo>
                    <a:pt x="5054" y="3903"/>
                    <a:pt x="5251" y="3425"/>
                    <a:pt x="5251" y="2892"/>
                  </a:cubicBezTo>
                  <a:cubicBezTo>
                    <a:pt x="5251" y="2415"/>
                    <a:pt x="5166" y="1769"/>
                    <a:pt x="5082" y="1179"/>
                  </a:cubicBezTo>
                  <a:cubicBezTo>
                    <a:pt x="5026" y="899"/>
                    <a:pt x="4970" y="646"/>
                    <a:pt x="4886" y="449"/>
                  </a:cubicBezTo>
                  <a:cubicBezTo>
                    <a:pt x="4858" y="337"/>
                    <a:pt x="4830" y="253"/>
                    <a:pt x="4802" y="197"/>
                  </a:cubicBezTo>
                  <a:lnTo>
                    <a:pt x="4717" y="84"/>
                  </a:lnTo>
                  <a:cubicBezTo>
                    <a:pt x="4661" y="28"/>
                    <a:pt x="4605" y="0"/>
                    <a:pt x="449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0" name="Google Shape;1860;p34"/>
            <p:cNvSpPr/>
            <p:nvPr/>
          </p:nvSpPr>
          <p:spPr>
            <a:xfrm>
              <a:off x="4805950" y="2688050"/>
              <a:ext cx="101775" cy="120325"/>
            </a:xfrm>
            <a:custGeom>
              <a:rect b="b" l="l" r="r" t="t"/>
              <a:pathLst>
                <a:path extrusionOk="0" h="4813" w="4071">
                  <a:moveTo>
                    <a:pt x="3496" y="0"/>
                  </a:moveTo>
                  <a:cubicBezTo>
                    <a:pt x="3202" y="0"/>
                    <a:pt x="2918" y="706"/>
                    <a:pt x="2499" y="1219"/>
                  </a:cubicBezTo>
                  <a:cubicBezTo>
                    <a:pt x="1965" y="1809"/>
                    <a:pt x="1067" y="2202"/>
                    <a:pt x="674" y="2791"/>
                  </a:cubicBezTo>
                  <a:cubicBezTo>
                    <a:pt x="309" y="3381"/>
                    <a:pt x="0" y="4813"/>
                    <a:pt x="0" y="4813"/>
                  </a:cubicBezTo>
                  <a:lnTo>
                    <a:pt x="1656" y="4757"/>
                  </a:lnTo>
                  <a:cubicBezTo>
                    <a:pt x="1741" y="3549"/>
                    <a:pt x="3004" y="2202"/>
                    <a:pt x="3397" y="1668"/>
                  </a:cubicBezTo>
                  <a:cubicBezTo>
                    <a:pt x="3762" y="1135"/>
                    <a:pt x="4071" y="461"/>
                    <a:pt x="3678" y="96"/>
                  </a:cubicBezTo>
                  <a:cubicBezTo>
                    <a:pt x="3616" y="30"/>
                    <a:pt x="3556" y="0"/>
                    <a:pt x="34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1" name="Google Shape;1861;p34"/>
            <p:cNvSpPr/>
            <p:nvPr/>
          </p:nvSpPr>
          <p:spPr>
            <a:xfrm>
              <a:off x="4799625" y="2682025"/>
              <a:ext cx="108800" cy="132100"/>
            </a:xfrm>
            <a:custGeom>
              <a:rect b="b" l="l" r="r" t="t"/>
              <a:pathLst>
                <a:path extrusionOk="0" h="5284" w="4352">
                  <a:moveTo>
                    <a:pt x="3762" y="0"/>
                  </a:moveTo>
                  <a:cubicBezTo>
                    <a:pt x="3678" y="0"/>
                    <a:pt x="3594" y="28"/>
                    <a:pt x="3538" y="56"/>
                  </a:cubicBezTo>
                  <a:cubicBezTo>
                    <a:pt x="3426" y="141"/>
                    <a:pt x="3341" y="225"/>
                    <a:pt x="3257" y="309"/>
                  </a:cubicBezTo>
                  <a:cubicBezTo>
                    <a:pt x="3032" y="590"/>
                    <a:pt x="2836" y="1011"/>
                    <a:pt x="2555" y="1292"/>
                  </a:cubicBezTo>
                  <a:cubicBezTo>
                    <a:pt x="2331" y="1573"/>
                    <a:pt x="1994" y="1797"/>
                    <a:pt x="1657" y="2050"/>
                  </a:cubicBezTo>
                  <a:cubicBezTo>
                    <a:pt x="1292" y="2302"/>
                    <a:pt x="955" y="2555"/>
                    <a:pt x="730" y="2920"/>
                  </a:cubicBezTo>
                  <a:cubicBezTo>
                    <a:pt x="534" y="3257"/>
                    <a:pt x="365" y="3762"/>
                    <a:pt x="225" y="4212"/>
                  </a:cubicBezTo>
                  <a:cubicBezTo>
                    <a:pt x="113" y="4661"/>
                    <a:pt x="28" y="4998"/>
                    <a:pt x="28" y="4998"/>
                  </a:cubicBezTo>
                  <a:cubicBezTo>
                    <a:pt x="0" y="5138"/>
                    <a:pt x="85" y="5250"/>
                    <a:pt x="225" y="5278"/>
                  </a:cubicBezTo>
                  <a:cubicBezTo>
                    <a:pt x="240" y="5282"/>
                    <a:pt x="255" y="5284"/>
                    <a:pt x="270" y="5284"/>
                  </a:cubicBezTo>
                  <a:cubicBezTo>
                    <a:pt x="372" y="5284"/>
                    <a:pt x="478" y="5207"/>
                    <a:pt x="478" y="5110"/>
                  </a:cubicBezTo>
                  <a:cubicBezTo>
                    <a:pt x="478" y="5110"/>
                    <a:pt x="506" y="5026"/>
                    <a:pt x="534" y="4885"/>
                  </a:cubicBezTo>
                  <a:cubicBezTo>
                    <a:pt x="590" y="4661"/>
                    <a:pt x="674" y="4352"/>
                    <a:pt x="786" y="4015"/>
                  </a:cubicBezTo>
                  <a:cubicBezTo>
                    <a:pt x="899" y="3678"/>
                    <a:pt x="1011" y="3341"/>
                    <a:pt x="1123" y="3145"/>
                  </a:cubicBezTo>
                  <a:cubicBezTo>
                    <a:pt x="1292" y="2920"/>
                    <a:pt x="1573" y="2667"/>
                    <a:pt x="1909" y="2443"/>
                  </a:cubicBezTo>
                  <a:cubicBezTo>
                    <a:pt x="2246" y="2190"/>
                    <a:pt x="2639" y="1937"/>
                    <a:pt x="2920" y="1601"/>
                  </a:cubicBezTo>
                  <a:cubicBezTo>
                    <a:pt x="3145" y="1348"/>
                    <a:pt x="3341" y="1011"/>
                    <a:pt x="3510" y="786"/>
                  </a:cubicBezTo>
                  <a:cubicBezTo>
                    <a:pt x="3566" y="674"/>
                    <a:pt x="3650" y="590"/>
                    <a:pt x="3706" y="534"/>
                  </a:cubicBezTo>
                  <a:lnTo>
                    <a:pt x="3762" y="478"/>
                  </a:lnTo>
                  <a:lnTo>
                    <a:pt x="3790" y="506"/>
                  </a:lnTo>
                  <a:cubicBezTo>
                    <a:pt x="3847" y="562"/>
                    <a:pt x="3875" y="646"/>
                    <a:pt x="3875" y="758"/>
                  </a:cubicBezTo>
                  <a:cubicBezTo>
                    <a:pt x="3875" y="1039"/>
                    <a:pt x="3706" y="1432"/>
                    <a:pt x="3454" y="1769"/>
                  </a:cubicBezTo>
                  <a:cubicBezTo>
                    <a:pt x="3285" y="2022"/>
                    <a:pt x="2864" y="2499"/>
                    <a:pt x="2471" y="3060"/>
                  </a:cubicBezTo>
                  <a:cubicBezTo>
                    <a:pt x="2078" y="3622"/>
                    <a:pt x="1713" y="4296"/>
                    <a:pt x="1685" y="4970"/>
                  </a:cubicBezTo>
                  <a:cubicBezTo>
                    <a:pt x="1685" y="5110"/>
                    <a:pt x="1769" y="5222"/>
                    <a:pt x="1909" y="5222"/>
                  </a:cubicBezTo>
                  <a:cubicBezTo>
                    <a:pt x="2022" y="5222"/>
                    <a:pt x="2134" y="5138"/>
                    <a:pt x="2134" y="4998"/>
                  </a:cubicBezTo>
                  <a:cubicBezTo>
                    <a:pt x="2190" y="4464"/>
                    <a:pt x="2499" y="3847"/>
                    <a:pt x="2864" y="3313"/>
                  </a:cubicBezTo>
                  <a:cubicBezTo>
                    <a:pt x="3229" y="2780"/>
                    <a:pt x="3622" y="2331"/>
                    <a:pt x="3819" y="2050"/>
                  </a:cubicBezTo>
                  <a:cubicBezTo>
                    <a:pt x="4099" y="1657"/>
                    <a:pt x="4352" y="1208"/>
                    <a:pt x="4352" y="758"/>
                  </a:cubicBezTo>
                  <a:cubicBezTo>
                    <a:pt x="4352" y="562"/>
                    <a:pt x="4268" y="337"/>
                    <a:pt x="4099" y="169"/>
                  </a:cubicBezTo>
                  <a:cubicBezTo>
                    <a:pt x="4015" y="85"/>
                    <a:pt x="3903" y="0"/>
                    <a:pt x="37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2" name="Google Shape;1862;p34"/>
            <p:cNvSpPr/>
            <p:nvPr/>
          </p:nvSpPr>
          <p:spPr>
            <a:xfrm>
              <a:off x="4770150" y="2830675"/>
              <a:ext cx="77225" cy="73875"/>
            </a:xfrm>
            <a:custGeom>
              <a:rect b="b" l="l" r="r" t="t"/>
              <a:pathLst>
                <a:path extrusionOk="0" h="2955" w="3089">
                  <a:moveTo>
                    <a:pt x="1536" y="0"/>
                  </a:moveTo>
                  <a:cubicBezTo>
                    <a:pt x="677" y="0"/>
                    <a:pt x="169" y="315"/>
                    <a:pt x="169" y="315"/>
                  </a:cubicBezTo>
                  <a:lnTo>
                    <a:pt x="0" y="2561"/>
                  </a:lnTo>
                  <a:lnTo>
                    <a:pt x="3088" y="2954"/>
                  </a:lnTo>
                  <a:lnTo>
                    <a:pt x="3032" y="455"/>
                  </a:lnTo>
                  <a:cubicBezTo>
                    <a:pt x="3032" y="455"/>
                    <a:pt x="2724" y="90"/>
                    <a:pt x="1741" y="6"/>
                  </a:cubicBezTo>
                  <a:cubicBezTo>
                    <a:pt x="1671" y="2"/>
                    <a:pt x="1603" y="0"/>
                    <a:pt x="153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3" name="Google Shape;1863;p34"/>
            <p:cNvSpPr/>
            <p:nvPr/>
          </p:nvSpPr>
          <p:spPr>
            <a:xfrm>
              <a:off x="4764525" y="2825200"/>
              <a:ext cx="89175" cy="84950"/>
            </a:xfrm>
            <a:custGeom>
              <a:rect b="b" l="l" r="r" t="t"/>
              <a:pathLst>
                <a:path extrusionOk="0" h="3398" w="3567">
                  <a:moveTo>
                    <a:pt x="1713" y="450"/>
                  </a:moveTo>
                  <a:cubicBezTo>
                    <a:pt x="1797" y="450"/>
                    <a:pt x="1854" y="450"/>
                    <a:pt x="1938" y="478"/>
                  </a:cubicBezTo>
                  <a:cubicBezTo>
                    <a:pt x="2415" y="506"/>
                    <a:pt x="2696" y="618"/>
                    <a:pt x="2864" y="702"/>
                  </a:cubicBezTo>
                  <a:cubicBezTo>
                    <a:pt x="2929" y="724"/>
                    <a:pt x="2976" y="762"/>
                    <a:pt x="3008" y="791"/>
                  </a:cubicBezTo>
                  <a:lnTo>
                    <a:pt x="3008" y="791"/>
                  </a:lnTo>
                  <a:lnTo>
                    <a:pt x="3089" y="2892"/>
                  </a:lnTo>
                  <a:lnTo>
                    <a:pt x="3089" y="2892"/>
                  </a:lnTo>
                  <a:lnTo>
                    <a:pt x="492" y="2584"/>
                  </a:lnTo>
                  <a:lnTo>
                    <a:pt x="492" y="2584"/>
                  </a:lnTo>
                  <a:lnTo>
                    <a:pt x="611" y="676"/>
                  </a:lnTo>
                  <a:lnTo>
                    <a:pt x="611" y="676"/>
                  </a:lnTo>
                  <a:cubicBezTo>
                    <a:pt x="786" y="594"/>
                    <a:pt x="1170" y="450"/>
                    <a:pt x="1713" y="450"/>
                  </a:cubicBezTo>
                  <a:close/>
                  <a:moveTo>
                    <a:pt x="1713" y="1"/>
                  </a:moveTo>
                  <a:cubicBezTo>
                    <a:pt x="815" y="1"/>
                    <a:pt x="281" y="309"/>
                    <a:pt x="253" y="337"/>
                  </a:cubicBezTo>
                  <a:cubicBezTo>
                    <a:pt x="197" y="366"/>
                    <a:pt x="169" y="450"/>
                    <a:pt x="169" y="506"/>
                  </a:cubicBezTo>
                  <a:lnTo>
                    <a:pt x="1" y="2780"/>
                  </a:lnTo>
                  <a:cubicBezTo>
                    <a:pt x="1" y="2892"/>
                    <a:pt x="85" y="3005"/>
                    <a:pt x="197" y="3033"/>
                  </a:cubicBezTo>
                  <a:lnTo>
                    <a:pt x="3285" y="3398"/>
                  </a:lnTo>
                  <a:cubicBezTo>
                    <a:pt x="3370" y="3398"/>
                    <a:pt x="3426" y="3370"/>
                    <a:pt x="3482" y="3341"/>
                  </a:cubicBezTo>
                  <a:cubicBezTo>
                    <a:pt x="3538" y="3285"/>
                    <a:pt x="3566" y="3229"/>
                    <a:pt x="3538" y="3145"/>
                  </a:cubicBezTo>
                  <a:lnTo>
                    <a:pt x="3482" y="674"/>
                  </a:lnTo>
                  <a:cubicBezTo>
                    <a:pt x="3482" y="618"/>
                    <a:pt x="3454" y="590"/>
                    <a:pt x="3426" y="534"/>
                  </a:cubicBezTo>
                  <a:cubicBezTo>
                    <a:pt x="3398" y="478"/>
                    <a:pt x="3005" y="85"/>
                    <a:pt x="199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4" name="Google Shape;1864;p34"/>
            <p:cNvSpPr/>
            <p:nvPr/>
          </p:nvSpPr>
          <p:spPr>
            <a:xfrm>
              <a:off x="3826125" y="2811350"/>
              <a:ext cx="1043000" cy="918300"/>
            </a:xfrm>
            <a:custGeom>
              <a:rect b="b" l="l" r="r" t="t"/>
              <a:pathLst>
                <a:path extrusionOk="0" h="36732" w="41720">
                  <a:moveTo>
                    <a:pt x="20826" y="0"/>
                  </a:moveTo>
                  <a:cubicBezTo>
                    <a:pt x="19951" y="0"/>
                    <a:pt x="19026" y="75"/>
                    <a:pt x="18109" y="274"/>
                  </a:cubicBezTo>
                  <a:cubicBezTo>
                    <a:pt x="14347" y="1116"/>
                    <a:pt x="12157" y="2127"/>
                    <a:pt x="10248" y="3222"/>
                  </a:cubicBezTo>
                  <a:cubicBezTo>
                    <a:pt x="8339" y="4317"/>
                    <a:pt x="4577" y="5327"/>
                    <a:pt x="3931" y="6675"/>
                  </a:cubicBezTo>
                  <a:cubicBezTo>
                    <a:pt x="3285" y="7994"/>
                    <a:pt x="1011" y="22172"/>
                    <a:pt x="478" y="24025"/>
                  </a:cubicBezTo>
                  <a:cubicBezTo>
                    <a:pt x="338" y="24558"/>
                    <a:pt x="169" y="25148"/>
                    <a:pt x="1" y="25766"/>
                  </a:cubicBezTo>
                  <a:cubicBezTo>
                    <a:pt x="57" y="25990"/>
                    <a:pt x="141" y="26383"/>
                    <a:pt x="310" y="26776"/>
                  </a:cubicBezTo>
                  <a:lnTo>
                    <a:pt x="5054" y="27562"/>
                  </a:lnTo>
                  <a:cubicBezTo>
                    <a:pt x="5307" y="27338"/>
                    <a:pt x="5391" y="27141"/>
                    <a:pt x="5391" y="27141"/>
                  </a:cubicBezTo>
                  <a:cubicBezTo>
                    <a:pt x="5391" y="27141"/>
                    <a:pt x="5419" y="27198"/>
                    <a:pt x="5419" y="27282"/>
                  </a:cubicBezTo>
                  <a:cubicBezTo>
                    <a:pt x="5924" y="25878"/>
                    <a:pt x="6739" y="23829"/>
                    <a:pt x="6739" y="23829"/>
                  </a:cubicBezTo>
                  <a:cubicBezTo>
                    <a:pt x="6739" y="23829"/>
                    <a:pt x="6991" y="33402"/>
                    <a:pt x="7834" y="34441"/>
                  </a:cubicBezTo>
                  <a:cubicBezTo>
                    <a:pt x="8479" y="35227"/>
                    <a:pt x="9715" y="35451"/>
                    <a:pt x="10641" y="35648"/>
                  </a:cubicBezTo>
                  <a:cubicBezTo>
                    <a:pt x="11904" y="35901"/>
                    <a:pt x="13168" y="36181"/>
                    <a:pt x="14431" y="36350"/>
                  </a:cubicBezTo>
                  <a:cubicBezTo>
                    <a:pt x="16266" y="36619"/>
                    <a:pt x="18100" y="36732"/>
                    <a:pt x="19933" y="36732"/>
                  </a:cubicBezTo>
                  <a:cubicBezTo>
                    <a:pt x="22503" y="36732"/>
                    <a:pt x="25070" y="36509"/>
                    <a:pt x="27626" y="36181"/>
                  </a:cubicBezTo>
                  <a:cubicBezTo>
                    <a:pt x="28918" y="36013"/>
                    <a:pt x="31023" y="36097"/>
                    <a:pt x="31950" y="35002"/>
                  </a:cubicBezTo>
                  <a:cubicBezTo>
                    <a:pt x="32652" y="34188"/>
                    <a:pt x="32652" y="33149"/>
                    <a:pt x="32652" y="32897"/>
                  </a:cubicBezTo>
                  <a:cubicBezTo>
                    <a:pt x="32652" y="32644"/>
                    <a:pt x="33157" y="21976"/>
                    <a:pt x="33157" y="21976"/>
                  </a:cubicBezTo>
                  <a:cubicBezTo>
                    <a:pt x="33157" y="21976"/>
                    <a:pt x="38476" y="25938"/>
                    <a:pt x="39749" y="25938"/>
                  </a:cubicBezTo>
                  <a:cubicBezTo>
                    <a:pt x="39771" y="25938"/>
                    <a:pt x="39791" y="25937"/>
                    <a:pt x="39811" y="25934"/>
                  </a:cubicBezTo>
                  <a:cubicBezTo>
                    <a:pt x="40962" y="25822"/>
                    <a:pt x="41720" y="24783"/>
                    <a:pt x="41607" y="21723"/>
                  </a:cubicBezTo>
                  <a:cubicBezTo>
                    <a:pt x="41467" y="18663"/>
                    <a:pt x="41158" y="3671"/>
                    <a:pt x="40765" y="2969"/>
                  </a:cubicBezTo>
                  <a:cubicBezTo>
                    <a:pt x="40564" y="2609"/>
                    <a:pt x="39933" y="2397"/>
                    <a:pt x="39261" y="2397"/>
                  </a:cubicBezTo>
                  <a:cubicBezTo>
                    <a:pt x="38623" y="2397"/>
                    <a:pt x="37947" y="2588"/>
                    <a:pt x="37565" y="3025"/>
                  </a:cubicBezTo>
                  <a:cubicBezTo>
                    <a:pt x="36807" y="3924"/>
                    <a:pt x="36442" y="11335"/>
                    <a:pt x="36442" y="11335"/>
                  </a:cubicBezTo>
                  <a:cubicBezTo>
                    <a:pt x="36442" y="11335"/>
                    <a:pt x="33999" y="6029"/>
                    <a:pt x="32989" y="4373"/>
                  </a:cubicBezTo>
                  <a:cubicBezTo>
                    <a:pt x="31950" y="2716"/>
                    <a:pt x="25773" y="723"/>
                    <a:pt x="25773" y="723"/>
                  </a:cubicBezTo>
                  <a:cubicBezTo>
                    <a:pt x="25773" y="723"/>
                    <a:pt x="23541" y="0"/>
                    <a:pt x="2082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5" name="Google Shape;1865;p34"/>
            <p:cNvSpPr/>
            <p:nvPr/>
          </p:nvSpPr>
          <p:spPr>
            <a:xfrm>
              <a:off x="3820525" y="2805550"/>
              <a:ext cx="1051425" cy="930000"/>
            </a:xfrm>
            <a:custGeom>
              <a:rect b="b" l="l" r="r" t="t"/>
              <a:pathLst>
                <a:path extrusionOk="0" h="37200" w="42057">
                  <a:moveTo>
                    <a:pt x="21056" y="0"/>
                  </a:moveTo>
                  <a:cubicBezTo>
                    <a:pt x="20158" y="0"/>
                    <a:pt x="19231" y="85"/>
                    <a:pt x="18277" y="281"/>
                  </a:cubicBezTo>
                  <a:cubicBezTo>
                    <a:pt x="14487" y="1123"/>
                    <a:pt x="12297" y="2162"/>
                    <a:pt x="10360" y="3257"/>
                  </a:cubicBezTo>
                  <a:cubicBezTo>
                    <a:pt x="9433" y="3762"/>
                    <a:pt x="8001" y="4296"/>
                    <a:pt x="6738" y="4857"/>
                  </a:cubicBezTo>
                  <a:cubicBezTo>
                    <a:pt x="6120" y="5138"/>
                    <a:pt x="5503" y="5447"/>
                    <a:pt x="5026" y="5756"/>
                  </a:cubicBezTo>
                  <a:cubicBezTo>
                    <a:pt x="4520" y="6065"/>
                    <a:pt x="4155" y="6402"/>
                    <a:pt x="3959" y="6795"/>
                  </a:cubicBezTo>
                  <a:cubicBezTo>
                    <a:pt x="3846" y="6991"/>
                    <a:pt x="3762" y="7356"/>
                    <a:pt x="3622" y="7889"/>
                  </a:cubicBezTo>
                  <a:cubicBezTo>
                    <a:pt x="3173" y="9714"/>
                    <a:pt x="2499" y="13392"/>
                    <a:pt x="1881" y="16817"/>
                  </a:cubicBezTo>
                  <a:cubicBezTo>
                    <a:pt x="1572" y="18530"/>
                    <a:pt x="1292" y="20186"/>
                    <a:pt x="1039" y="21506"/>
                  </a:cubicBezTo>
                  <a:cubicBezTo>
                    <a:pt x="786" y="22825"/>
                    <a:pt x="590" y="23808"/>
                    <a:pt x="477" y="24201"/>
                  </a:cubicBezTo>
                  <a:cubicBezTo>
                    <a:pt x="337" y="24734"/>
                    <a:pt x="169" y="25324"/>
                    <a:pt x="0" y="25942"/>
                  </a:cubicBezTo>
                  <a:lnTo>
                    <a:pt x="0" y="26054"/>
                  </a:lnTo>
                  <a:cubicBezTo>
                    <a:pt x="56" y="26278"/>
                    <a:pt x="141" y="26671"/>
                    <a:pt x="337" y="27121"/>
                  </a:cubicBezTo>
                  <a:cubicBezTo>
                    <a:pt x="358" y="27203"/>
                    <a:pt x="438" y="27255"/>
                    <a:pt x="535" y="27255"/>
                  </a:cubicBezTo>
                  <a:cubicBezTo>
                    <a:pt x="571" y="27255"/>
                    <a:pt x="608" y="27248"/>
                    <a:pt x="646" y="27233"/>
                  </a:cubicBezTo>
                  <a:cubicBezTo>
                    <a:pt x="758" y="27177"/>
                    <a:pt x="814" y="27036"/>
                    <a:pt x="758" y="26924"/>
                  </a:cubicBezTo>
                  <a:cubicBezTo>
                    <a:pt x="590" y="26531"/>
                    <a:pt x="505" y="26166"/>
                    <a:pt x="477" y="25970"/>
                  </a:cubicBezTo>
                  <a:lnTo>
                    <a:pt x="472" y="25970"/>
                  </a:lnTo>
                  <a:lnTo>
                    <a:pt x="472" y="25970"/>
                  </a:lnTo>
                  <a:cubicBezTo>
                    <a:pt x="633" y="25383"/>
                    <a:pt x="793" y="24823"/>
                    <a:pt x="927" y="24313"/>
                  </a:cubicBezTo>
                  <a:cubicBezTo>
                    <a:pt x="1067" y="23836"/>
                    <a:pt x="1320" y="22601"/>
                    <a:pt x="1600" y="21000"/>
                  </a:cubicBezTo>
                  <a:cubicBezTo>
                    <a:pt x="2050" y="18586"/>
                    <a:pt x="2639" y="15329"/>
                    <a:pt x="3145" y="12522"/>
                  </a:cubicBezTo>
                  <a:cubicBezTo>
                    <a:pt x="3425" y="11146"/>
                    <a:pt x="3678" y="9883"/>
                    <a:pt x="3874" y="8900"/>
                  </a:cubicBezTo>
                  <a:cubicBezTo>
                    <a:pt x="3987" y="8395"/>
                    <a:pt x="4071" y="7974"/>
                    <a:pt x="4155" y="7637"/>
                  </a:cubicBezTo>
                  <a:cubicBezTo>
                    <a:pt x="4239" y="7328"/>
                    <a:pt x="4324" y="7103"/>
                    <a:pt x="4380" y="6991"/>
                  </a:cubicBezTo>
                  <a:cubicBezTo>
                    <a:pt x="4492" y="6738"/>
                    <a:pt x="4829" y="6430"/>
                    <a:pt x="5278" y="6149"/>
                  </a:cubicBezTo>
                  <a:cubicBezTo>
                    <a:pt x="5952" y="5700"/>
                    <a:pt x="6935" y="5279"/>
                    <a:pt x="7889" y="4885"/>
                  </a:cubicBezTo>
                  <a:cubicBezTo>
                    <a:pt x="8872" y="4464"/>
                    <a:pt x="9854" y="4071"/>
                    <a:pt x="10584" y="3650"/>
                  </a:cubicBezTo>
                  <a:cubicBezTo>
                    <a:pt x="12493" y="2583"/>
                    <a:pt x="14627" y="1573"/>
                    <a:pt x="18389" y="730"/>
                  </a:cubicBezTo>
                  <a:cubicBezTo>
                    <a:pt x="19287" y="534"/>
                    <a:pt x="20186" y="478"/>
                    <a:pt x="21056" y="478"/>
                  </a:cubicBezTo>
                  <a:cubicBezTo>
                    <a:pt x="22404" y="478"/>
                    <a:pt x="23611" y="646"/>
                    <a:pt x="24481" y="815"/>
                  </a:cubicBezTo>
                  <a:cubicBezTo>
                    <a:pt x="24931" y="927"/>
                    <a:pt x="25295" y="1011"/>
                    <a:pt x="25548" y="1067"/>
                  </a:cubicBezTo>
                  <a:cubicBezTo>
                    <a:pt x="25660" y="1095"/>
                    <a:pt x="25745" y="1123"/>
                    <a:pt x="25829" y="1152"/>
                  </a:cubicBezTo>
                  <a:cubicBezTo>
                    <a:pt x="25885" y="1180"/>
                    <a:pt x="25913" y="1180"/>
                    <a:pt x="25913" y="1180"/>
                  </a:cubicBezTo>
                  <a:cubicBezTo>
                    <a:pt x="25913" y="1180"/>
                    <a:pt x="26025" y="1208"/>
                    <a:pt x="26194" y="1264"/>
                  </a:cubicBezTo>
                  <a:cubicBezTo>
                    <a:pt x="26783" y="1460"/>
                    <a:pt x="28299" y="1994"/>
                    <a:pt x="29759" y="2639"/>
                  </a:cubicBezTo>
                  <a:cubicBezTo>
                    <a:pt x="30489" y="2976"/>
                    <a:pt x="31191" y="3313"/>
                    <a:pt x="31781" y="3678"/>
                  </a:cubicBezTo>
                  <a:cubicBezTo>
                    <a:pt x="32370" y="4043"/>
                    <a:pt x="32820" y="4408"/>
                    <a:pt x="33016" y="4717"/>
                  </a:cubicBezTo>
                  <a:cubicBezTo>
                    <a:pt x="33493" y="5531"/>
                    <a:pt x="34364" y="7272"/>
                    <a:pt x="35094" y="8816"/>
                  </a:cubicBezTo>
                  <a:cubicBezTo>
                    <a:pt x="35487" y="9574"/>
                    <a:pt x="35824" y="10304"/>
                    <a:pt x="36048" y="10809"/>
                  </a:cubicBezTo>
                  <a:cubicBezTo>
                    <a:pt x="36301" y="11343"/>
                    <a:pt x="36441" y="11680"/>
                    <a:pt x="36441" y="11680"/>
                  </a:cubicBezTo>
                  <a:cubicBezTo>
                    <a:pt x="36487" y="11749"/>
                    <a:pt x="36572" y="11799"/>
                    <a:pt x="36663" y="11799"/>
                  </a:cubicBezTo>
                  <a:cubicBezTo>
                    <a:pt x="36682" y="11799"/>
                    <a:pt x="36702" y="11797"/>
                    <a:pt x="36722" y="11792"/>
                  </a:cubicBezTo>
                  <a:cubicBezTo>
                    <a:pt x="36806" y="11792"/>
                    <a:pt x="36890" y="11680"/>
                    <a:pt x="36890" y="11595"/>
                  </a:cubicBezTo>
                  <a:cubicBezTo>
                    <a:pt x="36890" y="11567"/>
                    <a:pt x="36918" y="11118"/>
                    <a:pt x="36975" y="10416"/>
                  </a:cubicBezTo>
                  <a:cubicBezTo>
                    <a:pt x="37031" y="9349"/>
                    <a:pt x="37171" y="7749"/>
                    <a:pt x="37340" y="6317"/>
                  </a:cubicBezTo>
                  <a:cubicBezTo>
                    <a:pt x="37424" y="5587"/>
                    <a:pt x="37536" y="4942"/>
                    <a:pt x="37648" y="4408"/>
                  </a:cubicBezTo>
                  <a:cubicBezTo>
                    <a:pt x="37705" y="4156"/>
                    <a:pt x="37761" y="3931"/>
                    <a:pt x="37817" y="3734"/>
                  </a:cubicBezTo>
                  <a:cubicBezTo>
                    <a:pt x="37873" y="3566"/>
                    <a:pt x="37929" y="3454"/>
                    <a:pt x="37985" y="3398"/>
                  </a:cubicBezTo>
                  <a:cubicBezTo>
                    <a:pt x="38266" y="3061"/>
                    <a:pt x="38884" y="2864"/>
                    <a:pt x="39501" y="2864"/>
                  </a:cubicBezTo>
                  <a:cubicBezTo>
                    <a:pt x="39810" y="2864"/>
                    <a:pt x="40119" y="2920"/>
                    <a:pt x="40344" y="3004"/>
                  </a:cubicBezTo>
                  <a:cubicBezTo>
                    <a:pt x="40568" y="3089"/>
                    <a:pt x="40737" y="3201"/>
                    <a:pt x="40793" y="3313"/>
                  </a:cubicBezTo>
                  <a:cubicBezTo>
                    <a:pt x="40793" y="3313"/>
                    <a:pt x="40821" y="3426"/>
                    <a:pt x="40849" y="3566"/>
                  </a:cubicBezTo>
                  <a:cubicBezTo>
                    <a:pt x="40933" y="4156"/>
                    <a:pt x="41017" y="5419"/>
                    <a:pt x="41073" y="7047"/>
                  </a:cubicBezTo>
                  <a:cubicBezTo>
                    <a:pt x="41326" y="11876"/>
                    <a:pt x="41495" y="19821"/>
                    <a:pt x="41579" y="21983"/>
                  </a:cubicBezTo>
                  <a:cubicBezTo>
                    <a:pt x="41607" y="22180"/>
                    <a:pt x="41607" y="22404"/>
                    <a:pt x="41607" y="22601"/>
                  </a:cubicBezTo>
                  <a:cubicBezTo>
                    <a:pt x="41607" y="23864"/>
                    <a:pt x="41410" y="24678"/>
                    <a:pt x="41130" y="25184"/>
                  </a:cubicBezTo>
                  <a:cubicBezTo>
                    <a:pt x="40849" y="25689"/>
                    <a:pt x="40484" y="25885"/>
                    <a:pt x="40007" y="25942"/>
                  </a:cubicBezTo>
                  <a:lnTo>
                    <a:pt x="39979" y="25942"/>
                  </a:lnTo>
                  <a:cubicBezTo>
                    <a:pt x="39866" y="25942"/>
                    <a:pt x="39670" y="25885"/>
                    <a:pt x="39417" y="25801"/>
                  </a:cubicBezTo>
                  <a:cubicBezTo>
                    <a:pt x="38519" y="25436"/>
                    <a:pt x="37031" y="24482"/>
                    <a:pt x="35795" y="23639"/>
                  </a:cubicBezTo>
                  <a:cubicBezTo>
                    <a:pt x="35178" y="23218"/>
                    <a:pt x="34616" y="22797"/>
                    <a:pt x="34195" y="22516"/>
                  </a:cubicBezTo>
                  <a:cubicBezTo>
                    <a:pt x="33774" y="22208"/>
                    <a:pt x="33521" y="22039"/>
                    <a:pt x="33521" y="22039"/>
                  </a:cubicBezTo>
                  <a:cubicBezTo>
                    <a:pt x="33487" y="22004"/>
                    <a:pt x="33441" y="21980"/>
                    <a:pt x="33392" y="21980"/>
                  </a:cubicBezTo>
                  <a:cubicBezTo>
                    <a:pt x="33361" y="21980"/>
                    <a:pt x="33329" y="21990"/>
                    <a:pt x="33297" y="22011"/>
                  </a:cubicBezTo>
                  <a:cubicBezTo>
                    <a:pt x="33213" y="22039"/>
                    <a:pt x="33156" y="22123"/>
                    <a:pt x="33156" y="22208"/>
                  </a:cubicBezTo>
                  <a:cubicBezTo>
                    <a:pt x="33156" y="22208"/>
                    <a:pt x="33044" y="24875"/>
                    <a:pt x="32904" y="27570"/>
                  </a:cubicBezTo>
                  <a:cubicBezTo>
                    <a:pt x="32848" y="28917"/>
                    <a:pt x="32763" y="30265"/>
                    <a:pt x="32735" y="31304"/>
                  </a:cubicBezTo>
                  <a:cubicBezTo>
                    <a:pt x="32707" y="31837"/>
                    <a:pt x="32679" y="32258"/>
                    <a:pt x="32679" y="32567"/>
                  </a:cubicBezTo>
                  <a:cubicBezTo>
                    <a:pt x="32651" y="32904"/>
                    <a:pt x="32651" y="33073"/>
                    <a:pt x="32651" y="33129"/>
                  </a:cubicBezTo>
                  <a:cubicBezTo>
                    <a:pt x="32651" y="33381"/>
                    <a:pt x="32651" y="34336"/>
                    <a:pt x="32005" y="35094"/>
                  </a:cubicBezTo>
                  <a:cubicBezTo>
                    <a:pt x="31612" y="35571"/>
                    <a:pt x="30910" y="35796"/>
                    <a:pt x="30124" y="35936"/>
                  </a:cubicBezTo>
                  <a:cubicBezTo>
                    <a:pt x="29338" y="36077"/>
                    <a:pt x="28496" y="36077"/>
                    <a:pt x="27822" y="36161"/>
                  </a:cubicBezTo>
                  <a:cubicBezTo>
                    <a:pt x="25239" y="36498"/>
                    <a:pt x="22656" y="36722"/>
                    <a:pt x="20102" y="36722"/>
                  </a:cubicBezTo>
                  <a:cubicBezTo>
                    <a:pt x="18277" y="36722"/>
                    <a:pt x="16480" y="36610"/>
                    <a:pt x="14683" y="36357"/>
                  </a:cubicBezTo>
                  <a:cubicBezTo>
                    <a:pt x="13420" y="36189"/>
                    <a:pt x="12185" y="35908"/>
                    <a:pt x="10921" y="35655"/>
                  </a:cubicBezTo>
                  <a:cubicBezTo>
                    <a:pt x="10444" y="35543"/>
                    <a:pt x="9911" y="35459"/>
                    <a:pt x="9433" y="35262"/>
                  </a:cubicBezTo>
                  <a:cubicBezTo>
                    <a:pt x="8956" y="35094"/>
                    <a:pt x="8507" y="34869"/>
                    <a:pt x="8226" y="34504"/>
                  </a:cubicBezTo>
                  <a:cubicBezTo>
                    <a:pt x="8170" y="34448"/>
                    <a:pt x="8086" y="34196"/>
                    <a:pt x="8001" y="33859"/>
                  </a:cubicBezTo>
                  <a:cubicBezTo>
                    <a:pt x="7693" y="32651"/>
                    <a:pt x="7496" y="30181"/>
                    <a:pt x="7384" y="28019"/>
                  </a:cubicBezTo>
                  <a:cubicBezTo>
                    <a:pt x="7300" y="26952"/>
                    <a:pt x="7271" y="25970"/>
                    <a:pt x="7243" y="25240"/>
                  </a:cubicBezTo>
                  <a:cubicBezTo>
                    <a:pt x="7215" y="24510"/>
                    <a:pt x="7215" y="24061"/>
                    <a:pt x="7215" y="24061"/>
                  </a:cubicBezTo>
                  <a:cubicBezTo>
                    <a:pt x="7187" y="23948"/>
                    <a:pt x="7131" y="23864"/>
                    <a:pt x="7019" y="23836"/>
                  </a:cubicBezTo>
                  <a:cubicBezTo>
                    <a:pt x="7000" y="23831"/>
                    <a:pt x="6980" y="23829"/>
                    <a:pt x="6961" y="23829"/>
                  </a:cubicBezTo>
                  <a:cubicBezTo>
                    <a:pt x="6870" y="23829"/>
                    <a:pt x="6785" y="23883"/>
                    <a:pt x="6738" y="23976"/>
                  </a:cubicBezTo>
                  <a:cubicBezTo>
                    <a:pt x="6738" y="23976"/>
                    <a:pt x="6019" y="25785"/>
                    <a:pt x="5537" y="27168"/>
                  </a:cubicBezTo>
                  <a:lnTo>
                    <a:pt x="5537" y="27168"/>
                  </a:lnTo>
                  <a:cubicBezTo>
                    <a:pt x="5489" y="27185"/>
                    <a:pt x="5449" y="27215"/>
                    <a:pt x="5419" y="27261"/>
                  </a:cubicBezTo>
                  <a:cubicBezTo>
                    <a:pt x="5419" y="27289"/>
                    <a:pt x="5334" y="27430"/>
                    <a:pt x="5110" y="27654"/>
                  </a:cubicBezTo>
                  <a:cubicBezTo>
                    <a:pt x="5026" y="27738"/>
                    <a:pt x="5026" y="27879"/>
                    <a:pt x="5110" y="27963"/>
                  </a:cubicBezTo>
                  <a:cubicBezTo>
                    <a:pt x="5152" y="28019"/>
                    <a:pt x="5215" y="28047"/>
                    <a:pt x="5278" y="28047"/>
                  </a:cubicBezTo>
                  <a:cubicBezTo>
                    <a:pt x="5341" y="28047"/>
                    <a:pt x="5405" y="28019"/>
                    <a:pt x="5447" y="27963"/>
                  </a:cubicBezTo>
                  <a:cubicBezTo>
                    <a:pt x="5529" y="27880"/>
                    <a:pt x="5597" y="27804"/>
                    <a:pt x="5651" y="27738"/>
                  </a:cubicBezTo>
                  <a:lnTo>
                    <a:pt x="5651" y="27738"/>
                  </a:lnTo>
                  <a:cubicBezTo>
                    <a:pt x="5759" y="27736"/>
                    <a:pt x="5840" y="27679"/>
                    <a:pt x="5868" y="27570"/>
                  </a:cubicBezTo>
                  <a:cubicBezTo>
                    <a:pt x="6120" y="26896"/>
                    <a:pt x="6457" y="26026"/>
                    <a:pt x="6710" y="25352"/>
                  </a:cubicBezTo>
                  <a:cubicBezTo>
                    <a:pt x="6731" y="25298"/>
                    <a:pt x="6752" y="25246"/>
                    <a:pt x="6773" y="25195"/>
                  </a:cubicBezTo>
                  <a:lnTo>
                    <a:pt x="6773" y="25195"/>
                  </a:lnTo>
                  <a:cubicBezTo>
                    <a:pt x="6806" y="26135"/>
                    <a:pt x="6866" y="27550"/>
                    <a:pt x="6963" y="29002"/>
                  </a:cubicBezTo>
                  <a:cubicBezTo>
                    <a:pt x="7047" y="30265"/>
                    <a:pt x="7159" y="31557"/>
                    <a:pt x="7300" y="32595"/>
                  </a:cubicBezTo>
                  <a:cubicBezTo>
                    <a:pt x="7384" y="33129"/>
                    <a:pt x="7440" y="33606"/>
                    <a:pt x="7552" y="33971"/>
                  </a:cubicBezTo>
                  <a:cubicBezTo>
                    <a:pt x="7636" y="34336"/>
                    <a:pt x="7721" y="34617"/>
                    <a:pt x="7861" y="34813"/>
                  </a:cubicBezTo>
                  <a:cubicBezTo>
                    <a:pt x="8226" y="35262"/>
                    <a:pt x="8731" y="35515"/>
                    <a:pt x="9265" y="35712"/>
                  </a:cubicBezTo>
                  <a:cubicBezTo>
                    <a:pt x="9798" y="35908"/>
                    <a:pt x="10360" y="36020"/>
                    <a:pt x="10809" y="36105"/>
                  </a:cubicBezTo>
                  <a:cubicBezTo>
                    <a:pt x="12072" y="36385"/>
                    <a:pt x="13336" y="36638"/>
                    <a:pt x="14627" y="36835"/>
                  </a:cubicBezTo>
                  <a:cubicBezTo>
                    <a:pt x="16452" y="37087"/>
                    <a:pt x="18277" y="37200"/>
                    <a:pt x="20102" y="37200"/>
                  </a:cubicBezTo>
                  <a:cubicBezTo>
                    <a:pt x="22685" y="37200"/>
                    <a:pt x="25295" y="36975"/>
                    <a:pt x="27878" y="36638"/>
                  </a:cubicBezTo>
                  <a:cubicBezTo>
                    <a:pt x="28496" y="36554"/>
                    <a:pt x="29366" y="36526"/>
                    <a:pt x="30180" y="36385"/>
                  </a:cubicBezTo>
                  <a:cubicBezTo>
                    <a:pt x="31023" y="36245"/>
                    <a:pt x="31837" y="35992"/>
                    <a:pt x="32370" y="35375"/>
                  </a:cubicBezTo>
                  <a:cubicBezTo>
                    <a:pt x="33128" y="34476"/>
                    <a:pt x="33100" y="33409"/>
                    <a:pt x="33128" y="33129"/>
                  </a:cubicBezTo>
                  <a:cubicBezTo>
                    <a:pt x="33128" y="33101"/>
                    <a:pt x="33128" y="32904"/>
                    <a:pt x="33128" y="32595"/>
                  </a:cubicBezTo>
                  <a:cubicBezTo>
                    <a:pt x="33184" y="31500"/>
                    <a:pt x="33297" y="28889"/>
                    <a:pt x="33409" y="26587"/>
                  </a:cubicBezTo>
                  <a:cubicBezTo>
                    <a:pt x="33465" y="25436"/>
                    <a:pt x="33521" y="24341"/>
                    <a:pt x="33578" y="23527"/>
                  </a:cubicBezTo>
                  <a:cubicBezTo>
                    <a:pt x="33590" y="23177"/>
                    <a:pt x="33603" y="22883"/>
                    <a:pt x="33613" y="22664"/>
                  </a:cubicBezTo>
                  <a:lnTo>
                    <a:pt x="33613" y="22664"/>
                  </a:lnTo>
                  <a:cubicBezTo>
                    <a:pt x="34112" y="23022"/>
                    <a:pt x="35054" y="23703"/>
                    <a:pt x="36076" y="24397"/>
                  </a:cubicBezTo>
                  <a:cubicBezTo>
                    <a:pt x="36834" y="24875"/>
                    <a:pt x="37620" y="25380"/>
                    <a:pt x="38294" y="25773"/>
                  </a:cubicBezTo>
                  <a:cubicBezTo>
                    <a:pt x="38659" y="25942"/>
                    <a:pt x="38968" y="26110"/>
                    <a:pt x="39249" y="26222"/>
                  </a:cubicBezTo>
                  <a:cubicBezTo>
                    <a:pt x="39529" y="26335"/>
                    <a:pt x="39754" y="26419"/>
                    <a:pt x="39979" y="26419"/>
                  </a:cubicBezTo>
                  <a:lnTo>
                    <a:pt x="40063" y="26419"/>
                  </a:lnTo>
                  <a:cubicBezTo>
                    <a:pt x="40652" y="26335"/>
                    <a:pt x="41186" y="26026"/>
                    <a:pt x="41523" y="25408"/>
                  </a:cubicBezTo>
                  <a:cubicBezTo>
                    <a:pt x="41888" y="24819"/>
                    <a:pt x="42056" y="23892"/>
                    <a:pt x="42056" y="22601"/>
                  </a:cubicBezTo>
                  <a:cubicBezTo>
                    <a:pt x="42056" y="22404"/>
                    <a:pt x="42056" y="22180"/>
                    <a:pt x="42056" y="21955"/>
                  </a:cubicBezTo>
                  <a:cubicBezTo>
                    <a:pt x="42000" y="20411"/>
                    <a:pt x="41888" y="15891"/>
                    <a:pt x="41719" y="11680"/>
                  </a:cubicBezTo>
                  <a:cubicBezTo>
                    <a:pt x="41663" y="9574"/>
                    <a:pt x="41579" y="7525"/>
                    <a:pt x="41495" y="5980"/>
                  </a:cubicBezTo>
                  <a:cubicBezTo>
                    <a:pt x="41438" y="5194"/>
                    <a:pt x="41410" y="4549"/>
                    <a:pt x="41354" y="4043"/>
                  </a:cubicBezTo>
                  <a:cubicBezTo>
                    <a:pt x="41326" y="3819"/>
                    <a:pt x="41326" y="3594"/>
                    <a:pt x="41298" y="3454"/>
                  </a:cubicBezTo>
                  <a:cubicBezTo>
                    <a:pt x="41270" y="3369"/>
                    <a:pt x="41270" y="3313"/>
                    <a:pt x="41242" y="3257"/>
                  </a:cubicBezTo>
                  <a:cubicBezTo>
                    <a:pt x="41242" y="3173"/>
                    <a:pt x="41214" y="3145"/>
                    <a:pt x="41186" y="3089"/>
                  </a:cubicBezTo>
                  <a:cubicBezTo>
                    <a:pt x="41045" y="2836"/>
                    <a:pt x="40793" y="2668"/>
                    <a:pt x="40512" y="2555"/>
                  </a:cubicBezTo>
                  <a:cubicBezTo>
                    <a:pt x="40203" y="2443"/>
                    <a:pt x="39866" y="2387"/>
                    <a:pt x="39501" y="2387"/>
                  </a:cubicBezTo>
                  <a:cubicBezTo>
                    <a:pt x="38799" y="2387"/>
                    <a:pt x="38069" y="2583"/>
                    <a:pt x="37620" y="3117"/>
                  </a:cubicBezTo>
                  <a:cubicBezTo>
                    <a:pt x="37480" y="3285"/>
                    <a:pt x="37396" y="3510"/>
                    <a:pt x="37311" y="3819"/>
                  </a:cubicBezTo>
                  <a:cubicBezTo>
                    <a:pt x="37003" y="4857"/>
                    <a:pt x="36778" y="6766"/>
                    <a:pt x="36638" y="8451"/>
                  </a:cubicBezTo>
                  <a:cubicBezTo>
                    <a:pt x="36567" y="9297"/>
                    <a:pt x="36518" y="10080"/>
                    <a:pt x="36486" y="10649"/>
                  </a:cubicBezTo>
                  <a:lnTo>
                    <a:pt x="36486" y="10649"/>
                  </a:lnTo>
                  <a:cubicBezTo>
                    <a:pt x="36243" y="10120"/>
                    <a:pt x="35901" y="9392"/>
                    <a:pt x="35515" y="8619"/>
                  </a:cubicBezTo>
                  <a:cubicBezTo>
                    <a:pt x="34785" y="7075"/>
                    <a:pt x="33914" y="5335"/>
                    <a:pt x="33409" y="4464"/>
                  </a:cubicBezTo>
                  <a:cubicBezTo>
                    <a:pt x="33100" y="3987"/>
                    <a:pt x="32511" y="3566"/>
                    <a:pt x="31753" y="3117"/>
                  </a:cubicBezTo>
                  <a:cubicBezTo>
                    <a:pt x="29563" y="1853"/>
                    <a:pt x="26082" y="730"/>
                    <a:pt x="26053" y="730"/>
                  </a:cubicBezTo>
                  <a:cubicBezTo>
                    <a:pt x="26053" y="730"/>
                    <a:pt x="23808" y="0"/>
                    <a:pt x="21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6" name="Google Shape;1866;p34"/>
            <p:cNvSpPr/>
            <p:nvPr/>
          </p:nvSpPr>
          <p:spPr>
            <a:xfrm>
              <a:off x="4528000" y="3305275"/>
              <a:ext cx="55475" cy="49150"/>
            </a:xfrm>
            <a:custGeom>
              <a:rect b="b" l="l" r="r" t="t"/>
              <a:pathLst>
                <a:path extrusionOk="0" h="1966" w="2219">
                  <a:moveTo>
                    <a:pt x="1938" y="1"/>
                  </a:moveTo>
                  <a:lnTo>
                    <a:pt x="0" y="1601"/>
                  </a:lnTo>
                  <a:lnTo>
                    <a:pt x="309" y="1966"/>
                  </a:lnTo>
                  <a:lnTo>
                    <a:pt x="2218" y="366"/>
                  </a:lnTo>
                  <a:lnTo>
                    <a:pt x="193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7" name="Google Shape;1867;p34"/>
            <p:cNvSpPr/>
            <p:nvPr/>
          </p:nvSpPr>
          <p:spPr>
            <a:xfrm>
              <a:off x="4205850" y="3376875"/>
              <a:ext cx="290600" cy="241475"/>
            </a:xfrm>
            <a:custGeom>
              <a:rect b="b" l="l" r="r" t="t"/>
              <a:pathLst>
                <a:path extrusionOk="0" h="9659" w="11624">
                  <a:moveTo>
                    <a:pt x="11342" y="0"/>
                  </a:moveTo>
                  <a:lnTo>
                    <a:pt x="0" y="9321"/>
                  </a:lnTo>
                  <a:lnTo>
                    <a:pt x="309" y="9658"/>
                  </a:lnTo>
                  <a:lnTo>
                    <a:pt x="11623" y="365"/>
                  </a:lnTo>
                  <a:lnTo>
                    <a:pt x="113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8" name="Google Shape;1868;p34"/>
            <p:cNvSpPr/>
            <p:nvPr/>
          </p:nvSpPr>
          <p:spPr>
            <a:xfrm>
              <a:off x="4167250" y="3454775"/>
              <a:ext cx="129150" cy="108825"/>
            </a:xfrm>
            <a:custGeom>
              <a:rect b="b" l="l" r="r" t="t"/>
              <a:pathLst>
                <a:path extrusionOk="0" h="4353" w="5166">
                  <a:moveTo>
                    <a:pt x="4857" y="1"/>
                  </a:moveTo>
                  <a:lnTo>
                    <a:pt x="0" y="3987"/>
                  </a:lnTo>
                  <a:lnTo>
                    <a:pt x="281" y="4352"/>
                  </a:lnTo>
                  <a:lnTo>
                    <a:pt x="5166" y="366"/>
                  </a:lnTo>
                  <a:lnTo>
                    <a:pt x="485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9" name="Google Shape;1869;p34"/>
            <p:cNvSpPr/>
            <p:nvPr/>
          </p:nvSpPr>
          <p:spPr>
            <a:xfrm>
              <a:off x="3883675" y="3624500"/>
              <a:ext cx="118650" cy="385075"/>
            </a:xfrm>
            <a:custGeom>
              <a:rect b="b" l="l" r="r" t="t"/>
              <a:pathLst>
                <a:path extrusionOk="0" h="15403" w="4746">
                  <a:moveTo>
                    <a:pt x="3454" y="1"/>
                  </a:moveTo>
                  <a:cubicBezTo>
                    <a:pt x="3327" y="1"/>
                    <a:pt x="3198" y="63"/>
                    <a:pt x="3117" y="202"/>
                  </a:cubicBezTo>
                  <a:lnTo>
                    <a:pt x="310" y="5424"/>
                  </a:lnTo>
                  <a:cubicBezTo>
                    <a:pt x="85" y="5845"/>
                    <a:pt x="1" y="6323"/>
                    <a:pt x="85" y="6772"/>
                  </a:cubicBezTo>
                  <a:lnTo>
                    <a:pt x="1545" y="15194"/>
                  </a:lnTo>
                  <a:cubicBezTo>
                    <a:pt x="1560" y="15332"/>
                    <a:pt x="1667" y="15403"/>
                    <a:pt x="1775" y="15403"/>
                  </a:cubicBezTo>
                  <a:cubicBezTo>
                    <a:pt x="1865" y="15403"/>
                    <a:pt x="1956" y="15353"/>
                    <a:pt x="1994" y="15250"/>
                  </a:cubicBezTo>
                  <a:lnTo>
                    <a:pt x="4577" y="8260"/>
                  </a:lnTo>
                  <a:cubicBezTo>
                    <a:pt x="4689" y="7951"/>
                    <a:pt x="4745" y="7614"/>
                    <a:pt x="4689" y="7305"/>
                  </a:cubicBezTo>
                  <a:lnTo>
                    <a:pt x="3847" y="343"/>
                  </a:lnTo>
                  <a:cubicBezTo>
                    <a:pt x="3814" y="128"/>
                    <a:pt x="3636" y="1"/>
                    <a:pt x="34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0" name="Google Shape;1870;p34"/>
            <p:cNvSpPr/>
            <p:nvPr/>
          </p:nvSpPr>
          <p:spPr>
            <a:xfrm>
              <a:off x="3878775" y="3619025"/>
              <a:ext cx="128450" cy="396575"/>
            </a:xfrm>
            <a:custGeom>
              <a:rect b="b" l="l" r="r" t="t"/>
              <a:pathLst>
                <a:path extrusionOk="0" h="15863" w="5138">
                  <a:moveTo>
                    <a:pt x="3650" y="449"/>
                  </a:moveTo>
                  <a:lnTo>
                    <a:pt x="3762" y="505"/>
                  </a:lnTo>
                  <a:cubicBezTo>
                    <a:pt x="3790" y="505"/>
                    <a:pt x="3790" y="534"/>
                    <a:pt x="3818" y="590"/>
                  </a:cubicBezTo>
                  <a:lnTo>
                    <a:pt x="4661" y="7552"/>
                  </a:lnTo>
                  <a:cubicBezTo>
                    <a:pt x="4661" y="7636"/>
                    <a:pt x="4661" y="7693"/>
                    <a:pt x="4661" y="7777"/>
                  </a:cubicBezTo>
                  <a:cubicBezTo>
                    <a:pt x="4661" y="7973"/>
                    <a:pt x="4633" y="8198"/>
                    <a:pt x="4548" y="8394"/>
                  </a:cubicBezTo>
                  <a:lnTo>
                    <a:pt x="1966" y="15385"/>
                  </a:lnTo>
                  <a:lnTo>
                    <a:pt x="506" y="6963"/>
                  </a:lnTo>
                  <a:cubicBezTo>
                    <a:pt x="478" y="6850"/>
                    <a:pt x="478" y="6738"/>
                    <a:pt x="478" y="6654"/>
                  </a:cubicBezTo>
                  <a:cubicBezTo>
                    <a:pt x="478" y="6345"/>
                    <a:pt x="562" y="6036"/>
                    <a:pt x="702" y="5755"/>
                  </a:cubicBezTo>
                  <a:lnTo>
                    <a:pt x="3538" y="534"/>
                  </a:lnTo>
                  <a:cubicBezTo>
                    <a:pt x="3566" y="477"/>
                    <a:pt x="3594" y="449"/>
                    <a:pt x="3650" y="449"/>
                  </a:cubicBezTo>
                  <a:close/>
                  <a:moveTo>
                    <a:pt x="3650" y="0"/>
                  </a:moveTo>
                  <a:cubicBezTo>
                    <a:pt x="3454" y="0"/>
                    <a:pt x="3229" y="112"/>
                    <a:pt x="3117" y="309"/>
                  </a:cubicBezTo>
                  <a:lnTo>
                    <a:pt x="281" y="5531"/>
                  </a:lnTo>
                  <a:cubicBezTo>
                    <a:pt x="113" y="5868"/>
                    <a:pt x="0" y="6261"/>
                    <a:pt x="0" y="6654"/>
                  </a:cubicBezTo>
                  <a:cubicBezTo>
                    <a:pt x="0" y="6766"/>
                    <a:pt x="28" y="6907"/>
                    <a:pt x="56" y="7047"/>
                  </a:cubicBezTo>
                  <a:lnTo>
                    <a:pt x="1516" y="15469"/>
                  </a:lnTo>
                  <a:cubicBezTo>
                    <a:pt x="1516" y="15582"/>
                    <a:pt x="1601" y="15694"/>
                    <a:pt x="1685" y="15750"/>
                  </a:cubicBezTo>
                  <a:cubicBezTo>
                    <a:pt x="1769" y="15806"/>
                    <a:pt x="1853" y="15862"/>
                    <a:pt x="1966" y="15862"/>
                  </a:cubicBezTo>
                  <a:cubicBezTo>
                    <a:pt x="2134" y="15862"/>
                    <a:pt x="2331" y="15750"/>
                    <a:pt x="2387" y="15554"/>
                  </a:cubicBezTo>
                  <a:lnTo>
                    <a:pt x="4998" y="8563"/>
                  </a:lnTo>
                  <a:cubicBezTo>
                    <a:pt x="5082" y="8310"/>
                    <a:pt x="5138" y="8030"/>
                    <a:pt x="5138" y="7777"/>
                  </a:cubicBezTo>
                  <a:cubicBezTo>
                    <a:pt x="5138" y="7665"/>
                    <a:pt x="5138" y="7580"/>
                    <a:pt x="5138" y="7496"/>
                  </a:cubicBezTo>
                  <a:lnTo>
                    <a:pt x="4268" y="534"/>
                  </a:lnTo>
                  <a:cubicBezTo>
                    <a:pt x="4268" y="365"/>
                    <a:pt x="4183" y="225"/>
                    <a:pt x="4043" y="140"/>
                  </a:cubicBezTo>
                  <a:cubicBezTo>
                    <a:pt x="3931" y="28"/>
                    <a:pt x="3790" y="0"/>
                    <a:pt x="36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1" name="Google Shape;1871;p34"/>
            <p:cNvSpPr/>
            <p:nvPr/>
          </p:nvSpPr>
          <p:spPr>
            <a:xfrm>
              <a:off x="4737150" y="3094725"/>
              <a:ext cx="70925" cy="163550"/>
            </a:xfrm>
            <a:custGeom>
              <a:rect b="b" l="l" r="r" t="t"/>
              <a:pathLst>
                <a:path extrusionOk="0" h="6542" w="2837">
                  <a:moveTo>
                    <a:pt x="1" y="0"/>
                  </a:moveTo>
                  <a:lnTo>
                    <a:pt x="2836" y="6542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2" name="Google Shape;1872;p34"/>
            <p:cNvSpPr/>
            <p:nvPr/>
          </p:nvSpPr>
          <p:spPr>
            <a:xfrm>
              <a:off x="4730125" y="3088925"/>
              <a:ext cx="84250" cy="175525"/>
            </a:xfrm>
            <a:custGeom>
              <a:rect b="b" l="l" r="r" t="t"/>
              <a:pathLst>
                <a:path extrusionOk="0" h="7021" w="3370">
                  <a:moveTo>
                    <a:pt x="257" y="1"/>
                  </a:moveTo>
                  <a:cubicBezTo>
                    <a:pt x="237" y="1"/>
                    <a:pt x="217" y="3"/>
                    <a:pt x="198" y="8"/>
                  </a:cubicBezTo>
                  <a:cubicBezTo>
                    <a:pt x="57" y="64"/>
                    <a:pt x="1" y="204"/>
                    <a:pt x="57" y="316"/>
                  </a:cubicBezTo>
                  <a:lnTo>
                    <a:pt x="2893" y="6886"/>
                  </a:lnTo>
                  <a:cubicBezTo>
                    <a:pt x="2934" y="6968"/>
                    <a:pt x="3020" y="7020"/>
                    <a:pt x="3107" y="7020"/>
                  </a:cubicBezTo>
                  <a:cubicBezTo>
                    <a:pt x="3139" y="7020"/>
                    <a:pt x="3171" y="7013"/>
                    <a:pt x="3202" y="6998"/>
                  </a:cubicBezTo>
                  <a:cubicBezTo>
                    <a:pt x="3314" y="6942"/>
                    <a:pt x="3370" y="6802"/>
                    <a:pt x="3314" y="6689"/>
                  </a:cubicBezTo>
                  <a:lnTo>
                    <a:pt x="506" y="148"/>
                  </a:lnTo>
                  <a:cubicBezTo>
                    <a:pt x="460" y="55"/>
                    <a:pt x="356" y="1"/>
                    <a:pt x="2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3" name="Google Shape;1873;p34"/>
            <p:cNvSpPr/>
            <p:nvPr/>
          </p:nvSpPr>
          <p:spPr>
            <a:xfrm>
              <a:off x="3973525" y="3851475"/>
              <a:ext cx="22225" cy="90425"/>
            </a:xfrm>
            <a:custGeom>
              <a:rect b="b" l="l" r="r" t="t"/>
              <a:pathLst>
                <a:path extrusionOk="0" h="3617" w="889">
                  <a:moveTo>
                    <a:pt x="685" y="1"/>
                  </a:moveTo>
                  <a:cubicBezTo>
                    <a:pt x="578" y="1"/>
                    <a:pt x="438" y="191"/>
                    <a:pt x="309" y="500"/>
                  </a:cubicBezTo>
                  <a:cubicBezTo>
                    <a:pt x="28" y="1174"/>
                    <a:pt x="0" y="3617"/>
                    <a:pt x="0" y="3617"/>
                  </a:cubicBezTo>
                  <a:cubicBezTo>
                    <a:pt x="0" y="3617"/>
                    <a:pt x="730" y="2129"/>
                    <a:pt x="843" y="921"/>
                  </a:cubicBezTo>
                  <a:cubicBezTo>
                    <a:pt x="888" y="267"/>
                    <a:pt x="810" y="1"/>
                    <a:pt x="68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4" name="Google Shape;1874;p34"/>
            <p:cNvSpPr/>
            <p:nvPr/>
          </p:nvSpPr>
          <p:spPr>
            <a:xfrm>
              <a:off x="3967900" y="3845725"/>
              <a:ext cx="33025" cy="101975"/>
            </a:xfrm>
            <a:custGeom>
              <a:rect b="b" l="l" r="r" t="t"/>
              <a:pathLst>
                <a:path extrusionOk="0" h="4079" w="1321">
                  <a:moveTo>
                    <a:pt x="838" y="639"/>
                  </a:moveTo>
                  <a:lnTo>
                    <a:pt x="838" y="639"/>
                  </a:lnTo>
                  <a:cubicBezTo>
                    <a:pt x="841" y="682"/>
                    <a:pt x="843" y="731"/>
                    <a:pt x="843" y="786"/>
                  </a:cubicBezTo>
                  <a:cubicBezTo>
                    <a:pt x="843" y="871"/>
                    <a:pt x="843" y="1011"/>
                    <a:pt x="815" y="1123"/>
                  </a:cubicBezTo>
                  <a:cubicBezTo>
                    <a:pt x="792" y="1599"/>
                    <a:pt x="660" y="2110"/>
                    <a:pt x="507" y="2556"/>
                  </a:cubicBezTo>
                  <a:lnTo>
                    <a:pt x="507" y="2556"/>
                  </a:lnTo>
                  <a:cubicBezTo>
                    <a:pt x="515" y="2382"/>
                    <a:pt x="525" y="2202"/>
                    <a:pt x="534" y="2022"/>
                  </a:cubicBezTo>
                  <a:cubicBezTo>
                    <a:pt x="562" y="1769"/>
                    <a:pt x="590" y="1516"/>
                    <a:pt x="618" y="1292"/>
                  </a:cubicBezTo>
                  <a:cubicBezTo>
                    <a:pt x="675" y="1095"/>
                    <a:pt x="703" y="899"/>
                    <a:pt x="759" y="814"/>
                  </a:cubicBezTo>
                  <a:cubicBezTo>
                    <a:pt x="785" y="749"/>
                    <a:pt x="811" y="689"/>
                    <a:pt x="838" y="639"/>
                  </a:cubicBezTo>
                  <a:close/>
                  <a:moveTo>
                    <a:pt x="899" y="0"/>
                  </a:moveTo>
                  <a:cubicBezTo>
                    <a:pt x="815" y="0"/>
                    <a:pt x="731" y="28"/>
                    <a:pt x="675" y="84"/>
                  </a:cubicBezTo>
                  <a:cubicBezTo>
                    <a:pt x="534" y="197"/>
                    <a:pt x="422" y="393"/>
                    <a:pt x="310" y="618"/>
                  </a:cubicBezTo>
                  <a:cubicBezTo>
                    <a:pt x="225" y="843"/>
                    <a:pt x="169" y="1123"/>
                    <a:pt x="141" y="1460"/>
                  </a:cubicBezTo>
                  <a:cubicBezTo>
                    <a:pt x="1" y="2471"/>
                    <a:pt x="1" y="3847"/>
                    <a:pt x="1" y="3847"/>
                  </a:cubicBezTo>
                  <a:cubicBezTo>
                    <a:pt x="1" y="3959"/>
                    <a:pt x="85" y="4043"/>
                    <a:pt x="169" y="4071"/>
                  </a:cubicBezTo>
                  <a:cubicBezTo>
                    <a:pt x="189" y="4076"/>
                    <a:pt x="208" y="4078"/>
                    <a:pt x="227" y="4078"/>
                  </a:cubicBezTo>
                  <a:cubicBezTo>
                    <a:pt x="318" y="4078"/>
                    <a:pt x="404" y="4024"/>
                    <a:pt x="450" y="3931"/>
                  </a:cubicBezTo>
                  <a:cubicBezTo>
                    <a:pt x="450" y="3931"/>
                    <a:pt x="1180" y="2443"/>
                    <a:pt x="1292" y="1179"/>
                  </a:cubicBezTo>
                  <a:cubicBezTo>
                    <a:pt x="1320" y="1039"/>
                    <a:pt x="1320" y="899"/>
                    <a:pt x="1320" y="786"/>
                  </a:cubicBezTo>
                  <a:cubicBezTo>
                    <a:pt x="1320" y="562"/>
                    <a:pt x="1292" y="421"/>
                    <a:pt x="1264" y="281"/>
                  </a:cubicBezTo>
                  <a:cubicBezTo>
                    <a:pt x="1236" y="225"/>
                    <a:pt x="1208" y="169"/>
                    <a:pt x="1152" y="84"/>
                  </a:cubicBezTo>
                  <a:cubicBezTo>
                    <a:pt x="1096" y="28"/>
                    <a:pt x="1012" y="0"/>
                    <a:pt x="8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5" name="Google Shape;1875;p34"/>
            <p:cNvSpPr/>
            <p:nvPr/>
          </p:nvSpPr>
          <p:spPr>
            <a:xfrm>
              <a:off x="3935625" y="3881125"/>
              <a:ext cx="53525" cy="115525"/>
            </a:xfrm>
            <a:custGeom>
              <a:rect b="b" l="l" r="r" t="t"/>
              <a:pathLst>
                <a:path extrusionOk="0" h="4621" w="2141">
                  <a:moveTo>
                    <a:pt x="1781" y="1"/>
                  </a:moveTo>
                  <a:cubicBezTo>
                    <a:pt x="1761" y="1"/>
                    <a:pt x="1738" y="6"/>
                    <a:pt x="1713" y="16"/>
                  </a:cubicBezTo>
                  <a:cubicBezTo>
                    <a:pt x="1236" y="213"/>
                    <a:pt x="1039" y="1167"/>
                    <a:pt x="1039" y="1167"/>
                  </a:cubicBezTo>
                  <a:cubicBezTo>
                    <a:pt x="1039" y="1167"/>
                    <a:pt x="877" y="1079"/>
                    <a:pt x="689" y="1079"/>
                  </a:cubicBezTo>
                  <a:cubicBezTo>
                    <a:pt x="493" y="1079"/>
                    <a:pt x="269" y="1174"/>
                    <a:pt x="169" y="1560"/>
                  </a:cubicBezTo>
                  <a:cubicBezTo>
                    <a:pt x="0" y="2318"/>
                    <a:pt x="169" y="4620"/>
                    <a:pt x="169" y="4620"/>
                  </a:cubicBezTo>
                  <a:cubicBezTo>
                    <a:pt x="169" y="4620"/>
                    <a:pt x="1348" y="3301"/>
                    <a:pt x="1516" y="2431"/>
                  </a:cubicBezTo>
                  <a:cubicBezTo>
                    <a:pt x="1703" y="1606"/>
                    <a:pt x="2141" y="1"/>
                    <a:pt x="17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6" name="Google Shape;1876;p34"/>
            <p:cNvSpPr/>
            <p:nvPr/>
          </p:nvSpPr>
          <p:spPr>
            <a:xfrm>
              <a:off x="3932125" y="3875200"/>
              <a:ext cx="57575" cy="127325"/>
            </a:xfrm>
            <a:custGeom>
              <a:rect b="b" l="l" r="r" t="t"/>
              <a:pathLst>
                <a:path extrusionOk="0" h="5093" w="2303">
                  <a:moveTo>
                    <a:pt x="1825" y="550"/>
                  </a:moveTo>
                  <a:cubicBezTo>
                    <a:pt x="1825" y="554"/>
                    <a:pt x="1825" y="558"/>
                    <a:pt x="1825" y="562"/>
                  </a:cubicBezTo>
                  <a:cubicBezTo>
                    <a:pt x="1825" y="787"/>
                    <a:pt x="1769" y="1151"/>
                    <a:pt x="1684" y="1545"/>
                  </a:cubicBezTo>
                  <a:cubicBezTo>
                    <a:pt x="1600" y="1909"/>
                    <a:pt x="1516" y="2303"/>
                    <a:pt x="1432" y="2611"/>
                  </a:cubicBezTo>
                  <a:cubicBezTo>
                    <a:pt x="1348" y="2976"/>
                    <a:pt x="1039" y="3538"/>
                    <a:pt x="730" y="3959"/>
                  </a:cubicBezTo>
                  <a:cubicBezTo>
                    <a:pt x="659" y="4072"/>
                    <a:pt x="581" y="4171"/>
                    <a:pt x="507" y="4260"/>
                  </a:cubicBezTo>
                  <a:lnTo>
                    <a:pt x="507" y="4260"/>
                  </a:lnTo>
                  <a:cubicBezTo>
                    <a:pt x="506" y="4253"/>
                    <a:pt x="506" y="4246"/>
                    <a:pt x="505" y="4240"/>
                  </a:cubicBezTo>
                  <a:cubicBezTo>
                    <a:pt x="505" y="3875"/>
                    <a:pt x="477" y="3369"/>
                    <a:pt x="477" y="2948"/>
                  </a:cubicBezTo>
                  <a:cubicBezTo>
                    <a:pt x="477" y="2499"/>
                    <a:pt x="505" y="2078"/>
                    <a:pt x="562" y="1853"/>
                  </a:cubicBezTo>
                  <a:cubicBezTo>
                    <a:pt x="590" y="1685"/>
                    <a:pt x="646" y="1629"/>
                    <a:pt x="674" y="1601"/>
                  </a:cubicBezTo>
                  <a:cubicBezTo>
                    <a:pt x="730" y="1573"/>
                    <a:pt x="758" y="1545"/>
                    <a:pt x="814" y="1545"/>
                  </a:cubicBezTo>
                  <a:cubicBezTo>
                    <a:pt x="870" y="1545"/>
                    <a:pt x="955" y="1573"/>
                    <a:pt x="1011" y="1573"/>
                  </a:cubicBezTo>
                  <a:lnTo>
                    <a:pt x="1067" y="1601"/>
                  </a:lnTo>
                  <a:lnTo>
                    <a:pt x="1067" y="1629"/>
                  </a:lnTo>
                  <a:cubicBezTo>
                    <a:pt x="1095" y="1643"/>
                    <a:pt x="1130" y="1650"/>
                    <a:pt x="1169" y="1650"/>
                  </a:cubicBezTo>
                  <a:cubicBezTo>
                    <a:pt x="1207" y="1650"/>
                    <a:pt x="1249" y="1643"/>
                    <a:pt x="1291" y="1629"/>
                  </a:cubicBezTo>
                  <a:cubicBezTo>
                    <a:pt x="1348" y="1601"/>
                    <a:pt x="1404" y="1545"/>
                    <a:pt x="1404" y="1460"/>
                  </a:cubicBezTo>
                  <a:lnTo>
                    <a:pt x="1432" y="1432"/>
                  </a:lnTo>
                  <a:cubicBezTo>
                    <a:pt x="1432" y="1348"/>
                    <a:pt x="1488" y="1123"/>
                    <a:pt x="1600" y="899"/>
                  </a:cubicBezTo>
                  <a:cubicBezTo>
                    <a:pt x="1658" y="764"/>
                    <a:pt x="1742" y="630"/>
                    <a:pt x="1825" y="550"/>
                  </a:cubicBezTo>
                  <a:close/>
                  <a:moveTo>
                    <a:pt x="1937" y="0"/>
                  </a:moveTo>
                  <a:cubicBezTo>
                    <a:pt x="1881" y="0"/>
                    <a:pt x="1825" y="28"/>
                    <a:pt x="1769" y="57"/>
                  </a:cubicBezTo>
                  <a:cubicBezTo>
                    <a:pt x="1600" y="113"/>
                    <a:pt x="1460" y="253"/>
                    <a:pt x="1376" y="393"/>
                  </a:cubicBezTo>
                  <a:cubicBezTo>
                    <a:pt x="1195" y="623"/>
                    <a:pt x="1082" y="910"/>
                    <a:pt x="1019" y="1115"/>
                  </a:cubicBezTo>
                  <a:lnTo>
                    <a:pt x="1019" y="1115"/>
                  </a:lnTo>
                  <a:cubicBezTo>
                    <a:pt x="958" y="1103"/>
                    <a:pt x="889" y="1095"/>
                    <a:pt x="814" y="1095"/>
                  </a:cubicBezTo>
                  <a:cubicBezTo>
                    <a:pt x="702" y="1095"/>
                    <a:pt x="533" y="1123"/>
                    <a:pt x="393" y="1236"/>
                  </a:cubicBezTo>
                  <a:cubicBezTo>
                    <a:pt x="253" y="1348"/>
                    <a:pt x="140" y="1516"/>
                    <a:pt x="84" y="1741"/>
                  </a:cubicBezTo>
                  <a:cubicBezTo>
                    <a:pt x="28" y="2050"/>
                    <a:pt x="0" y="2471"/>
                    <a:pt x="0" y="2948"/>
                  </a:cubicBezTo>
                  <a:cubicBezTo>
                    <a:pt x="0" y="3847"/>
                    <a:pt x="84" y="4885"/>
                    <a:pt x="84" y="4885"/>
                  </a:cubicBezTo>
                  <a:cubicBezTo>
                    <a:pt x="84" y="4998"/>
                    <a:pt x="168" y="5054"/>
                    <a:pt x="253" y="5082"/>
                  </a:cubicBezTo>
                  <a:cubicBezTo>
                    <a:pt x="275" y="5089"/>
                    <a:pt x="300" y="5093"/>
                    <a:pt x="325" y="5093"/>
                  </a:cubicBezTo>
                  <a:cubicBezTo>
                    <a:pt x="393" y="5093"/>
                    <a:pt x="464" y="5067"/>
                    <a:pt x="505" y="5026"/>
                  </a:cubicBezTo>
                  <a:cubicBezTo>
                    <a:pt x="505" y="5026"/>
                    <a:pt x="786" y="4689"/>
                    <a:pt x="1123" y="4212"/>
                  </a:cubicBezTo>
                  <a:cubicBezTo>
                    <a:pt x="1432" y="3762"/>
                    <a:pt x="1769" y="3201"/>
                    <a:pt x="1881" y="2724"/>
                  </a:cubicBezTo>
                  <a:cubicBezTo>
                    <a:pt x="1965" y="2415"/>
                    <a:pt x="2049" y="2022"/>
                    <a:pt x="2134" y="1629"/>
                  </a:cubicBezTo>
                  <a:cubicBezTo>
                    <a:pt x="2218" y="1236"/>
                    <a:pt x="2302" y="843"/>
                    <a:pt x="2302" y="562"/>
                  </a:cubicBezTo>
                  <a:cubicBezTo>
                    <a:pt x="2302" y="450"/>
                    <a:pt x="2302" y="337"/>
                    <a:pt x="2246" y="253"/>
                  </a:cubicBezTo>
                  <a:cubicBezTo>
                    <a:pt x="2218" y="197"/>
                    <a:pt x="2190" y="141"/>
                    <a:pt x="2134" y="85"/>
                  </a:cubicBezTo>
                  <a:cubicBezTo>
                    <a:pt x="2078" y="28"/>
                    <a:pt x="1993" y="0"/>
                    <a:pt x="19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7" name="Google Shape;1877;p34"/>
            <p:cNvSpPr/>
            <p:nvPr/>
          </p:nvSpPr>
          <p:spPr>
            <a:xfrm>
              <a:off x="3952475" y="3904550"/>
              <a:ext cx="18275" cy="72300"/>
            </a:xfrm>
            <a:custGeom>
              <a:rect b="b" l="l" r="r" t="t"/>
              <a:pathLst>
                <a:path extrusionOk="0" h="2892" w="731">
                  <a:moveTo>
                    <a:pt x="363" y="0"/>
                  </a:moveTo>
                  <a:cubicBezTo>
                    <a:pt x="345" y="0"/>
                    <a:pt x="327" y="2"/>
                    <a:pt x="309" y="6"/>
                  </a:cubicBezTo>
                  <a:cubicBezTo>
                    <a:pt x="197" y="34"/>
                    <a:pt x="112" y="174"/>
                    <a:pt x="141" y="286"/>
                  </a:cubicBezTo>
                  <a:lnTo>
                    <a:pt x="141" y="314"/>
                  </a:lnTo>
                  <a:cubicBezTo>
                    <a:pt x="169" y="427"/>
                    <a:pt x="253" y="876"/>
                    <a:pt x="253" y="1409"/>
                  </a:cubicBezTo>
                  <a:cubicBezTo>
                    <a:pt x="253" y="1802"/>
                    <a:pt x="197" y="2252"/>
                    <a:pt x="56" y="2560"/>
                  </a:cubicBezTo>
                  <a:cubicBezTo>
                    <a:pt x="0" y="2701"/>
                    <a:pt x="56" y="2841"/>
                    <a:pt x="197" y="2869"/>
                  </a:cubicBezTo>
                  <a:cubicBezTo>
                    <a:pt x="227" y="2884"/>
                    <a:pt x="259" y="2891"/>
                    <a:pt x="291" y="2891"/>
                  </a:cubicBezTo>
                  <a:cubicBezTo>
                    <a:pt x="378" y="2891"/>
                    <a:pt x="464" y="2839"/>
                    <a:pt x="506" y="2757"/>
                  </a:cubicBezTo>
                  <a:cubicBezTo>
                    <a:pt x="674" y="2336"/>
                    <a:pt x="730" y="1858"/>
                    <a:pt x="730" y="1409"/>
                  </a:cubicBezTo>
                  <a:cubicBezTo>
                    <a:pt x="730" y="764"/>
                    <a:pt x="590" y="202"/>
                    <a:pt x="590" y="174"/>
                  </a:cubicBezTo>
                  <a:cubicBezTo>
                    <a:pt x="565" y="76"/>
                    <a:pt x="477" y="0"/>
                    <a:pt x="3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8" name="Google Shape;1878;p34"/>
            <p:cNvSpPr/>
            <p:nvPr/>
          </p:nvSpPr>
          <p:spPr>
            <a:xfrm>
              <a:off x="4649425" y="3143050"/>
              <a:ext cx="18275" cy="224025"/>
            </a:xfrm>
            <a:custGeom>
              <a:rect b="b" l="l" r="r" t="t"/>
              <a:pathLst>
                <a:path extrusionOk="0" h="8961" w="731">
                  <a:moveTo>
                    <a:pt x="463" y="0"/>
                  </a:moveTo>
                  <a:cubicBezTo>
                    <a:pt x="343" y="0"/>
                    <a:pt x="253" y="103"/>
                    <a:pt x="253" y="229"/>
                  </a:cubicBezTo>
                  <a:lnTo>
                    <a:pt x="0" y="8708"/>
                  </a:lnTo>
                  <a:cubicBezTo>
                    <a:pt x="0" y="8848"/>
                    <a:pt x="113" y="8932"/>
                    <a:pt x="225" y="8960"/>
                  </a:cubicBezTo>
                  <a:cubicBezTo>
                    <a:pt x="365" y="8960"/>
                    <a:pt x="478" y="8848"/>
                    <a:pt x="478" y="8736"/>
                  </a:cubicBezTo>
                  <a:lnTo>
                    <a:pt x="730" y="229"/>
                  </a:lnTo>
                  <a:cubicBezTo>
                    <a:pt x="730" y="117"/>
                    <a:pt x="618" y="4"/>
                    <a:pt x="506" y="4"/>
                  </a:cubicBezTo>
                  <a:cubicBezTo>
                    <a:pt x="491" y="2"/>
                    <a:pt x="477" y="0"/>
                    <a:pt x="4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9" name="Google Shape;1879;p34"/>
            <p:cNvSpPr/>
            <p:nvPr/>
          </p:nvSpPr>
          <p:spPr>
            <a:xfrm>
              <a:off x="4652225" y="3168275"/>
              <a:ext cx="37925" cy="131550"/>
            </a:xfrm>
            <a:custGeom>
              <a:rect b="b" l="l" r="r" t="t"/>
              <a:pathLst>
                <a:path extrusionOk="0" h="5262" w="1517">
                  <a:moveTo>
                    <a:pt x="1276" y="1"/>
                  </a:moveTo>
                  <a:cubicBezTo>
                    <a:pt x="1174" y="1"/>
                    <a:pt x="1064" y="80"/>
                    <a:pt x="1039" y="203"/>
                  </a:cubicBezTo>
                  <a:lnTo>
                    <a:pt x="29" y="4975"/>
                  </a:lnTo>
                  <a:cubicBezTo>
                    <a:pt x="1" y="5116"/>
                    <a:pt x="85" y="5228"/>
                    <a:pt x="197" y="5256"/>
                  </a:cubicBezTo>
                  <a:cubicBezTo>
                    <a:pt x="216" y="5260"/>
                    <a:pt x="234" y="5262"/>
                    <a:pt x="251" y="5262"/>
                  </a:cubicBezTo>
                  <a:cubicBezTo>
                    <a:pt x="366" y="5262"/>
                    <a:pt x="454" y="5185"/>
                    <a:pt x="478" y="5088"/>
                  </a:cubicBezTo>
                  <a:lnTo>
                    <a:pt x="1489" y="287"/>
                  </a:lnTo>
                  <a:cubicBezTo>
                    <a:pt x="1517" y="175"/>
                    <a:pt x="1461" y="34"/>
                    <a:pt x="1320" y="6"/>
                  </a:cubicBezTo>
                  <a:cubicBezTo>
                    <a:pt x="1306" y="2"/>
                    <a:pt x="1291" y="1"/>
                    <a:pt x="12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0" name="Google Shape;1880;p34"/>
            <p:cNvSpPr/>
            <p:nvPr/>
          </p:nvSpPr>
          <p:spPr>
            <a:xfrm>
              <a:off x="3982650" y="3160575"/>
              <a:ext cx="18275" cy="252825"/>
            </a:xfrm>
            <a:custGeom>
              <a:rect b="b" l="l" r="r" t="t"/>
              <a:pathLst>
                <a:path extrusionOk="0" h="10113" w="731">
                  <a:moveTo>
                    <a:pt x="260" y="1"/>
                  </a:moveTo>
                  <a:cubicBezTo>
                    <a:pt x="248" y="1"/>
                    <a:pt x="237" y="2"/>
                    <a:pt x="225" y="5"/>
                  </a:cubicBezTo>
                  <a:cubicBezTo>
                    <a:pt x="85" y="5"/>
                    <a:pt x="0" y="118"/>
                    <a:pt x="0" y="230"/>
                  </a:cubicBezTo>
                  <a:lnTo>
                    <a:pt x="253" y="9860"/>
                  </a:lnTo>
                  <a:cubicBezTo>
                    <a:pt x="253" y="10000"/>
                    <a:pt x="365" y="10112"/>
                    <a:pt x="478" y="10112"/>
                  </a:cubicBezTo>
                  <a:cubicBezTo>
                    <a:pt x="618" y="10084"/>
                    <a:pt x="730" y="10000"/>
                    <a:pt x="730" y="9860"/>
                  </a:cubicBezTo>
                  <a:lnTo>
                    <a:pt x="450" y="230"/>
                  </a:lnTo>
                  <a:cubicBezTo>
                    <a:pt x="450" y="104"/>
                    <a:pt x="360" y="1"/>
                    <a:pt x="2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1" name="Google Shape;1881;p34"/>
            <p:cNvSpPr/>
            <p:nvPr/>
          </p:nvSpPr>
          <p:spPr>
            <a:xfrm>
              <a:off x="2591550" y="5031175"/>
              <a:ext cx="1179850" cy="346750"/>
            </a:xfrm>
            <a:custGeom>
              <a:rect b="b" l="l" r="r" t="t"/>
              <a:pathLst>
                <a:path extrusionOk="0" h="13870" w="47194">
                  <a:moveTo>
                    <a:pt x="23583" y="1"/>
                  </a:moveTo>
                  <a:cubicBezTo>
                    <a:pt x="10556" y="1"/>
                    <a:pt x="0" y="3117"/>
                    <a:pt x="0" y="6935"/>
                  </a:cubicBezTo>
                  <a:cubicBezTo>
                    <a:pt x="0" y="10753"/>
                    <a:pt x="10556" y="13869"/>
                    <a:pt x="23583" y="13869"/>
                  </a:cubicBezTo>
                  <a:cubicBezTo>
                    <a:pt x="36610" y="13869"/>
                    <a:pt x="47194" y="10753"/>
                    <a:pt x="47194" y="6935"/>
                  </a:cubicBezTo>
                  <a:cubicBezTo>
                    <a:pt x="47194" y="3117"/>
                    <a:pt x="36610" y="1"/>
                    <a:pt x="235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2" name="Google Shape;1882;p34"/>
            <p:cNvSpPr/>
            <p:nvPr/>
          </p:nvSpPr>
          <p:spPr>
            <a:xfrm>
              <a:off x="2591550" y="5031175"/>
              <a:ext cx="1179850" cy="346750"/>
            </a:xfrm>
            <a:custGeom>
              <a:rect b="b" l="l" r="r" t="t"/>
              <a:pathLst>
                <a:path extrusionOk="0" h="13870" w="47194">
                  <a:moveTo>
                    <a:pt x="23583" y="1"/>
                  </a:moveTo>
                  <a:cubicBezTo>
                    <a:pt x="10556" y="1"/>
                    <a:pt x="0" y="3117"/>
                    <a:pt x="0" y="6935"/>
                  </a:cubicBezTo>
                  <a:cubicBezTo>
                    <a:pt x="0" y="10753"/>
                    <a:pt x="10556" y="13869"/>
                    <a:pt x="23583" y="13869"/>
                  </a:cubicBezTo>
                  <a:cubicBezTo>
                    <a:pt x="36610" y="13869"/>
                    <a:pt x="47194" y="10753"/>
                    <a:pt x="47194" y="6935"/>
                  </a:cubicBezTo>
                  <a:cubicBezTo>
                    <a:pt x="47194" y="3117"/>
                    <a:pt x="36610" y="1"/>
                    <a:pt x="235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3" name="Google Shape;1883;p34"/>
            <p:cNvSpPr/>
            <p:nvPr/>
          </p:nvSpPr>
          <p:spPr>
            <a:xfrm>
              <a:off x="3400100" y="2659400"/>
              <a:ext cx="126350" cy="233900"/>
            </a:xfrm>
            <a:custGeom>
              <a:rect b="b" l="l" r="r" t="t"/>
              <a:pathLst>
                <a:path extrusionOk="0" h="9356" w="5054">
                  <a:moveTo>
                    <a:pt x="1156" y="1"/>
                  </a:moveTo>
                  <a:cubicBezTo>
                    <a:pt x="1015" y="1"/>
                    <a:pt x="904" y="7"/>
                    <a:pt x="843" y="7"/>
                  </a:cubicBezTo>
                  <a:cubicBezTo>
                    <a:pt x="618" y="7"/>
                    <a:pt x="393" y="147"/>
                    <a:pt x="674" y="540"/>
                  </a:cubicBezTo>
                  <a:cubicBezTo>
                    <a:pt x="983" y="905"/>
                    <a:pt x="1881" y="990"/>
                    <a:pt x="1881" y="1355"/>
                  </a:cubicBezTo>
                  <a:lnTo>
                    <a:pt x="1881" y="3713"/>
                  </a:lnTo>
                  <a:cubicBezTo>
                    <a:pt x="1881" y="3713"/>
                    <a:pt x="1516" y="2646"/>
                    <a:pt x="1292" y="2028"/>
                  </a:cubicBezTo>
                  <a:cubicBezTo>
                    <a:pt x="1135" y="1618"/>
                    <a:pt x="653" y="1384"/>
                    <a:pt x="345" y="1384"/>
                  </a:cubicBezTo>
                  <a:cubicBezTo>
                    <a:pt x="211" y="1384"/>
                    <a:pt x="110" y="1429"/>
                    <a:pt x="85" y="1523"/>
                  </a:cubicBezTo>
                  <a:cubicBezTo>
                    <a:pt x="0" y="1804"/>
                    <a:pt x="534" y="2337"/>
                    <a:pt x="758" y="3179"/>
                  </a:cubicBezTo>
                  <a:cubicBezTo>
                    <a:pt x="983" y="3994"/>
                    <a:pt x="899" y="5594"/>
                    <a:pt x="899" y="5594"/>
                  </a:cubicBezTo>
                  <a:cubicBezTo>
                    <a:pt x="899" y="5594"/>
                    <a:pt x="843" y="6492"/>
                    <a:pt x="1516" y="7250"/>
                  </a:cubicBezTo>
                  <a:cubicBezTo>
                    <a:pt x="2190" y="8008"/>
                    <a:pt x="3482" y="9356"/>
                    <a:pt x="3482" y="9356"/>
                  </a:cubicBezTo>
                  <a:lnTo>
                    <a:pt x="5054" y="8149"/>
                  </a:lnTo>
                  <a:cubicBezTo>
                    <a:pt x="5054" y="8149"/>
                    <a:pt x="4520" y="6801"/>
                    <a:pt x="4689" y="6127"/>
                  </a:cubicBezTo>
                  <a:cubicBezTo>
                    <a:pt x="4829" y="5425"/>
                    <a:pt x="4913" y="4387"/>
                    <a:pt x="4520" y="3544"/>
                  </a:cubicBezTo>
                  <a:cubicBezTo>
                    <a:pt x="4155" y="2730"/>
                    <a:pt x="2948" y="2562"/>
                    <a:pt x="2948" y="2562"/>
                  </a:cubicBezTo>
                  <a:cubicBezTo>
                    <a:pt x="2948" y="2562"/>
                    <a:pt x="3032" y="2281"/>
                    <a:pt x="3032" y="1888"/>
                  </a:cubicBezTo>
                  <a:cubicBezTo>
                    <a:pt x="3032" y="1523"/>
                    <a:pt x="3032" y="821"/>
                    <a:pt x="2499" y="372"/>
                  </a:cubicBezTo>
                  <a:cubicBezTo>
                    <a:pt x="2111" y="45"/>
                    <a:pt x="1530" y="1"/>
                    <a:pt x="1156" y="1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4" name="Google Shape;1884;p34"/>
            <p:cNvSpPr/>
            <p:nvPr/>
          </p:nvSpPr>
          <p:spPr>
            <a:xfrm>
              <a:off x="3395875" y="2653250"/>
              <a:ext cx="136900" cy="245950"/>
            </a:xfrm>
            <a:custGeom>
              <a:rect b="b" l="l" r="r" t="t"/>
              <a:pathLst>
                <a:path extrusionOk="0" h="9838" w="5476">
                  <a:moveTo>
                    <a:pt x="1292" y="478"/>
                  </a:moveTo>
                  <a:cubicBezTo>
                    <a:pt x="1461" y="478"/>
                    <a:pt x="1685" y="478"/>
                    <a:pt x="1910" y="534"/>
                  </a:cubicBezTo>
                  <a:cubicBezTo>
                    <a:pt x="2135" y="590"/>
                    <a:pt x="2359" y="674"/>
                    <a:pt x="2500" y="814"/>
                  </a:cubicBezTo>
                  <a:cubicBezTo>
                    <a:pt x="2724" y="983"/>
                    <a:pt x="2836" y="1236"/>
                    <a:pt x="2893" y="1460"/>
                  </a:cubicBezTo>
                  <a:cubicBezTo>
                    <a:pt x="2949" y="1713"/>
                    <a:pt x="2949" y="1937"/>
                    <a:pt x="2949" y="2134"/>
                  </a:cubicBezTo>
                  <a:cubicBezTo>
                    <a:pt x="2949" y="2302"/>
                    <a:pt x="2949" y="2471"/>
                    <a:pt x="2921" y="2583"/>
                  </a:cubicBezTo>
                  <a:cubicBezTo>
                    <a:pt x="2921" y="2639"/>
                    <a:pt x="2921" y="2695"/>
                    <a:pt x="2893" y="2724"/>
                  </a:cubicBezTo>
                  <a:lnTo>
                    <a:pt x="2893" y="2752"/>
                  </a:lnTo>
                  <a:cubicBezTo>
                    <a:pt x="2865" y="2836"/>
                    <a:pt x="2893" y="2892"/>
                    <a:pt x="2921" y="2948"/>
                  </a:cubicBezTo>
                  <a:cubicBezTo>
                    <a:pt x="2977" y="3004"/>
                    <a:pt x="3033" y="3032"/>
                    <a:pt x="3089" y="3060"/>
                  </a:cubicBezTo>
                  <a:cubicBezTo>
                    <a:pt x="3145" y="3060"/>
                    <a:pt x="3426" y="3117"/>
                    <a:pt x="3735" y="3229"/>
                  </a:cubicBezTo>
                  <a:cubicBezTo>
                    <a:pt x="4044" y="3369"/>
                    <a:pt x="4352" y="3594"/>
                    <a:pt x="4493" y="3903"/>
                  </a:cubicBezTo>
                  <a:cubicBezTo>
                    <a:pt x="4661" y="4296"/>
                    <a:pt x="4746" y="4773"/>
                    <a:pt x="4746" y="5222"/>
                  </a:cubicBezTo>
                  <a:cubicBezTo>
                    <a:pt x="4746" y="5643"/>
                    <a:pt x="4689" y="6008"/>
                    <a:pt x="4633" y="6317"/>
                  </a:cubicBezTo>
                  <a:cubicBezTo>
                    <a:pt x="4605" y="6429"/>
                    <a:pt x="4605" y="6542"/>
                    <a:pt x="4605" y="6654"/>
                  </a:cubicBezTo>
                  <a:cubicBezTo>
                    <a:pt x="4605" y="7047"/>
                    <a:pt x="4689" y="7496"/>
                    <a:pt x="4802" y="7861"/>
                  </a:cubicBezTo>
                  <a:cubicBezTo>
                    <a:pt x="4861" y="8055"/>
                    <a:pt x="4913" y="8217"/>
                    <a:pt x="4952" y="8326"/>
                  </a:cubicBezTo>
                  <a:lnTo>
                    <a:pt x="4952" y="8326"/>
                  </a:lnTo>
                  <a:lnTo>
                    <a:pt x="3676" y="9306"/>
                  </a:lnTo>
                  <a:lnTo>
                    <a:pt x="3676" y="9306"/>
                  </a:lnTo>
                  <a:cubicBezTo>
                    <a:pt x="3541" y="9161"/>
                    <a:pt x="3325" y="8928"/>
                    <a:pt x="3089" y="8675"/>
                  </a:cubicBezTo>
                  <a:cubicBezTo>
                    <a:pt x="2696" y="8254"/>
                    <a:pt x="2191" y="7721"/>
                    <a:pt x="1854" y="7328"/>
                  </a:cubicBezTo>
                  <a:cubicBezTo>
                    <a:pt x="1348" y="6794"/>
                    <a:pt x="1320" y="6121"/>
                    <a:pt x="1320" y="5924"/>
                  </a:cubicBezTo>
                  <a:lnTo>
                    <a:pt x="1320" y="5868"/>
                  </a:lnTo>
                  <a:lnTo>
                    <a:pt x="1320" y="5840"/>
                  </a:lnTo>
                  <a:cubicBezTo>
                    <a:pt x="1320" y="5840"/>
                    <a:pt x="1320" y="5587"/>
                    <a:pt x="1320" y="5222"/>
                  </a:cubicBezTo>
                  <a:cubicBezTo>
                    <a:pt x="1320" y="4689"/>
                    <a:pt x="1292" y="3903"/>
                    <a:pt x="1152" y="3369"/>
                  </a:cubicBezTo>
                  <a:cubicBezTo>
                    <a:pt x="1040" y="2948"/>
                    <a:pt x="843" y="2611"/>
                    <a:pt x="703" y="2330"/>
                  </a:cubicBezTo>
                  <a:cubicBezTo>
                    <a:pt x="647" y="2190"/>
                    <a:pt x="562" y="2078"/>
                    <a:pt x="534" y="1994"/>
                  </a:cubicBezTo>
                  <a:cubicBezTo>
                    <a:pt x="498" y="1939"/>
                    <a:pt x="485" y="1885"/>
                    <a:pt x="481" y="1853"/>
                  </a:cubicBezTo>
                  <a:lnTo>
                    <a:pt x="506" y="1853"/>
                  </a:lnTo>
                  <a:cubicBezTo>
                    <a:pt x="590" y="1853"/>
                    <a:pt x="759" y="1909"/>
                    <a:pt x="899" y="1994"/>
                  </a:cubicBezTo>
                  <a:cubicBezTo>
                    <a:pt x="1068" y="2078"/>
                    <a:pt x="1180" y="2218"/>
                    <a:pt x="1236" y="2359"/>
                  </a:cubicBezTo>
                  <a:cubicBezTo>
                    <a:pt x="1348" y="2667"/>
                    <a:pt x="1489" y="3088"/>
                    <a:pt x="1629" y="3425"/>
                  </a:cubicBezTo>
                  <a:cubicBezTo>
                    <a:pt x="1707" y="3660"/>
                    <a:pt x="1785" y="3853"/>
                    <a:pt x="1826" y="3949"/>
                  </a:cubicBezTo>
                  <a:lnTo>
                    <a:pt x="1826" y="3949"/>
                  </a:lnTo>
                  <a:lnTo>
                    <a:pt x="1826" y="3959"/>
                  </a:lnTo>
                  <a:lnTo>
                    <a:pt x="1830" y="3959"/>
                  </a:lnTo>
                  <a:cubicBezTo>
                    <a:pt x="1845" y="3995"/>
                    <a:pt x="1854" y="4015"/>
                    <a:pt x="1854" y="4015"/>
                  </a:cubicBezTo>
                  <a:cubicBezTo>
                    <a:pt x="1882" y="4127"/>
                    <a:pt x="1994" y="4183"/>
                    <a:pt x="2107" y="4183"/>
                  </a:cubicBezTo>
                  <a:cubicBezTo>
                    <a:pt x="2219" y="4155"/>
                    <a:pt x="2303" y="4071"/>
                    <a:pt x="2303" y="3959"/>
                  </a:cubicBezTo>
                  <a:lnTo>
                    <a:pt x="2303" y="1601"/>
                  </a:lnTo>
                  <a:cubicBezTo>
                    <a:pt x="2303" y="1516"/>
                    <a:pt x="2275" y="1432"/>
                    <a:pt x="2219" y="1348"/>
                  </a:cubicBezTo>
                  <a:cubicBezTo>
                    <a:pt x="2135" y="1236"/>
                    <a:pt x="2022" y="1151"/>
                    <a:pt x="1910" y="1095"/>
                  </a:cubicBezTo>
                  <a:cubicBezTo>
                    <a:pt x="1742" y="1011"/>
                    <a:pt x="1545" y="927"/>
                    <a:pt x="1377" y="871"/>
                  </a:cubicBezTo>
                  <a:cubicBezTo>
                    <a:pt x="1236" y="786"/>
                    <a:pt x="1096" y="702"/>
                    <a:pt x="1040" y="618"/>
                  </a:cubicBezTo>
                  <a:cubicBezTo>
                    <a:pt x="984" y="590"/>
                    <a:pt x="955" y="534"/>
                    <a:pt x="955" y="506"/>
                  </a:cubicBezTo>
                  <a:lnTo>
                    <a:pt x="948" y="499"/>
                  </a:lnTo>
                  <a:lnTo>
                    <a:pt x="948" y="499"/>
                  </a:lnTo>
                  <a:lnTo>
                    <a:pt x="1012" y="478"/>
                  </a:lnTo>
                  <a:close/>
                  <a:moveTo>
                    <a:pt x="1292" y="0"/>
                  </a:moveTo>
                  <a:cubicBezTo>
                    <a:pt x="1152" y="0"/>
                    <a:pt x="1040" y="28"/>
                    <a:pt x="1012" y="28"/>
                  </a:cubicBezTo>
                  <a:cubicBezTo>
                    <a:pt x="899" y="28"/>
                    <a:pt x="787" y="28"/>
                    <a:pt x="675" y="113"/>
                  </a:cubicBezTo>
                  <a:cubicBezTo>
                    <a:pt x="562" y="169"/>
                    <a:pt x="478" y="309"/>
                    <a:pt x="478" y="478"/>
                  </a:cubicBezTo>
                  <a:cubicBezTo>
                    <a:pt x="478" y="618"/>
                    <a:pt x="562" y="758"/>
                    <a:pt x="675" y="927"/>
                  </a:cubicBezTo>
                  <a:cubicBezTo>
                    <a:pt x="787" y="1067"/>
                    <a:pt x="927" y="1151"/>
                    <a:pt x="1068" y="1207"/>
                  </a:cubicBezTo>
                  <a:cubicBezTo>
                    <a:pt x="1264" y="1320"/>
                    <a:pt x="1489" y="1404"/>
                    <a:pt x="1657" y="1488"/>
                  </a:cubicBezTo>
                  <a:cubicBezTo>
                    <a:pt x="1742" y="1516"/>
                    <a:pt x="1798" y="1572"/>
                    <a:pt x="1798" y="1601"/>
                  </a:cubicBezTo>
                  <a:lnTo>
                    <a:pt x="1826" y="1601"/>
                  </a:lnTo>
                  <a:lnTo>
                    <a:pt x="1826" y="2597"/>
                  </a:lnTo>
                  <a:lnTo>
                    <a:pt x="1826" y="2597"/>
                  </a:lnTo>
                  <a:cubicBezTo>
                    <a:pt x="1776" y="2460"/>
                    <a:pt x="1728" y="2331"/>
                    <a:pt x="1685" y="2218"/>
                  </a:cubicBezTo>
                  <a:cubicBezTo>
                    <a:pt x="1573" y="1937"/>
                    <a:pt x="1377" y="1741"/>
                    <a:pt x="1152" y="1601"/>
                  </a:cubicBezTo>
                  <a:cubicBezTo>
                    <a:pt x="927" y="1460"/>
                    <a:pt x="703" y="1404"/>
                    <a:pt x="506" y="1404"/>
                  </a:cubicBezTo>
                  <a:cubicBezTo>
                    <a:pt x="394" y="1404"/>
                    <a:pt x="310" y="1404"/>
                    <a:pt x="226" y="1460"/>
                  </a:cubicBezTo>
                  <a:cubicBezTo>
                    <a:pt x="147" y="1486"/>
                    <a:pt x="68" y="1562"/>
                    <a:pt x="35" y="1687"/>
                  </a:cubicBezTo>
                  <a:lnTo>
                    <a:pt x="35" y="1687"/>
                  </a:lnTo>
                  <a:lnTo>
                    <a:pt x="29" y="1685"/>
                  </a:lnTo>
                  <a:cubicBezTo>
                    <a:pt x="1" y="1741"/>
                    <a:pt x="1" y="1797"/>
                    <a:pt x="1" y="1825"/>
                  </a:cubicBezTo>
                  <a:cubicBezTo>
                    <a:pt x="1" y="1965"/>
                    <a:pt x="57" y="2078"/>
                    <a:pt x="113" y="2190"/>
                  </a:cubicBezTo>
                  <a:cubicBezTo>
                    <a:pt x="282" y="2527"/>
                    <a:pt x="562" y="2948"/>
                    <a:pt x="703" y="3482"/>
                  </a:cubicBezTo>
                  <a:cubicBezTo>
                    <a:pt x="815" y="3931"/>
                    <a:pt x="871" y="4689"/>
                    <a:pt x="871" y="5222"/>
                  </a:cubicBezTo>
                  <a:cubicBezTo>
                    <a:pt x="871" y="5391"/>
                    <a:pt x="843" y="5559"/>
                    <a:pt x="843" y="5643"/>
                  </a:cubicBezTo>
                  <a:cubicBezTo>
                    <a:pt x="843" y="5756"/>
                    <a:pt x="843" y="5812"/>
                    <a:pt x="843" y="5812"/>
                  </a:cubicBezTo>
                  <a:cubicBezTo>
                    <a:pt x="843" y="5812"/>
                    <a:pt x="843" y="5868"/>
                    <a:pt x="843" y="5924"/>
                  </a:cubicBezTo>
                  <a:cubicBezTo>
                    <a:pt x="843" y="6177"/>
                    <a:pt x="899" y="6963"/>
                    <a:pt x="1517" y="7665"/>
                  </a:cubicBezTo>
                  <a:cubicBezTo>
                    <a:pt x="2191" y="8423"/>
                    <a:pt x="3482" y="9770"/>
                    <a:pt x="3482" y="9770"/>
                  </a:cubicBezTo>
                  <a:cubicBezTo>
                    <a:pt x="3529" y="9817"/>
                    <a:pt x="3592" y="9837"/>
                    <a:pt x="3654" y="9837"/>
                  </a:cubicBezTo>
                  <a:cubicBezTo>
                    <a:pt x="3704" y="9837"/>
                    <a:pt x="3753" y="9824"/>
                    <a:pt x="3791" y="9798"/>
                  </a:cubicBezTo>
                  <a:lnTo>
                    <a:pt x="5363" y="8591"/>
                  </a:lnTo>
                  <a:cubicBezTo>
                    <a:pt x="5447" y="8535"/>
                    <a:pt x="5475" y="8423"/>
                    <a:pt x="5447" y="8310"/>
                  </a:cubicBezTo>
                  <a:lnTo>
                    <a:pt x="5419" y="8282"/>
                  </a:lnTo>
                  <a:cubicBezTo>
                    <a:pt x="5391" y="8170"/>
                    <a:pt x="5307" y="7917"/>
                    <a:pt x="5223" y="7609"/>
                  </a:cubicBezTo>
                  <a:cubicBezTo>
                    <a:pt x="5139" y="7272"/>
                    <a:pt x="5054" y="6935"/>
                    <a:pt x="5054" y="6654"/>
                  </a:cubicBezTo>
                  <a:cubicBezTo>
                    <a:pt x="5054" y="6570"/>
                    <a:pt x="5054" y="6486"/>
                    <a:pt x="5082" y="6401"/>
                  </a:cubicBezTo>
                  <a:cubicBezTo>
                    <a:pt x="5167" y="6092"/>
                    <a:pt x="5223" y="5671"/>
                    <a:pt x="5223" y="5222"/>
                  </a:cubicBezTo>
                  <a:cubicBezTo>
                    <a:pt x="5223" y="4717"/>
                    <a:pt x="5139" y="4183"/>
                    <a:pt x="4914" y="3706"/>
                  </a:cubicBezTo>
                  <a:cubicBezTo>
                    <a:pt x="4689" y="3201"/>
                    <a:pt x="4240" y="2920"/>
                    <a:pt x="3847" y="2780"/>
                  </a:cubicBezTo>
                  <a:cubicBezTo>
                    <a:pt x="3674" y="2700"/>
                    <a:pt x="3513" y="2651"/>
                    <a:pt x="3389" y="2623"/>
                  </a:cubicBezTo>
                  <a:lnTo>
                    <a:pt x="3389" y="2623"/>
                  </a:lnTo>
                  <a:cubicBezTo>
                    <a:pt x="3408" y="2496"/>
                    <a:pt x="3426" y="2327"/>
                    <a:pt x="3426" y="2134"/>
                  </a:cubicBezTo>
                  <a:cubicBezTo>
                    <a:pt x="3426" y="1937"/>
                    <a:pt x="3426" y="1657"/>
                    <a:pt x="3342" y="1348"/>
                  </a:cubicBezTo>
                  <a:cubicBezTo>
                    <a:pt x="3286" y="1039"/>
                    <a:pt x="3117" y="702"/>
                    <a:pt x="2808" y="449"/>
                  </a:cubicBezTo>
                  <a:cubicBezTo>
                    <a:pt x="2584" y="253"/>
                    <a:pt x="2275" y="141"/>
                    <a:pt x="2022" y="84"/>
                  </a:cubicBezTo>
                  <a:cubicBezTo>
                    <a:pt x="1742" y="28"/>
                    <a:pt x="1489" y="0"/>
                    <a:pt x="12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5" name="Google Shape;1885;p34"/>
            <p:cNvSpPr/>
            <p:nvPr/>
          </p:nvSpPr>
          <p:spPr>
            <a:xfrm>
              <a:off x="3487125" y="2863100"/>
              <a:ext cx="346050" cy="500625"/>
            </a:xfrm>
            <a:custGeom>
              <a:rect b="b" l="l" r="r" t="t"/>
              <a:pathLst>
                <a:path extrusionOk="0" h="20025" w="13842">
                  <a:moveTo>
                    <a:pt x="1573" y="1"/>
                  </a:moveTo>
                  <a:lnTo>
                    <a:pt x="1" y="1208"/>
                  </a:lnTo>
                  <a:cubicBezTo>
                    <a:pt x="1" y="1208"/>
                    <a:pt x="8732" y="19007"/>
                    <a:pt x="9546" y="19597"/>
                  </a:cubicBezTo>
                  <a:cubicBezTo>
                    <a:pt x="9893" y="19851"/>
                    <a:pt x="10274" y="20025"/>
                    <a:pt x="10686" y="20025"/>
                  </a:cubicBezTo>
                  <a:cubicBezTo>
                    <a:pt x="11273" y="20025"/>
                    <a:pt x="11925" y="19672"/>
                    <a:pt x="12634" y="18698"/>
                  </a:cubicBezTo>
                  <a:cubicBezTo>
                    <a:pt x="13841" y="17042"/>
                    <a:pt x="13701" y="15975"/>
                    <a:pt x="12859" y="14094"/>
                  </a:cubicBezTo>
                  <a:cubicBezTo>
                    <a:pt x="12045" y="12213"/>
                    <a:pt x="1573" y="1"/>
                    <a:pt x="15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6" name="Google Shape;1886;p34"/>
            <p:cNvSpPr/>
            <p:nvPr/>
          </p:nvSpPr>
          <p:spPr>
            <a:xfrm>
              <a:off x="3480800" y="2857400"/>
              <a:ext cx="350275" cy="512475"/>
            </a:xfrm>
            <a:custGeom>
              <a:rect b="b" l="l" r="r" t="t"/>
              <a:pathLst>
                <a:path extrusionOk="0" h="20499" w="14011">
                  <a:moveTo>
                    <a:pt x="1802" y="551"/>
                  </a:moveTo>
                  <a:cubicBezTo>
                    <a:pt x="1878" y="634"/>
                    <a:pt x="1981" y="752"/>
                    <a:pt x="2107" y="902"/>
                  </a:cubicBezTo>
                  <a:cubicBezTo>
                    <a:pt x="3117" y="2082"/>
                    <a:pt x="5644" y="5086"/>
                    <a:pt x="8002" y="7949"/>
                  </a:cubicBezTo>
                  <a:cubicBezTo>
                    <a:pt x="9181" y="9409"/>
                    <a:pt x="10332" y="10813"/>
                    <a:pt x="11231" y="11992"/>
                  </a:cubicBezTo>
                  <a:cubicBezTo>
                    <a:pt x="11680" y="12553"/>
                    <a:pt x="12045" y="13087"/>
                    <a:pt x="12354" y="13508"/>
                  </a:cubicBezTo>
                  <a:cubicBezTo>
                    <a:pt x="12635" y="13929"/>
                    <a:pt x="12831" y="14238"/>
                    <a:pt x="12915" y="14434"/>
                  </a:cubicBezTo>
                  <a:cubicBezTo>
                    <a:pt x="13308" y="15333"/>
                    <a:pt x="13533" y="16035"/>
                    <a:pt x="13533" y="16680"/>
                  </a:cubicBezTo>
                  <a:cubicBezTo>
                    <a:pt x="13533" y="17326"/>
                    <a:pt x="13308" y="17972"/>
                    <a:pt x="12719" y="18786"/>
                  </a:cubicBezTo>
                  <a:cubicBezTo>
                    <a:pt x="12354" y="19263"/>
                    <a:pt x="12045" y="19572"/>
                    <a:pt x="11736" y="19769"/>
                  </a:cubicBezTo>
                  <a:cubicBezTo>
                    <a:pt x="11455" y="19965"/>
                    <a:pt x="11175" y="20021"/>
                    <a:pt x="10950" y="20021"/>
                  </a:cubicBezTo>
                  <a:cubicBezTo>
                    <a:pt x="10585" y="20021"/>
                    <a:pt x="10248" y="19881"/>
                    <a:pt x="9939" y="19656"/>
                  </a:cubicBezTo>
                  <a:cubicBezTo>
                    <a:pt x="9939" y="19656"/>
                    <a:pt x="9911" y="19628"/>
                    <a:pt x="9883" y="19572"/>
                  </a:cubicBezTo>
                  <a:cubicBezTo>
                    <a:pt x="9715" y="19376"/>
                    <a:pt x="9462" y="18926"/>
                    <a:pt x="9097" y="18337"/>
                  </a:cubicBezTo>
                  <a:cubicBezTo>
                    <a:pt x="7890" y="16175"/>
                    <a:pt x="5728" y="11936"/>
                    <a:pt x="3875" y="8230"/>
                  </a:cubicBezTo>
                  <a:cubicBezTo>
                    <a:pt x="2949" y="6377"/>
                    <a:pt x="2078" y="4636"/>
                    <a:pt x="1461" y="3401"/>
                  </a:cubicBezTo>
                  <a:cubicBezTo>
                    <a:pt x="1152" y="2755"/>
                    <a:pt x="899" y="2250"/>
                    <a:pt x="731" y="1885"/>
                  </a:cubicBezTo>
                  <a:cubicBezTo>
                    <a:pt x="655" y="1732"/>
                    <a:pt x="590" y="1609"/>
                    <a:pt x="542" y="1519"/>
                  </a:cubicBezTo>
                  <a:lnTo>
                    <a:pt x="542" y="1519"/>
                  </a:lnTo>
                  <a:lnTo>
                    <a:pt x="1802" y="551"/>
                  </a:lnTo>
                  <a:close/>
                  <a:moveTo>
                    <a:pt x="1852" y="0"/>
                  </a:moveTo>
                  <a:cubicBezTo>
                    <a:pt x="1796" y="0"/>
                    <a:pt x="1738" y="21"/>
                    <a:pt x="1685" y="60"/>
                  </a:cubicBezTo>
                  <a:lnTo>
                    <a:pt x="113" y="1267"/>
                  </a:lnTo>
                  <a:cubicBezTo>
                    <a:pt x="29" y="1324"/>
                    <a:pt x="1" y="1436"/>
                    <a:pt x="29" y="1548"/>
                  </a:cubicBezTo>
                  <a:cubicBezTo>
                    <a:pt x="29" y="1548"/>
                    <a:pt x="2219" y="5984"/>
                    <a:pt x="4493" y="10532"/>
                  </a:cubicBezTo>
                  <a:cubicBezTo>
                    <a:pt x="5644" y="12778"/>
                    <a:pt x="6823" y="15052"/>
                    <a:pt x="7750" y="16821"/>
                  </a:cubicBezTo>
                  <a:cubicBezTo>
                    <a:pt x="8227" y="17691"/>
                    <a:pt x="8620" y="18449"/>
                    <a:pt x="8957" y="18983"/>
                  </a:cubicBezTo>
                  <a:cubicBezTo>
                    <a:pt x="9125" y="19263"/>
                    <a:pt x="9238" y="19488"/>
                    <a:pt x="9378" y="19656"/>
                  </a:cubicBezTo>
                  <a:cubicBezTo>
                    <a:pt x="9434" y="19741"/>
                    <a:pt x="9462" y="19825"/>
                    <a:pt x="9518" y="19881"/>
                  </a:cubicBezTo>
                  <a:cubicBezTo>
                    <a:pt x="9574" y="19937"/>
                    <a:pt x="9603" y="19993"/>
                    <a:pt x="9659" y="20021"/>
                  </a:cubicBezTo>
                  <a:cubicBezTo>
                    <a:pt x="10024" y="20302"/>
                    <a:pt x="10473" y="20499"/>
                    <a:pt x="10950" y="20499"/>
                  </a:cubicBezTo>
                  <a:cubicBezTo>
                    <a:pt x="11287" y="20499"/>
                    <a:pt x="11652" y="20386"/>
                    <a:pt x="11989" y="20162"/>
                  </a:cubicBezTo>
                  <a:cubicBezTo>
                    <a:pt x="12354" y="19937"/>
                    <a:pt x="12719" y="19572"/>
                    <a:pt x="13084" y="19067"/>
                  </a:cubicBezTo>
                  <a:cubicBezTo>
                    <a:pt x="13730" y="18196"/>
                    <a:pt x="14010" y="17467"/>
                    <a:pt x="14010" y="16680"/>
                  </a:cubicBezTo>
                  <a:cubicBezTo>
                    <a:pt x="14010" y="15922"/>
                    <a:pt x="13758" y="15164"/>
                    <a:pt x="13336" y="14238"/>
                  </a:cubicBezTo>
                  <a:cubicBezTo>
                    <a:pt x="13224" y="13957"/>
                    <a:pt x="12971" y="13564"/>
                    <a:pt x="12578" y="13031"/>
                  </a:cubicBezTo>
                  <a:cubicBezTo>
                    <a:pt x="11315" y="11234"/>
                    <a:pt x="8676" y="8005"/>
                    <a:pt x="6346" y="5198"/>
                  </a:cubicBezTo>
                  <a:cubicBezTo>
                    <a:pt x="4016" y="2418"/>
                    <a:pt x="2022" y="88"/>
                    <a:pt x="2022" y="88"/>
                  </a:cubicBezTo>
                  <a:cubicBezTo>
                    <a:pt x="1977" y="28"/>
                    <a:pt x="1916" y="0"/>
                    <a:pt x="185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7" name="Google Shape;1887;p34"/>
            <p:cNvSpPr/>
            <p:nvPr/>
          </p:nvSpPr>
          <p:spPr>
            <a:xfrm>
              <a:off x="3115850" y="2418375"/>
              <a:ext cx="301125" cy="330350"/>
            </a:xfrm>
            <a:custGeom>
              <a:rect b="b" l="l" r="r" t="t"/>
              <a:pathLst>
                <a:path extrusionOk="0" h="13214" w="12045">
                  <a:moveTo>
                    <a:pt x="7069" y="1"/>
                  </a:moveTo>
                  <a:cubicBezTo>
                    <a:pt x="6062" y="1"/>
                    <a:pt x="4893" y="75"/>
                    <a:pt x="3818" y="327"/>
                  </a:cubicBezTo>
                  <a:cubicBezTo>
                    <a:pt x="1179" y="945"/>
                    <a:pt x="0" y="3359"/>
                    <a:pt x="786" y="5746"/>
                  </a:cubicBezTo>
                  <a:cubicBezTo>
                    <a:pt x="1572" y="8104"/>
                    <a:pt x="2358" y="9564"/>
                    <a:pt x="2358" y="9564"/>
                  </a:cubicBezTo>
                  <a:lnTo>
                    <a:pt x="2246" y="12877"/>
                  </a:lnTo>
                  <a:lnTo>
                    <a:pt x="4324" y="12877"/>
                  </a:lnTo>
                  <a:cubicBezTo>
                    <a:pt x="5390" y="12877"/>
                    <a:pt x="8086" y="13213"/>
                    <a:pt x="8086" y="13213"/>
                  </a:cubicBezTo>
                  <a:lnTo>
                    <a:pt x="8198" y="11080"/>
                  </a:lnTo>
                  <a:cubicBezTo>
                    <a:pt x="8198" y="11080"/>
                    <a:pt x="9130" y="11257"/>
                    <a:pt x="9869" y="11257"/>
                  </a:cubicBezTo>
                  <a:cubicBezTo>
                    <a:pt x="9961" y="11257"/>
                    <a:pt x="10051" y="11254"/>
                    <a:pt x="10135" y="11248"/>
                  </a:cubicBezTo>
                  <a:cubicBezTo>
                    <a:pt x="10865" y="11192"/>
                    <a:pt x="11258" y="11136"/>
                    <a:pt x="11258" y="10350"/>
                  </a:cubicBezTo>
                  <a:cubicBezTo>
                    <a:pt x="11258" y="9564"/>
                    <a:pt x="11427" y="7149"/>
                    <a:pt x="11427" y="7149"/>
                  </a:cubicBezTo>
                  <a:cubicBezTo>
                    <a:pt x="11427" y="7149"/>
                    <a:pt x="11595" y="6981"/>
                    <a:pt x="11820" y="6532"/>
                  </a:cubicBezTo>
                  <a:cubicBezTo>
                    <a:pt x="12044" y="6082"/>
                    <a:pt x="11651" y="5914"/>
                    <a:pt x="11314" y="5324"/>
                  </a:cubicBezTo>
                  <a:cubicBezTo>
                    <a:pt x="10977" y="4763"/>
                    <a:pt x="10809" y="4201"/>
                    <a:pt x="10809" y="3528"/>
                  </a:cubicBezTo>
                  <a:cubicBezTo>
                    <a:pt x="10809" y="2854"/>
                    <a:pt x="9658" y="159"/>
                    <a:pt x="9658" y="159"/>
                  </a:cubicBezTo>
                  <a:cubicBezTo>
                    <a:pt x="9658" y="159"/>
                    <a:pt x="8534" y="1"/>
                    <a:pt x="7069" y="1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8" name="Google Shape;1888;p34"/>
            <p:cNvSpPr/>
            <p:nvPr/>
          </p:nvSpPr>
          <p:spPr>
            <a:xfrm>
              <a:off x="3123550" y="2412500"/>
              <a:ext cx="294825" cy="342125"/>
            </a:xfrm>
            <a:custGeom>
              <a:rect b="b" l="l" r="r" t="t"/>
              <a:pathLst>
                <a:path extrusionOk="0" h="13685" w="11793">
                  <a:moveTo>
                    <a:pt x="6767" y="478"/>
                  </a:moveTo>
                  <a:cubicBezTo>
                    <a:pt x="7497" y="478"/>
                    <a:pt x="8143" y="506"/>
                    <a:pt x="8592" y="562"/>
                  </a:cubicBezTo>
                  <a:cubicBezTo>
                    <a:pt x="8816" y="562"/>
                    <a:pt x="9013" y="590"/>
                    <a:pt x="9125" y="590"/>
                  </a:cubicBezTo>
                  <a:cubicBezTo>
                    <a:pt x="9152" y="596"/>
                    <a:pt x="9177" y="600"/>
                    <a:pt x="9198" y="604"/>
                  </a:cubicBezTo>
                  <a:lnTo>
                    <a:pt x="9198" y="604"/>
                  </a:lnTo>
                  <a:cubicBezTo>
                    <a:pt x="9226" y="681"/>
                    <a:pt x="9267" y="791"/>
                    <a:pt x="9322" y="927"/>
                  </a:cubicBezTo>
                  <a:cubicBezTo>
                    <a:pt x="9490" y="1320"/>
                    <a:pt x="9715" y="1910"/>
                    <a:pt x="9911" y="2471"/>
                  </a:cubicBezTo>
                  <a:cubicBezTo>
                    <a:pt x="10024" y="2780"/>
                    <a:pt x="10108" y="3033"/>
                    <a:pt x="10164" y="3257"/>
                  </a:cubicBezTo>
                  <a:cubicBezTo>
                    <a:pt x="10220" y="3510"/>
                    <a:pt x="10248" y="3678"/>
                    <a:pt x="10248" y="3763"/>
                  </a:cubicBezTo>
                  <a:cubicBezTo>
                    <a:pt x="10248" y="4493"/>
                    <a:pt x="10445" y="5110"/>
                    <a:pt x="10782" y="5700"/>
                  </a:cubicBezTo>
                  <a:cubicBezTo>
                    <a:pt x="10950" y="5924"/>
                    <a:pt x="11090" y="6121"/>
                    <a:pt x="11203" y="6233"/>
                  </a:cubicBezTo>
                  <a:cubicBezTo>
                    <a:pt x="11259" y="6317"/>
                    <a:pt x="11287" y="6374"/>
                    <a:pt x="11315" y="6402"/>
                  </a:cubicBezTo>
                  <a:cubicBezTo>
                    <a:pt x="11315" y="6458"/>
                    <a:pt x="11343" y="6486"/>
                    <a:pt x="11343" y="6514"/>
                  </a:cubicBezTo>
                  <a:cubicBezTo>
                    <a:pt x="11343" y="6542"/>
                    <a:pt x="11315" y="6570"/>
                    <a:pt x="11287" y="6654"/>
                  </a:cubicBezTo>
                  <a:cubicBezTo>
                    <a:pt x="11175" y="6879"/>
                    <a:pt x="11090" y="7019"/>
                    <a:pt x="11034" y="7104"/>
                  </a:cubicBezTo>
                  <a:cubicBezTo>
                    <a:pt x="11006" y="7132"/>
                    <a:pt x="10978" y="7160"/>
                    <a:pt x="10950" y="7188"/>
                  </a:cubicBezTo>
                  <a:lnTo>
                    <a:pt x="10950" y="7216"/>
                  </a:lnTo>
                  <a:cubicBezTo>
                    <a:pt x="10894" y="7244"/>
                    <a:pt x="10866" y="7300"/>
                    <a:pt x="10866" y="7356"/>
                  </a:cubicBezTo>
                  <a:cubicBezTo>
                    <a:pt x="10866" y="7356"/>
                    <a:pt x="10697" y="9771"/>
                    <a:pt x="10697" y="10585"/>
                  </a:cubicBezTo>
                  <a:cubicBezTo>
                    <a:pt x="10697" y="10753"/>
                    <a:pt x="10669" y="10894"/>
                    <a:pt x="10641" y="10950"/>
                  </a:cubicBezTo>
                  <a:cubicBezTo>
                    <a:pt x="10613" y="11062"/>
                    <a:pt x="10557" y="11118"/>
                    <a:pt x="10417" y="11146"/>
                  </a:cubicBezTo>
                  <a:cubicBezTo>
                    <a:pt x="10276" y="11202"/>
                    <a:pt x="10080" y="11231"/>
                    <a:pt x="9799" y="11259"/>
                  </a:cubicBezTo>
                  <a:lnTo>
                    <a:pt x="9546" y="11259"/>
                  </a:lnTo>
                  <a:cubicBezTo>
                    <a:pt x="9209" y="11259"/>
                    <a:pt x="8816" y="11202"/>
                    <a:pt x="8479" y="11174"/>
                  </a:cubicBezTo>
                  <a:cubicBezTo>
                    <a:pt x="8339" y="11146"/>
                    <a:pt x="8199" y="11118"/>
                    <a:pt x="8086" y="11118"/>
                  </a:cubicBezTo>
                  <a:cubicBezTo>
                    <a:pt x="8002" y="11090"/>
                    <a:pt x="7946" y="11090"/>
                    <a:pt x="7946" y="11090"/>
                  </a:cubicBezTo>
                  <a:cubicBezTo>
                    <a:pt x="7930" y="11082"/>
                    <a:pt x="7911" y="11079"/>
                    <a:pt x="7891" y="11079"/>
                  </a:cubicBezTo>
                  <a:cubicBezTo>
                    <a:pt x="7843" y="11079"/>
                    <a:pt x="7789" y="11098"/>
                    <a:pt x="7750" y="11118"/>
                  </a:cubicBezTo>
                  <a:cubicBezTo>
                    <a:pt x="7693" y="11174"/>
                    <a:pt x="7665" y="11231"/>
                    <a:pt x="7665" y="11315"/>
                  </a:cubicBezTo>
                  <a:lnTo>
                    <a:pt x="7566" y="13195"/>
                  </a:lnTo>
                  <a:lnTo>
                    <a:pt x="7566" y="13195"/>
                  </a:lnTo>
                  <a:cubicBezTo>
                    <a:pt x="7300" y="13163"/>
                    <a:pt x="6837" y="13109"/>
                    <a:pt x="6318" y="13055"/>
                  </a:cubicBezTo>
                  <a:cubicBezTo>
                    <a:pt x="5504" y="12971"/>
                    <a:pt x="4577" y="12887"/>
                    <a:pt x="4016" y="12887"/>
                  </a:cubicBezTo>
                  <a:lnTo>
                    <a:pt x="2170" y="12887"/>
                  </a:lnTo>
                  <a:lnTo>
                    <a:pt x="2275" y="9799"/>
                  </a:lnTo>
                  <a:lnTo>
                    <a:pt x="2247" y="9686"/>
                  </a:lnTo>
                  <a:cubicBezTo>
                    <a:pt x="2247" y="9686"/>
                    <a:pt x="2247" y="9658"/>
                    <a:pt x="2219" y="9630"/>
                  </a:cubicBezTo>
                  <a:cubicBezTo>
                    <a:pt x="2050" y="9321"/>
                    <a:pt x="1377" y="7946"/>
                    <a:pt x="703" y="5896"/>
                  </a:cubicBezTo>
                  <a:cubicBezTo>
                    <a:pt x="534" y="5419"/>
                    <a:pt x="478" y="4970"/>
                    <a:pt x="478" y="4521"/>
                  </a:cubicBezTo>
                  <a:cubicBezTo>
                    <a:pt x="478" y="3650"/>
                    <a:pt x="731" y="2836"/>
                    <a:pt x="1264" y="2190"/>
                  </a:cubicBezTo>
                  <a:cubicBezTo>
                    <a:pt x="1798" y="1517"/>
                    <a:pt x="2556" y="1039"/>
                    <a:pt x="3566" y="787"/>
                  </a:cubicBezTo>
                  <a:cubicBezTo>
                    <a:pt x="4605" y="534"/>
                    <a:pt x="5784" y="478"/>
                    <a:pt x="6767" y="478"/>
                  </a:cubicBezTo>
                  <a:close/>
                  <a:moveTo>
                    <a:pt x="6767" y="1"/>
                  </a:moveTo>
                  <a:cubicBezTo>
                    <a:pt x="5756" y="1"/>
                    <a:pt x="4549" y="85"/>
                    <a:pt x="3454" y="338"/>
                  </a:cubicBezTo>
                  <a:cubicBezTo>
                    <a:pt x="2359" y="590"/>
                    <a:pt x="1489" y="1152"/>
                    <a:pt x="899" y="1882"/>
                  </a:cubicBezTo>
                  <a:cubicBezTo>
                    <a:pt x="310" y="2640"/>
                    <a:pt x="1" y="3566"/>
                    <a:pt x="1" y="4521"/>
                  </a:cubicBezTo>
                  <a:cubicBezTo>
                    <a:pt x="1" y="5026"/>
                    <a:pt x="85" y="5531"/>
                    <a:pt x="254" y="6037"/>
                  </a:cubicBezTo>
                  <a:cubicBezTo>
                    <a:pt x="961" y="8185"/>
                    <a:pt x="1669" y="9583"/>
                    <a:pt x="1824" y="9861"/>
                  </a:cubicBezTo>
                  <a:lnTo>
                    <a:pt x="1824" y="9861"/>
                  </a:lnTo>
                  <a:lnTo>
                    <a:pt x="1713" y="13112"/>
                  </a:lnTo>
                  <a:cubicBezTo>
                    <a:pt x="1685" y="13168"/>
                    <a:pt x="1713" y="13224"/>
                    <a:pt x="1770" y="13280"/>
                  </a:cubicBezTo>
                  <a:cubicBezTo>
                    <a:pt x="1798" y="13336"/>
                    <a:pt x="1882" y="13336"/>
                    <a:pt x="1938" y="13336"/>
                  </a:cubicBezTo>
                  <a:lnTo>
                    <a:pt x="4016" y="13336"/>
                  </a:lnTo>
                  <a:cubicBezTo>
                    <a:pt x="4521" y="13336"/>
                    <a:pt x="5475" y="13420"/>
                    <a:pt x="6290" y="13505"/>
                  </a:cubicBezTo>
                  <a:cubicBezTo>
                    <a:pt x="7076" y="13589"/>
                    <a:pt x="7750" y="13673"/>
                    <a:pt x="7750" y="13673"/>
                  </a:cubicBezTo>
                  <a:cubicBezTo>
                    <a:pt x="7774" y="13681"/>
                    <a:pt x="7796" y="13685"/>
                    <a:pt x="7817" y="13685"/>
                  </a:cubicBezTo>
                  <a:cubicBezTo>
                    <a:pt x="7867" y="13685"/>
                    <a:pt x="7906" y="13665"/>
                    <a:pt x="7946" y="13645"/>
                  </a:cubicBezTo>
                  <a:cubicBezTo>
                    <a:pt x="7974" y="13589"/>
                    <a:pt x="8030" y="13533"/>
                    <a:pt x="8030" y="13476"/>
                  </a:cubicBezTo>
                  <a:lnTo>
                    <a:pt x="8128" y="11590"/>
                  </a:lnTo>
                  <a:lnTo>
                    <a:pt x="8128" y="11590"/>
                  </a:lnTo>
                  <a:cubicBezTo>
                    <a:pt x="8459" y="11648"/>
                    <a:pt x="9040" y="11736"/>
                    <a:pt x="9546" y="11736"/>
                  </a:cubicBezTo>
                  <a:cubicBezTo>
                    <a:pt x="9659" y="11736"/>
                    <a:pt x="9743" y="11736"/>
                    <a:pt x="9827" y="11708"/>
                  </a:cubicBezTo>
                  <a:cubicBezTo>
                    <a:pt x="10192" y="11680"/>
                    <a:pt x="10501" y="11680"/>
                    <a:pt x="10782" y="11511"/>
                  </a:cubicBezTo>
                  <a:cubicBezTo>
                    <a:pt x="10922" y="11427"/>
                    <a:pt x="11006" y="11287"/>
                    <a:pt x="11090" y="11146"/>
                  </a:cubicBezTo>
                  <a:cubicBezTo>
                    <a:pt x="11147" y="10978"/>
                    <a:pt x="11175" y="10809"/>
                    <a:pt x="11175" y="10585"/>
                  </a:cubicBezTo>
                  <a:cubicBezTo>
                    <a:pt x="11175" y="10192"/>
                    <a:pt x="11203" y="9406"/>
                    <a:pt x="11259" y="8704"/>
                  </a:cubicBezTo>
                  <a:cubicBezTo>
                    <a:pt x="11280" y="8167"/>
                    <a:pt x="11318" y="7679"/>
                    <a:pt x="11335" y="7480"/>
                  </a:cubicBezTo>
                  <a:lnTo>
                    <a:pt x="11335" y="7480"/>
                  </a:lnTo>
                  <a:cubicBezTo>
                    <a:pt x="11407" y="7383"/>
                    <a:pt x="11550" y="7186"/>
                    <a:pt x="11708" y="6851"/>
                  </a:cubicBezTo>
                  <a:cubicBezTo>
                    <a:pt x="11764" y="6739"/>
                    <a:pt x="11792" y="6626"/>
                    <a:pt x="11792" y="6514"/>
                  </a:cubicBezTo>
                  <a:cubicBezTo>
                    <a:pt x="11792" y="6402"/>
                    <a:pt x="11764" y="6289"/>
                    <a:pt x="11736" y="6205"/>
                  </a:cubicBezTo>
                  <a:cubicBezTo>
                    <a:pt x="11596" y="5924"/>
                    <a:pt x="11371" y="5756"/>
                    <a:pt x="11203" y="5447"/>
                  </a:cubicBezTo>
                  <a:cubicBezTo>
                    <a:pt x="10866" y="4914"/>
                    <a:pt x="10725" y="4408"/>
                    <a:pt x="10725" y="3763"/>
                  </a:cubicBezTo>
                  <a:cubicBezTo>
                    <a:pt x="10725" y="3538"/>
                    <a:pt x="10641" y="3257"/>
                    <a:pt x="10529" y="2892"/>
                  </a:cubicBezTo>
                  <a:cubicBezTo>
                    <a:pt x="10220" y="1825"/>
                    <a:pt x="9574" y="309"/>
                    <a:pt x="9574" y="309"/>
                  </a:cubicBezTo>
                  <a:cubicBezTo>
                    <a:pt x="9546" y="225"/>
                    <a:pt x="9490" y="169"/>
                    <a:pt x="9406" y="169"/>
                  </a:cubicBezTo>
                  <a:cubicBezTo>
                    <a:pt x="9378" y="169"/>
                    <a:pt x="8255" y="1"/>
                    <a:pt x="67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9" name="Google Shape;1889;p34"/>
            <p:cNvSpPr/>
            <p:nvPr/>
          </p:nvSpPr>
          <p:spPr>
            <a:xfrm>
              <a:off x="3035125" y="2305125"/>
              <a:ext cx="402900" cy="383475"/>
            </a:xfrm>
            <a:custGeom>
              <a:rect b="b" l="l" r="r" t="t"/>
              <a:pathLst>
                <a:path extrusionOk="0" h="15339" w="16116">
                  <a:moveTo>
                    <a:pt x="10367" y="1"/>
                  </a:moveTo>
                  <a:cubicBezTo>
                    <a:pt x="10158" y="1"/>
                    <a:pt x="9948" y="42"/>
                    <a:pt x="9742" y="141"/>
                  </a:cubicBezTo>
                  <a:cubicBezTo>
                    <a:pt x="8451" y="758"/>
                    <a:pt x="8339" y="1544"/>
                    <a:pt x="8339" y="1544"/>
                  </a:cubicBezTo>
                  <a:cubicBezTo>
                    <a:pt x="8339" y="1544"/>
                    <a:pt x="3622" y="1769"/>
                    <a:pt x="1825" y="3678"/>
                  </a:cubicBezTo>
                  <a:cubicBezTo>
                    <a:pt x="0" y="5587"/>
                    <a:pt x="1545" y="10051"/>
                    <a:pt x="2780" y="11679"/>
                  </a:cubicBezTo>
                  <a:cubicBezTo>
                    <a:pt x="4015" y="13308"/>
                    <a:pt x="4970" y="15048"/>
                    <a:pt x="6093" y="15273"/>
                  </a:cubicBezTo>
                  <a:cubicBezTo>
                    <a:pt x="6311" y="15316"/>
                    <a:pt x="6565" y="15339"/>
                    <a:pt x="6839" y="15339"/>
                  </a:cubicBezTo>
                  <a:cubicBezTo>
                    <a:pt x="7974" y="15339"/>
                    <a:pt x="9446" y="14953"/>
                    <a:pt x="10079" y="14094"/>
                  </a:cubicBezTo>
                  <a:cubicBezTo>
                    <a:pt x="10865" y="13027"/>
                    <a:pt x="10472" y="11399"/>
                    <a:pt x="10472" y="11399"/>
                  </a:cubicBezTo>
                  <a:lnTo>
                    <a:pt x="10978" y="11174"/>
                  </a:lnTo>
                  <a:cubicBezTo>
                    <a:pt x="10978" y="11174"/>
                    <a:pt x="12157" y="10837"/>
                    <a:pt x="11932" y="9798"/>
                  </a:cubicBezTo>
                  <a:cubicBezTo>
                    <a:pt x="11708" y="8788"/>
                    <a:pt x="11315" y="8338"/>
                    <a:pt x="11371" y="8170"/>
                  </a:cubicBezTo>
                  <a:cubicBezTo>
                    <a:pt x="11427" y="8001"/>
                    <a:pt x="12325" y="7665"/>
                    <a:pt x="12325" y="6935"/>
                  </a:cubicBezTo>
                  <a:cubicBezTo>
                    <a:pt x="12325" y="6205"/>
                    <a:pt x="11371" y="5812"/>
                    <a:pt x="11371" y="5812"/>
                  </a:cubicBezTo>
                  <a:cubicBezTo>
                    <a:pt x="11371" y="5812"/>
                    <a:pt x="15554" y="4520"/>
                    <a:pt x="15835" y="3341"/>
                  </a:cubicBezTo>
                  <a:cubicBezTo>
                    <a:pt x="16115" y="2162"/>
                    <a:pt x="15554" y="983"/>
                    <a:pt x="14431" y="983"/>
                  </a:cubicBezTo>
                  <a:cubicBezTo>
                    <a:pt x="13308" y="983"/>
                    <a:pt x="12971" y="1151"/>
                    <a:pt x="12718" y="1151"/>
                  </a:cubicBezTo>
                  <a:cubicBezTo>
                    <a:pt x="12530" y="1151"/>
                    <a:pt x="11468" y="1"/>
                    <a:pt x="103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0" name="Google Shape;1890;p34"/>
            <p:cNvSpPr/>
            <p:nvPr/>
          </p:nvSpPr>
          <p:spPr>
            <a:xfrm>
              <a:off x="3054075" y="2298800"/>
              <a:ext cx="384650" cy="395875"/>
            </a:xfrm>
            <a:custGeom>
              <a:rect b="b" l="l" r="r" t="t"/>
              <a:pathLst>
                <a:path extrusionOk="0" h="15835" w="15386">
                  <a:moveTo>
                    <a:pt x="9630" y="478"/>
                  </a:moveTo>
                  <a:cubicBezTo>
                    <a:pt x="10079" y="478"/>
                    <a:pt x="10585" y="730"/>
                    <a:pt x="11006" y="1011"/>
                  </a:cubicBezTo>
                  <a:cubicBezTo>
                    <a:pt x="11202" y="1152"/>
                    <a:pt x="11399" y="1292"/>
                    <a:pt x="11539" y="1404"/>
                  </a:cubicBezTo>
                  <a:cubicBezTo>
                    <a:pt x="11623" y="1460"/>
                    <a:pt x="11680" y="1517"/>
                    <a:pt x="11736" y="1545"/>
                  </a:cubicBezTo>
                  <a:lnTo>
                    <a:pt x="11820" y="1601"/>
                  </a:lnTo>
                  <a:cubicBezTo>
                    <a:pt x="11876" y="1601"/>
                    <a:pt x="11904" y="1629"/>
                    <a:pt x="11960" y="1629"/>
                  </a:cubicBezTo>
                  <a:cubicBezTo>
                    <a:pt x="12157" y="1629"/>
                    <a:pt x="12269" y="1573"/>
                    <a:pt x="12522" y="1545"/>
                  </a:cubicBezTo>
                  <a:cubicBezTo>
                    <a:pt x="12746" y="1517"/>
                    <a:pt x="13111" y="1460"/>
                    <a:pt x="13673" y="1460"/>
                  </a:cubicBezTo>
                  <a:cubicBezTo>
                    <a:pt x="14066" y="1460"/>
                    <a:pt x="14347" y="1629"/>
                    <a:pt x="14571" y="1910"/>
                  </a:cubicBezTo>
                  <a:cubicBezTo>
                    <a:pt x="14768" y="2162"/>
                    <a:pt x="14908" y="2555"/>
                    <a:pt x="14908" y="2976"/>
                  </a:cubicBezTo>
                  <a:cubicBezTo>
                    <a:pt x="14908" y="3173"/>
                    <a:pt x="14880" y="3341"/>
                    <a:pt x="14852" y="3538"/>
                  </a:cubicBezTo>
                  <a:cubicBezTo>
                    <a:pt x="14824" y="3622"/>
                    <a:pt x="14740" y="3734"/>
                    <a:pt x="14627" y="3875"/>
                  </a:cubicBezTo>
                  <a:cubicBezTo>
                    <a:pt x="14403" y="4099"/>
                    <a:pt x="14038" y="4352"/>
                    <a:pt x="13617" y="4577"/>
                  </a:cubicBezTo>
                  <a:cubicBezTo>
                    <a:pt x="12971" y="4942"/>
                    <a:pt x="12213" y="5250"/>
                    <a:pt x="11595" y="5475"/>
                  </a:cubicBezTo>
                  <a:cubicBezTo>
                    <a:pt x="11287" y="5587"/>
                    <a:pt x="11034" y="5700"/>
                    <a:pt x="10837" y="5756"/>
                  </a:cubicBezTo>
                  <a:cubicBezTo>
                    <a:pt x="10669" y="5812"/>
                    <a:pt x="10557" y="5840"/>
                    <a:pt x="10557" y="5840"/>
                  </a:cubicBezTo>
                  <a:cubicBezTo>
                    <a:pt x="10472" y="5868"/>
                    <a:pt x="10388" y="5952"/>
                    <a:pt x="10388" y="6065"/>
                  </a:cubicBezTo>
                  <a:cubicBezTo>
                    <a:pt x="10388" y="6149"/>
                    <a:pt x="10444" y="6261"/>
                    <a:pt x="10529" y="6289"/>
                  </a:cubicBezTo>
                  <a:cubicBezTo>
                    <a:pt x="10585" y="6317"/>
                    <a:pt x="10809" y="6402"/>
                    <a:pt x="11006" y="6570"/>
                  </a:cubicBezTo>
                  <a:cubicBezTo>
                    <a:pt x="11090" y="6654"/>
                    <a:pt x="11174" y="6767"/>
                    <a:pt x="11258" y="6851"/>
                  </a:cubicBezTo>
                  <a:cubicBezTo>
                    <a:pt x="11315" y="6963"/>
                    <a:pt x="11343" y="7075"/>
                    <a:pt x="11343" y="7188"/>
                  </a:cubicBezTo>
                  <a:cubicBezTo>
                    <a:pt x="11343" y="7328"/>
                    <a:pt x="11315" y="7440"/>
                    <a:pt x="11230" y="7553"/>
                  </a:cubicBezTo>
                  <a:cubicBezTo>
                    <a:pt x="11146" y="7721"/>
                    <a:pt x="10978" y="7861"/>
                    <a:pt x="10809" y="7974"/>
                  </a:cubicBezTo>
                  <a:cubicBezTo>
                    <a:pt x="10725" y="8030"/>
                    <a:pt x="10669" y="8086"/>
                    <a:pt x="10585" y="8142"/>
                  </a:cubicBezTo>
                  <a:lnTo>
                    <a:pt x="10500" y="8226"/>
                  </a:lnTo>
                  <a:cubicBezTo>
                    <a:pt x="10472" y="8254"/>
                    <a:pt x="10416" y="8283"/>
                    <a:pt x="10388" y="8367"/>
                  </a:cubicBezTo>
                  <a:lnTo>
                    <a:pt x="10403" y="8371"/>
                  </a:lnTo>
                  <a:lnTo>
                    <a:pt x="10403" y="8371"/>
                  </a:lnTo>
                  <a:cubicBezTo>
                    <a:pt x="10388" y="8415"/>
                    <a:pt x="10388" y="8456"/>
                    <a:pt x="10388" y="8479"/>
                  </a:cubicBezTo>
                  <a:cubicBezTo>
                    <a:pt x="10388" y="8591"/>
                    <a:pt x="10416" y="8676"/>
                    <a:pt x="10472" y="8760"/>
                  </a:cubicBezTo>
                  <a:cubicBezTo>
                    <a:pt x="10585" y="9041"/>
                    <a:pt x="10809" y="9434"/>
                    <a:pt x="10950" y="10107"/>
                  </a:cubicBezTo>
                  <a:cubicBezTo>
                    <a:pt x="10978" y="10192"/>
                    <a:pt x="10978" y="10248"/>
                    <a:pt x="10978" y="10304"/>
                  </a:cubicBezTo>
                  <a:cubicBezTo>
                    <a:pt x="10978" y="10472"/>
                    <a:pt x="10922" y="10585"/>
                    <a:pt x="10865" y="10697"/>
                  </a:cubicBezTo>
                  <a:cubicBezTo>
                    <a:pt x="10753" y="10865"/>
                    <a:pt x="10585" y="11006"/>
                    <a:pt x="10416" y="11090"/>
                  </a:cubicBezTo>
                  <a:cubicBezTo>
                    <a:pt x="10360" y="11118"/>
                    <a:pt x="10276" y="11146"/>
                    <a:pt x="10248" y="11174"/>
                  </a:cubicBezTo>
                  <a:lnTo>
                    <a:pt x="10192" y="11174"/>
                  </a:lnTo>
                  <a:lnTo>
                    <a:pt x="10164" y="11202"/>
                  </a:lnTo>
                  <a:lnTo>
                    <a:pt x="10135" y="11202"/>
                  </a:lnTo>
                  <a:lnTo>
                    <a:pt x="9630" y="11427"/>
                  </a:lnTo>
                  <a:cubicBezTo>
                    <a:pt x="9518" y="11483"/>
                    <a:pt x="9462" y="11595"/>
                    <a:pt x="9490" y="11708"/>
                  </a:cubicBezTo>
                  <a:cubicBezTo>
                    <a:pt x="9518" y="11792"/>
                    <a:pt x="9574" y="12129"/>
                    <a:pt x="9574" y="12578"/>
                  </a:cubicBezTo>
                  <a:cubicBezTo>
                    <a:pt x="9602" y="13111"/>
                    <a:pt x="9490" y="13729"/>
                    <a:pt x="9153" y="14206"/>
                  </a:cubicBezTo>
                  <a:cubicBezTo>
                    <a:pt x="8872" y="14571"/>
                    <a:pt x="8367" y="14880"/>
                    <a:pt x="7805" y="15077"/>
                  </a:cubicBezTo>
                  <a:cubicBezTo>
                    <a:pt x="7244" y="15273"/>
                    <a:pt x="6626" y="15357"/>
                    <a:pt x="6093" y="15357"/>
                  </a:cubicBezTo>
                  <a:cubicBezTo>
                    <a:pt x="5812" y="15357"/>
                    <a:pt x="5587" y="15329"/>
                    <a:pt x="5391" y="15301"/>
                  </a:cubicBezTo>
                  <a:cubicBezTo>
                    <a:pt x="4914" y="15217"/>
                    <a:pt x="4408" y="14768"/>
                    <a:pt x="3903" y="14094"/>
                  </a:cubicBezTo>
                  <a:cubicBezTo>
                    <a:pt x="3369" y="13448"/>
                    <a:pt x="2836" y="12606"/>
                    <a:pt x="2190" y="11792"/>
                  </a:cubicBezTo>
                  <a:cubicBezTo>
                    <a:pt x="1797" y="11258"/>
                    <a:pt x="1376" y="10416"/>
                    <a:pt x="1039" y="9462"/>
                  </a:cubicBezTo>
                  <a:cubicBezTo>
                    <a:pt x="702" y="8507"/>
                    <a:pt x="450" y="7440"/>
                    <a:pt x="450" y="6458"/>
                  </a:cubicBezTo>
                  <a:cubicBezTo>
                    <a:pt x="450" y="5503"/>
                    <a:pt x="702" y="4661"/>
                    <a:pt x="1236" y="4099"/>
                  </a:cubicBezTo>
                  <a:cubicBezTo>
                    <a:pt x="2050" y="3201"/>
                    <a:pt x="3650" y="2668"/>
                    <a:pt x="5054" y="2359"/>
                  </a:cubicBezTo>
                  <a:cubicBezTo>
                    <a:pt x="5728" y="2218"/>
                    <a:pt x="6373" y="2134"/>
                    <a:pt x="6851" y="2078"/>
                  </a:cubicBezTo>
                  <a:cubicBezTo>
                    <a:pt x="7075" y="2078"/>
                    <a:pt x="7272" y="2050"/>
                    <a:pt x="7384" y="2050"/>
                  </a:cubicBezTo>
                  <a:cubicBezTo>
                    <a:pt x="7525" y="2022"/>
                    <a:pt x="7581" y="2022"/>
                    <a:pt x="7609" y="2022"/>
                  </a:cubicBezTo>
                  <a:cubicBezTo>
                    <a:pt x="7693" y="2022"/>
                    <a:pt x="7805" y="1938"/>
                    <a:pt x="7805" y="1825"/>
                  </a:cubicBezTo>
                  <a:lnTo>
                    <a:pt x="7833" y="1797"/>
                  </a:lnTo>
                  <a:cubicBezTo>
                    <a:pt x="7861" y="1685"/>
                    <a:pt x="8058" y="1095"/>
                    <a:pt x="9097" y="590"/>
                  </a:cubicBezTo>
                  <a:cubicBezTo>
                    <a:pt x="9265" y="506"/>
                    <a:pt x="9434" y="478"/>
                    <a:pt x="9630" y="478"/>
                  </a:cubicBezTo>
                  <a:close/>
                  <a:moveTo>
                    <a:pt x="9630" y="0"/>
                  </a:moveTo>
                  <a:cubicBezTo>
                    <a:pt x="9377" y="0"/>
                    <a:pt x="9125" y="57"/>
                    <a:pt x="8900" y="169"/>
                  </a:cubicBezTo>
                  <a:cubicBezTo>
                    <a:pt x="7888" y="644"/>
                    <a:pt x="7529" y="1256"/>
                    <a:pt x="7410" y="1569"/>
                  </a:cubicBezTo>
                  <a:lnTo>
                    <a:pt x="7410" y="1569"/>
                  </a:lnTo>
                  <a:cubicBezTo>
                    <a:pt x="7031" y="1607"/>
                    <a:pt x="6064" y="1689"/>
                    <a:pt x="4942" y="1910"/>
                  </a:cubicBezTo>
                  <a:cubicBezTo>
                    <a:pt x="3510" y="2218"/>
                    <a:pt x="1853" y="2752"/>
                    <a:pt x="899" y="3763"/>
                  </a:cubicBezTo>
                  <a:cubicBezTo>
                    <a:pt x="225" y="4464"/>
                    <a:pt x="1" y="5447"/>
                    <a:pt x="1" y="6458"/>
                  </a:cubicBezTo>
                  <a:cubicBezTo>
                    <a:pt x="1" y="7496"/>
                    <a:pt x="253" y="8619"/>
                    <a:pt x="590" y="9602"/>
                  </a:cubicBezTo>
                  <a:cubicBezTo>
                    <a:pt x="927" y="10613"/>
                    <a:pt x="1376" y="11483"/>
                    <a:pt x="1825" y="12073"/>
                  </a:cubicBezTo>
                  <a:cubicBezTo>
                    <a:pt x="2443" y="12859"/>
                    <a:pt x="2976" y="13701"/>
                    <a:pt x="3538" y="14403"/>
                  </a:cubicBezTo>
                  <a:cubicBezTo>
                    <a:pt x="4071" y="15077"/>
                    <a:pt x="4633" y="15610"/>
                    <a:pt x="5279" y="15750"/>
                  </a:cubicBezTo>
                  <a:cubicBezTo>
                    <a:pt x="5531" y="15807"/>
                    <a:pt x="5784" y="15835"/>
                    <a:pt x="6093" y="15835"/>
                  </a:cubicBezTo>
                  <a:cubicBezTo>
                    <a:pt x="6682" y="15835"/>
                    <a:pt x="7356" y="15722"/>
                    <a:pt x="7974" y="15498"/>
                  </a:cubicBezTo>
                  <a:cubicBezTo>
                    <a:pt x="8591" y="15301"/>
                    <a:pt x="9153" y="14964"/>
                    <a:pt x="9518" y="14487"/>
                  </a:cubicBezTo>
                  <a:cubicBezTo>
                    <a:pt x="9967" y="13869"/>
                    <a:pt x="10051" y="13168"/>
                    <a:pt x="10051" y="12578"/>
                  </a:cubicBezTo>
                  <a:cubicBezTo>
                    <a:pt x="10051" y="12242"/>
                    <a:pt x="10011" y="11956"/>
                    <a:pt x="9979" y="11780"/>
                  </a:cubicBezTo>
                  <a:lnTo>
                    <a:pt x="9979" y="11780"/>
                  </a:lnTo>
                  <a:lnTo>
                    <a:pt x="10299" y="11638"/>
                  </a:lnTo>
                  <a:lnTo>
                    <a:pt x="10299" y="11638"/>
                  </a:lnTo>
                  <a:lnTo>
                    <a:pt x="10304" y="11652"/>
                  </a:lnTo>
                  <a:cubicBezTo>
                    <a:pt x="10304" y="11623"/>
                    <a:pt x="10585" y="11567"/>
                    <a:pt x="10865" y="11371"/>
                  </a:cubicBezTo>
                  <a:cubicBezTo>
                    <a:pt x="11006" y="11258"/>
                    <a:pt x="11146" y="11146"/>
                    <a:pt x="11258" y="10950"/>
                  </a:cubicBezTo>
                  <a:cubicBezTo>
                    <a:pt x="11371" y="10781"/>
                    <a:pt x="11455" y="10557"/>
                    <a:pt x="11455" y="10304"/>
                  </a:cubicBezTo>
                  <a:cubicBezTo>
                    <a:pt x="11455" y="10220"/>
                    <a:pt x="11427" y="10107"/>
                    <a:pt x="11427" y="10023"/>
                  </a:cubicBezTo>
                  <a:cubicBezTo>
                    <a:pt x="11315" y="9518"/>
                    <a:pt x="11146" y="9153"/>
                    <a:pt x="11034" y="8900"/>
                  </a:cubicBezTo>
                  <a:cubicBezTo>
                    <a:pt x="10978" y="8760"/>
                    <a:pt x="10922" y="8648"/>
                    <a:pt x="10894" y="8563"/>
                  </a:cubicBezTo>
                  <a:lnTo>
                    <a:pt x="10875" y="8508"/>
                  </a:lnTo>
                  <a:lnTo>
                    <a:pt x="10875" y="8508"/>
                  </a:lnTo>
                  <a:cubicBezTo>
                    <a:pt x="10908" y="8484"/>
                    <a:pt x="10957" y="8444"/>
                    <a:pt x="11006" y="8395"/>
                  </a:cubicBezTo>
                  <a:cubicBezTo>
                    <a:pt x="11146" y="8311"/>
                    <a:pt x="11343" y="8170"/>
                    <a:pt x="11511" y="7974"/>
                  </a:cubicBezTo>
                  <a:cubicBezTo>
                    <a:pt x="11680" y="7777"/>
                    <a:pt x="11820" y="7525"/>
                    <a:pt x="11820" y="7188"/>
                  </a:cubicBezTo>
                  <a:cubicBezTo>
                    <a:pt x="11820" y="6963"/>
                    <a:pt x="11736" y="6738"/>
                    <a:pt x="11623" y="6570"/>
                  </a:cubicBezTo>
                  <a:cubicBezTo>
                    <a:pt x="11493" y="6375"/>
                    <a:pt x="11329" y="6230"/>
                    <a:pt x="11184" y="6122"/>
                  </a:cubicBezTo>
                  <a:lnTo>
                    <a:pt x="11184" y="6122"/>
                  </a:lnTo>
                  <a:cubicBezTo>
                    <a:pt x="11590" y="5978"/>
                    <a:pt x="12201" y="5750"/>
                    <a:pt x="12831" y="5475"/>
                  </a:cubicBezTo>
                  <a:cubicBezTo>
                    <a:pt x="13392" y="5250"/>
                    <a:pt x="13926" y="4970"/>
                    <a:pt x="14375" y="4661"/>
                  </a:cubicBezTo>
                  <a:cubicBezTo>
                    <a:pt x="14599" y="4521"/>
                    <a:pt x="14796" y="4352"/>
                    <a:pt x="14964" y="4212"/>
                  </a:cubicBezTo>
                  <a:cubicBezTo>
                    <a:pt x="15133" y="4043"/>
                    <a:pt x="15245" y="3847"/>
                    <a:pt x="15301" y="3650"/>
                  </a:cubicBezTo>
                  <a:cubicBezTo>
                    <a:pt x="15357" y="3426"/>
                    <a:pt x="15385" y="3201"/>
                    <a:pt x="15385" y="2976"/>
                  </a:cubicBezTo>
                  <a:cubicBezTo>
                    <a:pt x="15385" y="2471"/>
                    <a:pt x="15217" y="1994"/>
                    <a:pt x="14936" y="1601"/>
                  </a:cubicBezTo>
                  <a:cubicBezTo>
                    <a:pt x="14656" y="1236"/>
                    <a:pt x="14206" y="983"/>
                    <a:pt x="13673" y="983"/>
                  </a:cubicBezTo>
                  <a:cubicBezTo>
                    <a:pt x="13083" y="983"/>
                    <a:pt x="12718" y="1039"/>
                    <a:pt x="12438" y="1095"/>
                  </a:cubicBezTo>
                  <a:cubicBezTo>
                    <a:pt x="12233" y="1118"/>
                    <a:pt x="12084" y="1159"/>
                    <a:pt x="12005" y="1159"/>
                  </a:cubicBezTo>
                  <a:cubicBezTo>
                    <a:pt x="12000" y="1159"/>
                    <a:pt x="11995" y="1159"/>
                    <a:pt x="11990" y="1159"/>
                  </a:cubicBezTo>
                  <a:lnTo>
                    <a:pt x="11990" y="1159"/>
                  </a:lnTo>
                  <a:cubicBezTo>
                    <a:pt x="11943" y="1121"/>
                    <a:pt x="11840" y="1038"/>
                    <a:pt x="11736" y="955"/>
                  </a:cubicBezTo>
                  <a:cubicBezTo>
                    <a:pt x="11511" y="787"/>
                    <a:pt x="11202" y="562"/>
                    <a:pt x="10837" y="365"/>
                  </a:cubicBezTo>
                  <a:cubicBezTo>
                    <a:pt x="10472" y="169"/>
                    <a:pt x="10051" y="0"/>
                    <a:pt x="96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1" name="Google Shape;1891;p34"/>
            <p:cNvSpPr/>
            <p:nvPr/>
          </p:nvSpPr>
          <p:spPr>
            <a:xfrm>
              <a:off x="3253400" y="2545500"/>
              <a:ext cx="71625" cy="89550"/>
            </a:xfrm>
            <a:custGeom>
              <a:rect b="b" l="l" r="r" t="t"/>
              <a:pathLst>
                <a:path extrusionOk="0" h="3582" w="2865">
                  <a:moveTo>
                    <a:pt x="1093" y="1"/>
                  </a:moveTo>
                  <a:cubicBezTo>
                    <a:pt x="1007" y="1"/>
                    <a:pt x="924" y="23"/>
                    <a:pt x="843" y="71"/>
                  </a:cubicBezTo>
                  <a:cubicBezTo>
                    <a:pt x="1" y="604"/>
                    <a:pt x="618" y="2513"/>
                    <a:pt x="1180" y="3131"/>
                  </a:cubicBezTo>
                  <a:cubicBezTo>
                    <a:pt x="1479" y="3460"/>
                    <a:pt x="1809" y="3582"/>
                    <a:pt x="2095" y="3582"/>
                  </a:cubicBezTo>
                  <a:cubicBezTo>
                    <a:pt x="2347" y="3582"/>
                    <a:pt x="2564" y="3487"/>
                    <a:pt x="2696" y="3356"/>
                  </a:cubicBezTo>
                  <a:lnTo>
                    <a:pt x="2864" y="1952"/>
                  </a:lnTo>
                  <a:cubicBezTo>
                    <a:pt x="2864" y="1952"/>
                    <a:pt x="1900" y="1"/>
                    <a:pt x="1093" y="1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2" name="Google Shape;1892;p34"/>
            <p:cNvSpPr/>
            <p:nvPr/>
          </p:nvSpPr>
          <p:spPr>
            <a:xfrm>
              <a:off x="3258325" y="2540250"/>
              <a:ext cx="73725" cy="100375"/>
            </a:xfrm>
            <a:custGeom>
              <a:rect b="b" l="l" r="r" t="t"/>
              <a:pathLst>
                <a:path extrusionOk="0" h="4015" w="2949">
                  <a:moveTo>
                    <a:pt x="899" y="0"/>
                  </a:moveTo>
                  <a:cubicBezTo>
                    <a:pt x="786" y="0"/>
                    <a:pt x="646" y="28"/>
                    <a:pt x="534" y="84"/>
                  </a:cubicBezTo>
                  <a:cubicBezTo>
                    <a:pt x="337" y="225"/>
                    <a:pt x="197" y="393"/>
                    <a:pt x="113" y="590"/>
                  </a:cubicBezTo>
                  <a:cubicBezTo>
                    <a:pt x="28" y="786"/>
                    <a:pt x="0" y="1011"/>
                    <a:pt x="0" y="1236"/>
                  </a:cubicBezTo>
                  <a:cubicBezTo>
                    <a:pt x="0" y="1657"/>
                    <a:pt x="113" y="2106"/>
                    <a:pt x="253" y="2499"/>
                  </a:cubicBezTo>
                  <a:cubicBezTo>
                    <a:pt x="421" y="2892"/>
                    <a:pt x="590" y="3257"/>
                    <a:pt x="814" y="3481"/>
                  </a:cubicBezTo>
                  <a:cubicBezTo>
                    <a:pt x="1151" y="3875"/>
                    <a:pt x="1544" y="4015"/>
                    <a:pt x="1909" y="4015"/>
                  </a:cubicBezTo>
                  <a:cubicBezTo>
                    <a:pt x="2218" y="4015"/>
                    <a:pt x="2499" y="3903"/>
                    <a:pt x="2667" y="3734"/>
                  </a:cubicBezTo>
                  <a:cubicBezTo>
                    <a:pt x="2752" y="3622"/>
                    <a:pt x="2780" y="3481"/>
                    <a:pt x="2667" y="3397"/>
                  </a:cubicBezTo>
                  <a:cubicBezTo>
                    <a:pt x="2625" y="3355"/>
                    <a:pt x="2569" y="3334"/>
                    <a:pt x="2513" y="3334"/>
                  </a:cubicBezTo>
                  <a:cubicBezTo>
                    <a:pt x="2457" y="3334"/>
                    <a:pt x="2401" y="3355"/>
                    <a:pt x="2359" y="3397"/>
                  </a:cubicBezTo>
                  <a:cubicBezTo>
                    <a:pt x="2286" y="3470"/>
                    <a:pt x="2149" y="3543"/>
                    <a:pt x="1987" y="3543"/>
                  </a:cubicBezTo>
                  <a:cubicBezTo>
                    <a:pt x="1961" y="3543"/>
                    <a:pt x="1936" y="3541"/>
                    <a:pt x="1909" y="3538"/>
                  </a:cubicBezTo>
                  <a:cubicBezTo>
                    <a:pt x="1685" y="3538"/>
                    <a:pt x="1432" y="3453"/>
                    <a:pt x="1151" y="3173"/>
                  </a:cubicBezTo>
                  <a:cubicBezTo>
                    <a:pt x="1011" y="3004"/>
                    <a:pt x="843" y="2695"/>
                    <a:pt x="702" y="2330"/>
                  </a:cubicBezTo>
                  <a:cubicBezTo>
                    <a:pt x="562" y="1965"/>
                    <a:pt x="478" y="1572"/>
                    <a:pt x="478" y="1236"/>
                  </a:cubicBezTo>
                  <a:cubicBezTo>
                    <a:pt x="478" y="1067"/>
                    <a:pt x="506" y="899"/>
                    <a:pt x="562" y="758"/>
                  </a:cubicBezTo>
                  <a:cubicBezTo>
                    <a:pt x="590" y="646"/>
                    <a:pt x="674" y="562"/>
                    <a:pt x="786" y="506"/>
                  </a:cubicBezTo>
                  <a:cubicBezTo>
                    <a:pt x="814" y="477"/>
                    <a:pt x="871" y="449"/>
                    <a:pt x="899" y="449"/>
                  </a:cubicBezTo>
                  <a:cubicBezTo>
                    <a:pt x="1011" y="449"/>
                    <a:pt x="1179" y="534"/>
                    <a:pt x="1376" y="702"/>
                  </a:cubicBezTo>
                  <a:cubicBezTo>
                    <a:pt x="1657" y="955"/>
                    <a:pt x="1937" y="1348"/>
                    <a:pt x="2134" y="1657"/>
                  </a:cubicBezTo>
                  <a:cubicBezTo>
                    <a:pt x="2246" y="1825"/>
                    <a:pt x="2330" y="1965"/>
                    <a:pt x="2387" y="2078"/>
                  </a:cubicBezTo>
                  <a:cubicBezTo>
                    <a:pt x="2415" y="2134"/>
                    <a:pt x="2443" y="2190"/>
                    <a:pt x="2443" y="2218"/>
                  </a:cubicBezTo>
                  <a:lnTo>
                    <a:pt x="2471" y="2246"/>
                  </a:lnTo>
                  <a:cubicBezTo>
                    <a:pt x="2512" y="2328"/>
                    <a:pt x="2598" y="2381"/>
                    <a:pt x="2686" y="2381"/>
                  </a:cubicBezTo>
                  <a:cubicBezTo>
                    <a:pt x="2717" y="2381"/>
                    <a:pt x="2750" y="2374"/>
                    <a:pt x="2780" y="2358"/>
                  </a:cubicBezTo>
                  <a:cubicBezTo>
                    <a:pt x="2892" y="2302"/>
                    <a:pt x="2948" y="2162"/>
                    <a:pt x="2892" y="2050"/>
                  </a:cubicBezTo>
                  <a:cubicBezTo>
                    <a:pt x="2892" y="2050"/>
                    <a:pt x="2639" y="1544"/>
                    <a:pt x="2274" y="1039"/>
                  </a:cubicBezTo>
                  <a:cubicBezTo>
                    <a:pt x="2106" y="814"/>
                    <a:pt x="1909" y="562"/>
                    <a:pt x="1685" y="337"/>
                  </a:cubicBezTo>
                  <a:cubicBezTo>
                    <a:pt x="1460" y="141"/>
                    <a:pt x="1207" y="0"/>
                    <a:pt x="8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3" name="Google Shape;1893;p34"/>
            <p:cNvSpPr/>
            <p:nvPr/>
          </p:nvSpPr>
          <p:spPr>
            <a:xfrm>
              <a:off x="3096175" y="2715150"/>
              <a:ext cx="256925" cy="96750"/>
            </a:xfrm>
            <a:custGeom>
              <a:rect b="b" l="l" r="r" t="t"/>
              <a:pathLst>
                <a:path extrusionOk="0" h="3870" w="10277">
                  <a:moveTo>
                    <a:pt x="5011" y="0"/>
                  </a:moveTo>
                  <a:cubicBezTo>
                    <a:pt x="3592" y="0"/>
                    <a:pt x="2176" y="434"/>
                    <a:pt x="1517" y="1006"/>
                  </a:cubicBezTo>
                  <a:cubicBezTo>
                    <a:pt x="675" y="1735"/>
                    <a:pt x="113" y="3195"/>
                    <a:pt x="113" y="3195"/>
                  </a:cubicBezTo>
                  <a:lnTo>
                    <a:pt x="1" y="3869"/>
                  </a:lnTo>
                  <a:cubicBezTo>
                    <a:pt x="1" y="3869"/>
                    <a:pt x="2247" y="3027"/>
                    <a:pt x="5447" y="3027"/>
                  </a:cubicBezTo>
                  <a:cubicBezTo>
                    <a:pt x="8648" y="3027"/>
                    <a:pt x="10276" y="3813"/>
                    <a:pt x="10276" y="3813"/>
                  </a:cubicBezTo>
                  <a:cubicBezTo>
                    <a:pt x="10276" y="3813"/>
                    <a:pt x="9996" y="2522"/>
                    <a:pt x="9659" y="1735"/>
                  </a:cubicBezTo>
                  <a:cubicBezTo>
                    <a:pt x="9322" y="949"/>
                    <a:pt x="7918" y="444"/>
                    <a:pt x="6177" y="107"/>
                  </a:cubicBezTo>
                  <a:cubicBezTo>
                    <a:pt x="5799" y="34"/>
                    <a:pt x="5405" y="0"/>
                    <a:pt x="50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4" name="Google Shape;1894;p34"/>
            <p:cNvSpPr/>
            <p:nvPr/>
          </p:nvSpPr>
          <p:spPr>
            <a:xfrm>
              <a:off x="3089875" y="2709400"/>
              <a:ext cx="269550" cy="108575"/>
            </a:xfrm>
            <a:custGeom>
              <a:rect b="b" l="l" r="r" t="t"/>
              <a:pathLst>
                <a:path extrusionOk="0" h="4343" w="10782">
                  <a:moveTo>
                    <a:pt x="5250" y="478"/>
                  </a:moveTo>
                  <a:cubicBezTo>
                    <a:pt x="5643" y="478"/>
                    <a:pt x="6036" y="506"/>
                    <a:pt x="6401" y="562"/>
                  </a:cubicBezTo>
                  <a:cubicBezTo>
                    <a:pt x="7244" y="730"/>
                    <a:pt x="8030" y="955"/>
                    <a:pt x="8619" y="1207"/>
                  </a:cubicBezTo>
                  <a:cubicBezTo>
                    <a:pt x="9209" y="1460"/>
                    <a:pt x="9574" y="1769"/>
                    <a:pt x="9714" y="2050"/>
                  </a:cubicBezTo>
                  <a:cubicBezTo>
                    <a:pt x="9855" y="2443"/>
                    <a:pt x="10023" y="2948"/>
                    <a:pt x="10135" y="3369"/>
                  </a:cubicBezTo>
                  <a:cubicBezTo>
                    <a:pt x="10165" y="3473"/>
                    <a:pt x="10195" y="3578"/>
                    <a:pt x="10220" y="3673"/>
                  </a:cubicBezTo>
                  <a:lnTo>
                    <a:pt x="10220" y="3673"/>
                  </a:lnTo>
                  <a:cubicBezTo>
                    <a:pt x="9538" y="3434"/>
                    <a:pt x="8028" y="3032"/>
                    <a:pt x="5699" y="3032"/>
                  </a:cubicBezTo>
                  <a:cubicBezTo>
                    <a:pt x="3223" y="3032"/>
                    <a:pt x="1315" y="3519"/>
                    <a:pt x="543" y="3765"/>
                  </a:cubicBezTo>
                  <a:lnTo>
                    <a:pt x="543" y="3765"/>
                  </a:lnTo>
                  <a:lnTo>
                    <a:pt x="590" y="3481"/>
                  </a:lnTo>
                  <a:lnTo>
                    <a:pt x="577" y="3478"/>
                  </a:lnTo>
                  <a:lnTo>
                    <a:pt x="577" y="3478"/>
                  </a:lnTo>
                  <a:lnTo>
                    <a:pt x="590" y="3453"/>
                  </a:lnTo>
                  <a:cubicBezTo>
                    <a:pt x="702" y="3173"/>
                    <a:pt x="1236" y="1994"/>
                    <a:pt x="1909" y="1404"/>
                  </a:cubicBezTo>
                  <a:cubicBezTo>
                    <a:pt x="2218" y="1151"/>
                    <a:pt x="2695" y="927"/>
                    <a:pt x="3285" y="758"/>
                  </a:cubicBezTo>
                  <a:cubicBezTo>
                    <a:pt x="3875" y="562"/>
                    <a:pt x="4576" y="478"/>
                    <a:pt x="5250" y="478"/>
                  </a:cubicBezTo>
                  <a:close/>
                  <a:moveTo>
                    <a:pt x="5250" y="0"/>
                  </a:moveTo>
                  <a:cubicBezTo>
                    <a:pt x="4520" y="0"/>
                    <a:pt x="3790" y="113"/>
                    <a:pt x="3173" y="309"/>
                  </a:cubicBezTo>
                  <a:cubicBezTo>
                    <a:pt x="2527" y="478"/>
                    <a:pt x="1994" y="730"/>
                    <a:pt x="1601" y="1067"/>
                  </a:cubicBezTo>
                  <a:cubicBezTo>
                    <a:pt x="1151" y="1460"/>
                    <a:pt x="786" y="2022"/>
                    <a:pt x="534" y="2499"/>
                  </a:cubicBezTo>
                  <a:cubicBezTo>
                    <a:pt x="281" y="2976"/>
                    <a:pt x="141" y="3341"/>
                    <a:pt x="141" y="3341"/>
                  </a:cubicBezTo>
                  <a:lnTo>
                    <a:pt x="113" y="3397"/>
                  </a:lnTo>
                  <a:lnTo>
                    <a:pt x="0" y="4071"/>
                  </a:lnTo>
                  <a:cubicBezTo>
                    <a:pt x="0" y="4155"/>
                    <a:pt x="28" y="4240"/>
                    <a:pt x="85" y="4296"/>
                  </a:cubicBezTo>
                  <a:cubicBezTo>
                    <a:pt x="134" y="4329"/>
                    <a:pt x="183" y="4342"/>
                    <a:pt x="233" y="4342"/>
                  </a:cubicBezTo>
                  <a:cubicBezTo>
                    <a:pt x="267" y="4342"/>
                    <a:pt x="302" y="4335"/>
                    <a:pt x="337" y="4324"/>
                  </a:cubicBezTo>
                  <a:cubicBezTo>
                    <a:pt x="590" y="4240"/>
                    <a:pt x="2724" y="3510"/>
                    <a:pt x="5699" y="3510"/>
                  </a:cubicBezTo>
                  <a:cubicBezTo>
                    <a:pt x="7300" y="3510"/>
                    <a:pt x="8479" y="3706"/>
                    <a:pt x="9265" y="3875"/>
                  </a:cubicBezTo>
                  <a:cubicBezTo>
                    <a:pt x="9658" y="3987"/>
                    <a:pt x="9967" y="4071"/>
                    <a:pt x="10163" y="4155"/>
                  </a:cubicBezTo>
                  <a:cubicBezTo>
                    <a:pt x="10248" y="4183"/>
                    <a:pt x="10332" y="4211"/>
                    <a:pt x="10388" y="4240"/>
                  </a:cubicBezTo>
                  <a:lnTo>
                    <a:pt x="10416" y="4268"/>
                  </a:lnTo>
                  <a:lnTo>
                    <a:pt x="10444" y="4268"/>
                  </a:lnTo>
                  <a:cubicBezTo>
                    <a:pt x="10479" y="4279"/>
                    <a:pt x="10514" y="4286"/>
                    <a:pt x="10549" y="4286"/>
                  </a:cubicBezTo>
                  <a:cubicBezTo>
                    <a:pt x="10598" y="4286"/>
                    <a:pt x="10647" y="4272"/>
                    <a:pt x="10697" y="4240"/>
                  </a:cubicBezTo>
                  <a:cubicBezTo>
                    <a:pt x="10753" y="4183"/>
                    <a:pt x="10781" y="4099"/>
                    <a:pt x="10781" y="4015"/>
                  </a:cubicBezTo>
                  <a:cubicBezTo>
                    <a:pt x="10781" y="3987"/>
                    <a:pt x="10500" y="2695"/>
                    <a:pt x="10135" y="1881"/>
                  </a:cubicBezTo>
                  <a:cubicBezTo>
                    <a:pt x="9911" y="1404"/>
                    <a:pt x="9433" y="1039"/>
                    <a:pt x="8788" y="758"/>
                  </a:cubicBezTo>
                  <a:cubicBezTo>
                    <a:pt x="8170" y="506"/>
                    <a:pt x="7356" y="281"/>
                    <a:pt x="6486" y="113"/>
                  </a:cubicBezTo>
                  <a:cubicBezTo>
                    <a:pt x="6093" y="28"/>
                    <a:pt x="5671" y="0"/>
                    <a:pt x="52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5" name="Google Shape;1895;p34"/>
            <p:cNvSpPr/>
            <p:nvPr/>
          </p:nvSpPr>
          <p:spPr>
            <a:xfrm>
              <a:off x="2812625" y="5107575"/>
              <a:ext cx="230250" cy="130200"/>
            </a:xfrm>
            <a:custGeom>
              <a:rect b="b" l="l" r="r" t="t"/>
              <a:pathLst>
                <a:path extrusionOk="0" h="5208" w="9210">
                  <a:moveTo>
                    <a:pt x="2579" y="0"/>
                  </a:moveTo>
                  <a:cubicBezTo>
                    <a:pt x="2040" y="0"/>
                    <a:pt x="1483" y="27"/>
                    <a:pt x="1124" y="117"/>
                  </a:cubicBezTo>
                  <a:cubicBezTo>
                    <a:pt x="225" y="342"/>
                    <a:pt x="1" y="1128"/>
                    <a:pt x="394" y="1689"/>
                  </a:cubicBezTo>
                  <a:cubicBezTo>
                    <a:pt x="787" y="2251"/>
                    <a:pt x="1629" y="3261"/>
                    <a:pt x="2191" y="3711"/>
                  </a:cubicBezTo>
                  <a:cubicBezTo>
                    <a:pt x="2752" y="4160"/>
                    <a:pt x="4549" y="4384"/>
                    <a:pt x="5335" y="4777"/>
                  </a:cubicBezTo>
                  <a:cubicBezTo>
                    <a:pt x="5783" y="5002"/>
                    <a:pt x="6287" y="5208"/>
                    <a:pt x="6835" y="5208"/>
                  </a:cubicBezTo>
                  <a:cubicBezTo>
                    <a:pt x="7247" y="5208"/>
                    <a:pt x="7684" y="5091"/>
                    <a:pt x="8142" y="4777"/>
                  </a:cubicBezTo>
                  <a:cubicBezTo>
                    <a:pt x="9209" y="4047"/>
                    <a:pt x="8592" y="1296"/>
                    <a:pt x="8592" y="1296"/>
                  </a:cubicBezTo>
                  <a:lnTo>
                    <a:pt x="8592" y="1296"/>
                  </a:lnTo>
                  <a:cubicBezTo>
                    <a:pt x="8592" y="1296"/>
                    <a:pt x="8272" y="1350"/>
                    <a:pt x="7780" y="1350"/>
                  </a:cubicBezTo>
                  <a:cubicBezTo>
                    <a:pt x="6858" y="1350"/>
                    <a:pt x="5328" y="1159"/>
                    <a:pt x="4156" y="61"/>
                  </a:cubicBezTo>
                  <a:cubicBezTo>
                    <a:pt x="4156" y="61"/>
                    <a:pt x="3388" y="0"/>
                    <a:pt x="257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6" name="Google Shape;1896;p34"/>
            <p:cNvSpPr/>
            <p:nvPr/>
          </p:nvSpPr>
          <p:spPr>
            <a:xfrm>
              <a:off x="2811925" y="5102075"/>
              <a:ext cx="226025" cy="141800"/>
            </a:xfrm>
            <a:custGeom>
              <a:rect b="b" l="l" r="r" t="t"/>
              <a:pathLst>
                <a:path extrusionOk="0" h="5672" w="9041">
                  <a:moveTo>
                    <a:pt x="2612" y="449"/>
                  </a:moveTo>
                  <a:cubicBezTo>
                    <a:pt x="3005" y="449"/>
                    <a:pt x="3398" y="477"/>
                    <a:pt x="3679" y="477"/>
                  </a:cubicBezTo>
                  <a:cubicBezTo>
                    <a:pt x="3863" y="494"/>
                    <a:pt x="3998" y="501"/>
                    <a:pt x="4076" y="504"/>
                  </a:cubicBezTo>
                  <a:lnTo>
                    <a:pt x="4076" y="504"/>
                  </a:lnTo>
                  <a:cubicBezTo>
                    <a:pt x="5329" y="1607"/>
                    <a:pt x="6866" y="1797"/>
                    <a:pt x="7805" y="1797"/>
                  </a:cubicBezTo>
                  <a:cubicBezTo>
                    <a:pt x="8075" y="1797"/>
                    <a:pt x="8287" y="1783"/>
                    <a:pt x="8435" y="1768"/>
                  </a:cubicBezTo>
                  <a:lnTo>
                    <a:pt x="8435" y="1768"/>
                  </a:lnTo>
                  <a:cubicBezTo>
                    <a:pt x="8490" y="2045"/>
                    <a:pt x="8564" y="2597"/>
                    <a:pt x="8564" y="3173"/>
                  </a:cubicBezTo>
                  <a:cubicBezTo>
                    <a:pt x="8564" y="3509"/>
                    <a:pt x="8535" y="3874"/>
                    <a:pt x="8451" y="4155"/>
                  </a:cubicBezTo>
                  <a:cubicBezTo>
                    <a:pt x="8367" y="4464"/>
                    <a:pt x="8227" y="4689"/>
                    <a:pt x="8058" y="4801"/>
                  </a:cubicBezTo>
                  <a:cubicBezTo>
                    <a:pt x="7609" y="5110"/>
                    <a:pt x="7244" y="5194"/>
                    <a:pt x="6879" y="5194"/>
                  </a:cubicBezTo>
                  <a:cubicBezTo>
                    <a:pt x="6374" y="5194"/>
                    <a:pt x="5896" y="5025"/>
                    <a:pt x="5475" y="4801"/>
                  </a:cubicBezTo>
                  <a:cubicBezTo>
                    <a:pt x="5026" y="4576"/>
                    <a:pt x="4380" y="4436"/>
                    <a:pt x="3763" y="4267"/>
                  </a:cubicBezTo>
                  <a:cubicBezTo>
                    <a:pt x="3454" y="4183"/>
                    <a:pt x="3173" y="4099"/>
                    <a:pt x="2920" y="4015"/>
                  </a:cubicBezTo>
                  <a:cubicBezTo>
                    <a:pt x="2668" y="3931"/>
                    <a:pt x="2471" y="3846"/>
                    <a:pt x="2359" y="3762"/>
                  </a:cubicBezTo>
                  <a:cubicBezTo>
                    <a:pt x="1826" y="3341"/>
                    <a:pt x="983" y="2330"/>
                    <a:pt x="618" y="1769"/>
                  </a:cubicBezTo>
                  <a:cubicBezTo>
                    <a:pt x="506" y="1628"/>
                    <a:pt x="478" y="1488"/>
                    <a:pt x="478" y="1348"/>
                  </a:cubicBezTo>
                  <a:cubicBezTo>
                    <a:pt x="478" y="1179"/>
                    <a:pt x="506" y="1011"/>
                    <a:pt x="646" y="898"/>
                  </a:cubicBezTo>
                  <a:cubicBezTo>
                    <a:pt x="759" y="758"/>
                    <a:pt x="927" y="618"/>
                    <a:pt x="1208" y="562"/>
                  </a:cubicBezTo>
                  <a:cubicBezTo>
                    <a:pt x="1517" y="477"/>
                    <a:pt x="2078" y="449"/>
                    <a:pt x="2612" y="449"/>
                  </a:cubicBezTo>
                  <a:close/>
                  <a:moveTo>
                    <a:pt x="2612" y="0"/>
                  </a:moveTo>
                  <a:cubicBezTo>
                    <a:pt x="2050" y="0"/>
                    <a:pt x="1489" y="0"/>
                    <a:pt x="1096" y="112"/>
                  </a:cubicBezTo>
                  <a:cubicBezTo>
                    <a:pt x="731" y="197"/>
                    <a:pt x="478" y="365"/>
                    <a:pt x="281" y="590"/>
                  </a:cubicBezTo>
                  <a:cubicBezTo>
                    <a:pt x="85" y="814"/>
                    <a:pt x="1" y="1067"/>
                    <a:pt x="1" y="1348"/>
                  </a:cubicBezTo>
                  <a:cubicBezTo>
                    <a:pt x="1" y="1600"/>
                    <a:pt x="85" y="1825"/>
                    <a:pt x="225" y="2050"/>
                  </a:cubicBezTo>
                  <a:cubicBezTo>
                    <a:pt x="646" y="2639"/>
                    <a:pt x="1461" y="3650"/>
                    <a:pt x="2078" y="4127"/>
                  </a:cubicBezTo>
                  <a:cubicBezTo>
                    <a:pt x="2247" y="4267"/>
                    <a:pt x="2499" y="4352"/>
                    <a:pt x="2752" y="4464"/>
                  </a:cubicBezTo>
                  <a:cubicBezTo>
                    <a:pt x="3173" y="4604"/>
                    <a:pt x="3650" y="4717"/>
                    <a:pt x="4128" y="4829"/>
                  </a:cubicBezTo>
                  <a:cubicBezTo>
                    <a:pt x="4577" y="4969"/>
                    <a:pt x="4998" y="5082"/>
                    <a:pt x="5251" y="5222"/>
                  </a:cubicBezTo>
                  <a:cubicBezTo>
                    <a:pt x="5728" y="5447"/>
                    <a:pt x="6261" y="5671"/>
                    <a:pt x="6879" y="5671"/>
                  </a:cubicBezTo>
                  <a:cubicBezTo>
                    <a:pt x="7328" y="5671"/>
                    <a:pt x="7805" y="5531"/>
                    <a:pt x="8311" y="5194"/>
                  </a:cubicBezTo>
                  <a:cubicBezTo>
                    <a:pt x="8620" y="4997"/>
                    <a:pt x="8788" y="4660"/>
                    <a:pt x="8900" y="4296"/>
                  </a:cubicBezTo>
                  <a:cubicBezTo>
                    <a:pt x="9013" y="3931"/>
                    <a:pt x="9041" y="3538"/>
                    <a:pt x="9041" y="3173"/>
                  </a:cubicBezTo>
                  <a:cubicBezTo>
                    <a:pt x="9041" y="2274"/>
                    <a:pt x="8872" y="1488"/>
                    <a:pt x="8844" y="1460"/>
                  </a:cubicBezTo>
                  <a:cubicBezTo>
                    <a:pt x="8844" y="1362"/>
                    <a:pt x="8738" y="1286"/>
                    <a:pt x="8637" y="1286"/>
                  </a:cubicBezTo>
                  <a:cubicBezTo>
                    <a:pt x="8622" y="1286"/>
                    <a:pt x="8606" y="1288"/>
                    <a:pt x="8592" y="1292"/>
                  </a:cubicBezTo>
                  <a:lnTo>
                    <a:pt x="8535" y="1292"/>
                  </a:lnTo>
                  <a:cubicBezTo>
                    <a:pt x="8423" y="1320"/>
                    <a:pt x="8170" y="1348"/>
                    <a:pt x="7805" y="1348"/>
                  </a:cubicBezTo>
                  <a:cubicBezTo>
                    <a:pt x="6935" y="1348"/>
                    <a:pt x="5447" y="1151"/>
                    <a:pt x="4352" y="112"/>
                  </a:cubicBezTo>
                  <a:cubicBezTo>
                    <a:pt x="4296" y="84"/>
                    <a:pt x="4268" y="56"/>
                    <a:pt x="4212" y="56"/>
                  </a:cubicBezTo>
                  <a:cubicBezTo>
                    <a:pt x="4212" y="56"/>
                    <a:pt x="3426" y="0"/>
                    <a:pt x="26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7" name="Google Shape;1897;p34"/>
            <p:cNvSpPr/>
            <p:nvPr/>
          </p:nvSpPr>
          <p:spPr>
            <a:xfrm>
              <a:off x="2816150" y="5125225"/>
              <a:ext cx="209875" cy="112550"/>
            </a:xfrm>
            <a:custGeom>
              <a:rect b="b" l="l" r="r" t="t"/>
              <a:pathLst>
                <a:path extrusionOk="0" h="4502" w="8395">
                  <a:moveTo>
                    <a:pt x="169" y="1"/>
                  </a:moveTo>
                  <a:lnTo>
                    <a:pt x="169" y="1"/>
                  </a:lnTo>
                  <a:cubicBezTo>
                    <a:pt x="0" y="309"/>
                    <a:pt x="28" y="674"/>
                    <a:pt x="253" y="983"/>
                  </a:cubicBezTo>
                  <a:cubicBezTo>
                    <a:pt x="646" y="1545"/>
                    <a:pt x="1488" y="2555"/>
                    <a:pt x="2050" y="3005"/>
                  </a:cubicBezTo>
                  <a:cubicBezTo>
                    <a:pt x="2611" y="3454"/>
                    <a:pt x="4408" y="3678"/>
                    <a:pt x="5194" y="4071"/>
                  </a:cubicBezTo>
                  <a:cubicBezTo>
                    <a:pt x="5642" y="4296"/>
                    <a:pt x="6146" y="4502"/>
                    <a:pt x="6694" y="4502"/>
                  </a:cubicBezTo>
                  <a:cubicBezTo>
                    <a:pt x="7106" y="4502"/>
                    <a:pt x="7543" y="4385"/>
                    <a:pt x="8001" y="4071"/>
                  </a:cubicBezTo>
                  <a:cubicBezTo>
                    <a:pt x="8170" y="3959"/>
                    <a:pt x="8310" y="3791"/>
                    <a:pt x="8395" y="3594"/>
                  </a:cubicBezTo>
                  <a:lnTo>
                    <a:pt x="8395" y="3594"/>
                  </a:lnTo>
                  <a:cubicBezTo>
                    <a:pt x="8001" y="3734"/>
                    <a:pt x="7608" y="3847"/>
                    <a:pt x="7272" y="3903"/>
                  </a:cubicBezTo>
                  <a:cubicBezTo>
                    <a:pt x="7141" y="3925"/>
                    <a:pt x="6996" y="3935"/>
                    <a:pt x="6840" y="3935"/>
                  </a:cubicBezTo>
                  <a:cubicBezTo>
                    <a:pt x="5786" y="3935"/>
                    <a:pt x="4198" y="3457"/>
                    <a:pt x="2780" y="2724"/>
                  </a:cubicBezTo>
                  <a:cubicBezTo>
                    <a:pt x="1629" y="2134"/>
                    <a:pt x="646" y="759"/>
                    <a:pt x="1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8" name="Google Shape;1898;p34"/>
            <p:cNvSpPr/>
            <p:nvPr/>
          </p:nvSpPr>
          <p:spPr>
            <a:xfrm>
              <a:off x="2811925" y="5119425"/>
              <a:ext cx="220425" cy="124450"/>
            </a:xfrm>
            <a:custGeom>
              <a:rect b="b" l="l" r="r" t="t"/>
              <a:pathLst>
                <a:path extrusionOk="0" h="4978" w="8817">
                  <a:moveTo>
                    <a:pt x="527" y="923"/>
                  </a:moveTo>
                  <a:lnTo>
                    <a:pt x="527" y="923"/>
                  </a:lnTo>
                  <a:cubicBezTo>
                    <a:pt x="1069" y="1699"/>
                    <a:pt x="1866" y="2673"/>
                    <a:pt x="2836" y="3180"/>
                  </a:cubicBezTo>
                  <a:cubicBezTo>
                    <a:pt x="3071" y="3298"/>
                    <a:pt x="3309" y="3409"/>
                    <a:pt x="3548" y="3514"/>
                  </a:cubicBezTo>
                  <a:lnTo>
                    <a:pt x="3548" y="3514"/>
                  </a:lnTo>
                  <a:cubicBezTo>
                    <a:pt x="3323" y="3449"/>
                    <a:pt x="3113" y="3385"/>
                    <a:pt x="2920" y="3321"/>
                  </a:cubicBezTo>
                  <a:cubicBezTo>
                    <a:pt x="2668" y="3237"/>
                    <a:pt x="2471" y="3152"/>
                    <a:pt x="2359" y="3068"/>
                  </a:cubicBezTo>
                  <a:cubicBezTo>
                    <a:pt x="1826" y="2647"/>
                    <a:pt x="983" y="1636"/>
                    <a:pt x="618" y="1075"/>
                  </a:cubicBezTo>
                  <a:cubicBezTo>
                    <a:pt x="578" y="1024"/>
                    <a:pt x="548" y="974"/>
                    <a:pt x="527" y="923"/>
                  </a:cubicBezTo>
                  <a:close/>
                  <a:moveTo>
                    <a:pt x="5819" y="4271"/>
                  </a:moveTo>
                  <a:cubicBezTo>
                    <a:pt x="6254" y="4364"/>
                    <a:pt x="6661" y="4416"/>
                    <a:pt x="7019" y="4416"/>
                  </a:cubicBezTo>
                  <a:cubicBezTo>
                    <a:pt x="7188" y="4416"/>
                    <a:pt x="7328" y="4388"/>
                    <a:pt x="7497" y="4388"/>
                  </a:cubicBezTo>
                  <a:cubicBezTo>
                    <a:pt x="7528" y="4380"/>
                    <a:pt x="7560" y="4372"/>
                    <a:pt x="7593" y="4363"/>
                  </a:cubicBezTo>
                  <a:lnTo>
                    <a:pt x="7593" y="4363"/>
                  </a:lnTo>
                  <a:cubicBezTo>
                    <a:pt x="7341" y="4466"/>
                    <a:pt x="7110" y="4500"/>
                    <a:pt x="6879" y="4500"/>
                  </a:cubicBezTo>
                  <a:cubicBezTo>
                    <a:pt x="6507" y="4500"/>
                    <a:pt x="6150" y="4408"/>
                    <a:pt x="5819" y="4271"/>
                  </a:cubicBezTo>
                  <a:close/>
                  <a:moveTo>
                    <a:pt x="382" y="1"/>
                  </a:moveTo>
                  <a:cubicBezTo>
                    <a:pt x="367" y="1"/>
                    <a:pt x="353" y="3"/>
                    <a:pt x="338" y="8"/>
                  </a:cubicBezTo>
                  <a:cubicBezTo>
                    <a:pt x="253" y="8"/>
                    <a:pt x="169" y="36"/>
                    <a:pt x="141" y="120"/>
                  </a:cubicBezTo>
                  <a:cubicBezTo>
                    <a:pt x="57" y="289"/>
                    <a:pt x="1" y="485"/>
                    <a:pt x="1" y="654"/>
                  </a:cubicBezTo>
                  <a:cubicBezTo>
                    <a:pt x="1" y="906"/>
                    <a:pt x="85" y="1131"/>
                    <a:pt x="225" y="1356"/>
                  </a:cubicBezTo>
                  <a:cubicBezTo>
                    <a:pt x="646" y="1945"/>
                    <a:pt x="1461" y="2956"/>
                    <a:pt x="2078" y="3433"/>
                  </a:cubicBezTo>
                  <a:cubicBezTo>
                    <a:pt x="2247" y="3573"/>
                    <a:pt x="2499" y="3658"/>
                    <a:pt x="2752" y="3770"/>
                  </a:cubicBezTo>
                  <a:cubicBezTo>
                    <a:pt x="3173" y="3910"/>
                    <a:pt x="3650" y="4023"/>
                    <a:pt x="4128" y="4135"/>
                  </a:cubicBezTo>
                  <a:cubicBezTo>
                    <a:pt x="4577" y="4275"/>
                    <a:pt x="4998" y="4388"/>
                    <a:pt x="5251" y="4528"/>
                  </a:cubicBezTo>
                  <a:cubicBezTo>
                    <a:pt x="5728" y="4753"/>
                    <a:pt x="6261" y="4977"/>
                    <a:pt x="6879" y="4977"/>
                  </a:cubicBezTo>
                  <a:cubicBezTo>
                    <a:pt x="7328" y="4977"/>
                    <a:pt x="7805" y="4837"/>
                    <a:pt x="8311" y="4500"/>
                  </a:cubicBezTo>
                  <a:cubicBezTo>
                    <a:pt x="8535" y="4360"/>
                    <a:pt x="8676" y="4163"/>
                    <a:pt x="8760" y="3938"/>
                  </a:cubicBezTo>
                  <a:cubicBezTo>
                    <a:pt x="8816" y="3854"/>
                    <a:pt x="8788" y="3742"/>
                    <a:pt x="8732" y="3686"/>
                  </a:cubicBezTo>
                  <a:cubicBezTo>
                    <a:pt x="8696" y="3631"/>
                    <a:pt x="8636" y="3600"/>
                    <a:pt x="8576" y="3600"/>
                  </a:cubicBezTo>
                  <a:cubicBezTo>
                    <a:pt x="8542" y="3600"/>
                    <a:pt x="8509" y="3610"/>
                    <a:pt x="8479" y="3630"/>
                  </a:cubicBezTo>
                  <a:cubicBezTo>
                    <a:pt x="8114" y="3742"/>
                    <a:pt x="7721" y="3854"/>
                    <a:pt x="7412" y="3910"/>
                  </a:cubicBezTo>
                  <a:cubicBezTo>
                    <a:pt x="7300" y="3938"/>
                    <a:pt x="7160" y="3938"/>
                    <a:pt x="7019" y="3938"/>
                  </a:cubicBezTo>
                  <a:cubicBezTo>
                    <a:pt x="6037" y="3938"/>
                    <a:pt x="4437" y="3489"/>
                    <a:pt x="3061" y="2759"/>
                  </a:cubicBezTo>
                  <a:cubicBezTo>
                    <a:pt x="1994" y="2198"/>
                    <a:pt x="1011" y="850"/>
                    <a:pt x="534" y="120"/>
                  </a:cubicBezTo>
                  <a:cubicBezTo>
                    <a:pt x="511" y="51"/>
                    <a:pt x="450" y="1"/>
                    <a:pt x="3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9" name="Google Shape;1899;p34"/>
            <p:cNvSpPr/>
            <p:nvPr/>
          </p:nvSpPr>
          <p:spPr>
            <a:xfrm>
              <a:off x="3328500" y="5107575"/>
              <a:ext cx="230250" cy="130200"/>
            </a:xfrm>
            <a:custGeom>
              <a:rect b="b" l="l" r="r" t="t"/>
              <a:pathLst>
                <a:path extrusionOk="0" h="5208" w="9210">
                  <a:moveTo>
                    <a:pt x="6631" y="0"/>
                  </a:moveTo>
                  <a:cubicBezTo>
                    <a:pt x="5822" y="0"/>
                    <a:pt x="5054" y="61"/>
                    <a:pt x="5054" y="61"/>
                  </a:cubicBezTo>
                  <a:cubicBezTo>
                    <a:pt x="3882" y="1159"/>
                    <a:pt x="2352" y="1350"/>
                    <a:pt x="1430" y="1350"/>
                  </a:cubicBezTo>
                  <a:cubicBezTo>
                    <a:pt x="938" y="1350"/>
                    <a:pt x="618" y="1296"/>
                    <a:pt x="618" y="1296"/>
                  </a:cubicBezTo>
                  <a:lnTo>
                    <a:pt x="618" y="1296"/>
                  </a:lnTo>
                  <a:cubicBezTo>
                    <a:pt x="618" y="1296"/>
                    <a:pt x="1" y="4047"/>
                    <a:pt x="1068" y="4777"/>
                  </a:cubicBezTo>
                  <a:cubicBezTo>
                    <a:pt x="1526" y="5091"/>
                    <a:pt x="1963" y="5208"/>
                    <a:pt x="2376" y="5208"/>
                  </a:cubicBezTo>
                  <a:cubicBezTo>
                    <a:pt x="2923" y="5208"/>
                    <a:pt x="3427" y="5002"/>
                    <a:pt x="3875" y="4777"/>
                  </a:cubicBezTo>
                  <a:cubicBezTo>
                    <a:pt x="4661" y="4384"/>
                    <a:pt x="6458" y="4160"/>
                    <a:pt x="7019" y="3711"/>
                  </a:cubicBezTo>
                  <a:cubicBezTo>
                    <a:pt x="7581" y="3261"/>
                    <a:pt x="8423" y="2251"/>
                    <a:pt x="8816" y="1689"/>
                  </a:cubicBezTo>
                  <a:cubicBezTo>
                    <a:pt x="9209" y="1128"/>
                    <a:pt x="8985" y="342"/>
                    <a:pt x="8086" y="117"/>
                  </a:cubicBezTo>
                  <a:cubicBezTo>
                    <a:pt x="7727" y="27"/>
                    <a:pt x="7170" y="0"/>
                    <a:pt x="663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0" name="Google Shape;1900;p34"/>
            <p:cNvSpPr/>
            <p:nvPr/>
          </p:nvSpPr>
          <p:spPr>
            <a:xfrm>
              <a:off x="3333425" y="5102075"/>
              <a:ext cx="226025" cy="141800"/>
            </a:xfrm>
            <a:custGeom>
              <a:rect b="b" l="l" r="r" t="t"/>
              <a:pathLst>
                <a:path extrusionOk="0" h="5672" w="9041">
                  <a:moveTo>
                    <a:pt x="6429" y="449"/>
                  </a:moveTo>
                  <a:cubicBezTo>
                    <a:pt x="6963" y="449"/>
                    <a:pt x="7524" y="477"/>
                    <a:pt x="7833" y="562"/>
                  </a:cubicBezTo>
                  <a:cubicBezTo>
                    <a:pt x="8114" y="618"/>
                    <a:pt x="8282" y="758"/>
                    <a:pt x="8423" y="898"/>
                  </a:cubicBezTo>
                  <a:cubicBezTo>
                    <a:pt x="8535" y="1011"/>
                    <a:pt x="8591" y="1179"/>
                    <a:pt x="8591" y="1348"/>
                  </a:cubicBezTo>
                  <a:cubicBezTo>
                    <a:pt x="8591" y="1488"/>
                    <a:pt x="8535" y="1628"/>
                    <a:pt x="8451" y="1769"/>
                  </a:cubicBezTo>
                  <a:cubicBezTo>
                    <a:pt x="8058" y="2330"/>
                    <a:pt x="7215" y="3341"/>
                    <a:pt x="6682" y="3762"/>
                  </a:cubicBezTo>
                  <a:cubicBezTo>
                    <a:pt x="6570" y="3846"/>
                    <a:pt x="6373" y="3931"/>
                    <a:pt x="6121" y="4015"/>
                  </a:cubicBezTo>
                  <a:cubicBezTo>
                    <a:pt x="5756" y="4155"/>
                    <a:pt x="5278" y="4267"/>
                    <a:pt x="4801" y="4380"/>
                  </a:cubicBezTo>
                  <a:cubicBezTo>
                    <a:pt x="4352" y="4520"/>
                    <a:pt x="3903" y="4632"/>
                    <a:pt x="3566" y="4801"/>
                  </a:cubicBezTo>
                  <a:cubicBezTo>
                    <a:pt x="3145" y="5025"/>
                    <a:pt x="2667" y="5194"/>
                    <a:pt x="2190" y="5194"/>
                  </a:cubicBezTo>
                  <a:cubicBezTo>
                    <a:pt x="1797" y="5194"/>
                    <a:pt x="1432" y="5110"/>
                    <a:pt x="1011" y="4801"/>
                  </a:cubicBezTo>
                  <a:cubicBezTo>
                    <a:pt x="814" y="4689"/>
                    <a:pt x="674" y="4464"/>
                    <a:pt x="590" y="4155"/>
                  </a:cubicBezTo>
                  <a:cubicBezTo>
                    <a:pt x="506" y="3874"/>
                    <a:pt x="478" y="3509"/>
                    <a:pt x="478" y="3173"/>
                  </a:cubicBezTo>
                  <a:cubicBezTo>
                    <a:pt x="478" y="2751"/>
                    <a:pt x="506" y="2358"/>
                    <a:pt x="562" y="2050"/>
                  </a:cubicBezTo>
                  <a:cubicBezTo>
                    <a:pt x="584" y="1938"/>
                    <a:pt x="589" y="1843"/>
                    <a:pt x="604" y="1767"/>
                  </a:cubicBezTo>
                  <a:lnTo>
                    <a:pt x="604" y="1767"/>
                  </a:lnTo>
                  <a:cubicBezTo>
                    <a:pt x="756" y="1782"/>
                    <a:pt x="973" y="1797"/>
                    <a:pt x="1236" y="1797"/>
                  </a:cubicBezTo>
                  <a:cubicBezTo>
                    <a:pt x="2175" y="1797"/>
                    <a:pt x="3739" y="1607"/>
                    <a:pt x="4966" y="504"/>
                  </a:cubicBezTo>
                  <a:lnTo>
                    <a:pt x="4966" y="504"/>
                  </a:lnTo>
                  <a:cubicBezTo>
                    <a:pt x="5049" y="501"/>
                    <a:pt x="5190" y="495"/>
                    <a:pt x="5363" y="477"/>
                  </a:cubicBezTo>
                  <a:cubicBezTo>
                    <a:pt x="5643" y="477"/>
                    <a:pt x="6036" y="449"/>
                    <a:pt x="6429" y="449"/>
                  </a:cubicBezTo>
                  <a:close/>
                  <a:moveTo>
                    <a:pt x="6429" y="0"/>
                  </a:moveTo>
                  <a:cubicBezTo>
                    <a:pt x="5615" y="0"/>
                    <a:pt x="4857" y="56"/>
                    <a:pt x="4829" y="56"/>
                  </a:cubicBezTo>
                  <a:cubicBezTo>
                    <a:pt x="4801" y="56"/>
                    <a:pt x="4745" y="84"/>
                    <a:pt x="4689" y="112"/>
                  </a:cubicBezTo>
                  <a:cubicBezTo>
                    <a:pt x="3594" y="1151"/>
                    <a:pt x="2134" y="1348"/>
                    <a:pt x="1236" y="1348"/>
                  </a:cubicBezTo>
                  <a:cubicBezTo>
                    <a:pt x="983" y="1348"/>
                    <a:pt x="786" y="1320"/>
                    <a:pt x="674" y="1320"/>
                  </a:cubicBezTo>
                  <a:cubicBezTo>
                    <a:pt x="590" y="1320"/>
                    <a:pt x="534" y="1292"/>
                    <a:pt x="506" y="1292"/>
                  </a:cubicBezTo>
                  <a:lnTo>
                    <a:pt x="449" y="1292"/>
                  </a:lnTo>
                  <a:cubicBezTo>
                    <a:pt x="435" y="1288"/>
                    <a:pt x="420" y="1286"/>
                    <a:pt x="405" y="1286"/>
                  </a:cubicBezTo>
                  <a:cubicBezTo>
                    <a:pt x="309" y="1286"/>
                    <a:pt x="221" y="1362"/>
                    <a:pt x="197" y="1460"/>
                  </a:cubicBezTo>
                  <a:cubicBezTo>
                    <a:pt x="197" y="1488"/>
                    <a:pt x="0" y="2274"/>
                    <a:pt x="0" y="3173"/>
                  </a:cubicBezTo>
                  <a:cubicBezTo>
                    <a:pt x="0" y="3538"/>
                    <a:pt x="28" y="3931"/>
                    <a:pt x="141" y="4296"/>
                  </a:cubicBezTo>
                  <a:cubicBezTo>
                    <a:pt x="253" y="4660"/>
                    <a:pt x="421" y="4997"/>
                    <a:pt x="730" y="5194"/>
                  </a:cubicBezTo>
                  <a:cubicBezTo>
                    <a:pt x="1236" y="5531"/>
                    <a:pt x="1713" y="5671"/>
                    <a:pt x="2190" y="5671"/>
                  </a:cubicBezTo>
                  <a:cubicBezTo>
                    <a:pt x="2780" y="5671"/>
                    <a:pt x="3313" y="5447"/>
                    <a:pt x="3790" y="5222"/>
                  </a:cubicBezTo>
                  <a:cubicBezTo>
                    <a:pt x="4127" y="5025"/>
                    <a:pt x="4773" y="4885"/>
                    <a:pt x="5391" y="4717"/>
                  </a:cubicBezTo>
                  <a:cubicBezTo>
                    <a:pt x="5699" y="4632"/>
                    <a:pt x="6008" y="4548"/>
                    <a:pt x="6289" y="4464"/>
                  </a:cubicBezTo>
                  <a:cubicBezTo>
                    <a:pt x="6570" y="4352"/>
                    <a:pt x="6794" y="4267"/>
                    <a:pt x="6963" y="4127"/>
                  </a:cubicBezTo>
                  <a:cubicBezTo>
                    <a:pt x="7580" y="3650"/>
                    <a:pt x="8423" y="2639"/>
                    <a:pt x="8816" y="2050"/>
                  </a:cubicBezTo>
                  <a:cubicBezTo>
                    <a:pt x="8956" y="1825"/>
                    <a:pt x="9040" y="1600"/>
                    <a:pt x="9040" y="1348"/>
                  </a:cubicBezTo>
                  <a:cubicBezTo>
                    <a:pt x="9040" y="1067"/>
                    <a:pt x="8956" y="814"/>
                    <a:pt x="8760" y="590"/>
                  </a:cubicBezTo>
                  <a:cubicBezTo>
                    <a:pt x="8591" y="365"/>
                    <a:pt x="8310" y="197"/>
                    <a:pt x="7945" y="112"/>
                  </a:cubicBezTo>
                  <a:cubicBezTo>
                    <a:pt x="7552" y="0"/>
                    <a:pt x="6991" y="0"/>
                    <a:pt x="64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1" name="Google Shape;1901;p34"/>
            <p:cNvSpPr/>
            <p:nvPr/>
          </p:nvSpPr>
          <p:spPr>
            <a:xfrm>
              <a:off x="3345350" y="5125225"/>
              <a:ext cx="209875" cy="112550"/>
            </a:xfrm>
            <a:custGeom>
              <a:rect b="b" l="l" r="r" t="t"/>
              <a:pathLst>
                <a:path extrusionOk="0" h="4502" w="8395">
                  <a:moveTo>
                    <a:pt x="8226" y="1"/>
                  </a:moveTo>
                  <a:lnTo>
                    <a:pt x="8226" y="1"/>
                  </a:lnTo>
                  <a:cubicBezTo>
                    <a:pt x="7749" y="759"/>
                    <a:pt x="6767" y="2134"/>
                    <a:pt x="5615" y="2724"/>
                  </a:cubicBezTo>
                  <a:cubicBezTo>
                    <a:pt x="4197" y="3457"/>
                    <a:pt x="2609" y="3935"/>
                    <a:pt x="1555" y="3935"/>
                  </a:cubicBezTo>
                  <a:cubicBezTo>
                    <a:pt x="1399" y="3935"/>
                    <a:pt x="1254" y="3925"/>
                    <a:pt x="1124" y="3903"/>
                  </a:cubicBezTo>
                  <a:cubicBezTo>
                    <a:pt x="787" y="3847"/>
                    <a:pt x="394" y="3734"/>
                    <a:pt x="1" y="3594"/>
                  </a:cubicBezTo>
                  <a:lnTo>
                    <a:pt x="1" y="3594"/>
                  </a:lnTo>
                  <a:cubicBezTo>
                    <a:pt x="113" y="3791"/>
                    <a:pt x="225" y="3959"/>
                    <a:pt x="394" y="4071"/>
                  </a:cubicBezTo>
                  <a:cubicBezTo>
                    <a:pt x="852" y="4385"/>
                    <a:pt x="1289" y="4502"/>
                    <a:pt x="1702" y="4502"/>
                  </a:cubicBezTo>
                  <a:cubicBezTo>
                    <a:pt x="2249" y="4502"/>
                    <a:pt x="2753" y="4296"/>
                    <a:pt x="3201" y="4071"/>
                  </a:cubicBezTo>
                  <a:cubicBezTo>
                    <a:pt x="3987" y="3678"/>
                    <a:pt x="5784" y="3454"/>
                    <a:pt x="6345" y="3005"/>
                  </a:cubicBezTo>
                  <a:cubicBezTo>
                    <a:pt x="6907" y="2555"/>
                    <a:pt x="7749" y="1545"/>
                    <a:pt x="8142" y="983"/>
                  </a:cubicBezTo>
                  <a:cubicBezTo>
                    <a:pt x="8367" y="674"/>
                    <a:pt x="8395" y="309"/>
                    <a:pt x="822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2" name="Google Shape;1902;p34"/>
            <p:cNvSpPr/>
            <p:nvPr/>
          </p:nvSpPr>
          <p:spPr>
            <a:xfrm>
              <a:off x="3339025" y="5119425"/>
              <a:ext cx="220425" cy="124450"/>
            </a:xfrm>
            <a:custGeom>
              <a:rect b="b" l="l" r="r" t="t"/>
              <a:pathLst>
                <a:path extrusionOk="0" h="4978" w="8817">
                  <a:moveTo>
                    <a:pt x="8293" y="934"/>
                  </a:moveTo>
                  <a:cubicBezTo>
                    <a:pt x="8277" y="981"/>
                    <a:pt x="8255" y="1028"/>
                    <a:pt x="8227" y="1075"/>
                  </a:cubicBezTo>
                  <a:cubicBezTo>
                    <a:pt x="7834" y="1636"/>
                    <a:pt x="6991" y="2647"/>
                    <a:pt x="6458" y="3068"/>
                  </a:cubicBezTo>
                  <a:cubicBezTo>
                    <a:pt x="6346" y="3152"/>
                    <a:pt x="6149" y="3237"/>
                    <a:pt x="5897" y="3321"/>
                  </a:cubicBezTo>
                  <a:cubicBezTo>
                    <a:pt x="5707" y="3394"/>
                    <a:pt x="5487" y="3459"/>
                    <a:pt x="5253" y="3521"/>
                  </a:cubicBezTo>
                  <a:lnTo>
                    <a:pt x="5253" y="3521"/>
                  </a:lnTo>
                  <a:cubicBezTo>
                    <a:pt x="5497" y="3414"/>
                    <a:pt x="5741" y="3300"/>
                    <a:pt x="5981" y="3180"/>
                  </a:cubicBezTo>
                  <a:cubicBezTo>
                    <a:pt x="6946" y="2676"/>
                    <a:pt x="7757" y="1708"/>
                    <a:pt x="8293" y="934"/>
                  </a:cubicBezTo>
                  <a:close/>
                  <a:moveTo>
                    <a:pt x="2999" y="4270"/>
                  </a:moveTo>
                  <a:lnTo>
                    <a:pt x="2999" y="4270"/>
                  </a:lnTo>
                  <a:cubicBezTo>
                    <a:pt x="2670" y="4408"/>
                    <a:pt x="2318" y="4500"/>
                    <a:pt x="1966" y="4500"/>
                  </a:cubicBezTo>
                  <a:cubicBezTo>
                    <a:pt x="1712" y="4500"/>
                    <a:pt x="1470" y="4465"/>
                    <a:pt x="1216" y="4356"/>
                  </a:cubicBezTo>
                  <a:lnTo>
                    <a:pt x="1216" y="4356"/>
                  </a:lnTo>
                  <a:cubicBezTo>
                    <a:pt x="1261" y="4367"/>
                    <a:pt x="1305" y="4378"/>
                    <a:pt x="1348" y="4388"/>
                  </a:cubicBezTo>
                  <a:cubicBezTo>
                    <a:pt x="1489" y="4388"/>
                    <a:pt x="1629" y="4416"/>
                    <a:pt x="1798" y="4416"/>
                  </a:cubicBezTo>
                  <a:cubicBezTo>
                    <a:pt x="2156" y="4416"/>
                    <a:pt x="2563" y="4364"/>
                    <a:pt x="2999" y="4270"/>
                  </a:cubicBezTo>
                  <a:close/>
                  <a:moveTo>
                    <a:pt x="8453" y="1"/>
                  </a:moveTo>
                  <a:cubicBezTo>
                    <a:pt x="8375" y="1"/>
                    <a:pt x="8329" y="51"/>
                    <a:pt x="8283" y="120"/>
                  </a:cubicBezTo>
                  <a:cubicBezTo>
                    <a:pt x="7806" y="850"/>
                    <a:pt x="6851" y="2198"/>
                    <a:pt x="5756" y="2759"/>
                  </a:cubicBezTo>
                  <a:cubicBezTo>
                    <a:pt x="4381" y="3489"/>
                    <a:pt x="2808" y="3938"/>
                    <a:pt x="1798" y="3938"/>
                  </a:cubicBezTo>
                  <a:cubicBezTo>
                    <a:pt x="1657" y="3938"/>
                    <a:pt x="1517" y="3938"/>
                    <a:pt x="1405" y="3910"/>
                  </a:cubicBezTo>
                  <a:cubicBezTo>
                    <a:pt x="1096" y="3854"/>
                    <a:pt x="703" y="3742"/>
                    <a:pt x="338" y="3630"/>
                  </a:cubicBezTo>
                  <a:cubicBezTo>
                    <a:pt x="308" y="3610"/>
                    <a:pt x="275" y="3600"/>
                    <a:pt x="241" y="3600"/>
                  </a:cubicBezTo>
                  <a:cubicBezTo>
                    <a:pt x="181" y="3600"/>
                    <a:pt x="121" y="3631"/>
                    <a:pt x="85" y="3686"/>
                  </a:cubicBezTo>
                  <a:cubicBezTo>
                    <a:pt x="29" y="3742"/>
                    <a:pt x="1" y="3854"/>
                    <a:pt x="57" y="3938"/>
                  </a:cubicBezTo>
                  <a:cubicBezTo>
                    <a:pt x="169" y="4163"/>
                    <a:pt x="310" y="4360"/>
                    <a:pt x="506" y="4500"/>
                  </a:cubicBezTo>
                  <a:cubicBezTo>
                    <a:pt x="1012" y="4837"/>
                    <a:pt x="1489" y="4977"/>
                    <a:pt x="1966" y="4977"/>
                  </a:cubicBezTo>
                  <a:cubicBezTo>
                    <a:pt x="2556" y="4977"/>
                    <a:pt x="3089" y="4753"/>
                    <a:pt x="3566" y="4528"/>
                  </a:cubicBezTo>
                  <a:cubicBezTo>
                    <a:pt x="3903" y="4331"/>
                    <a:pt x="4549" y="4191"/>
                    <a:pt x="5167" y="4023"/>
                  </a:cubicBezTo>
                  <a:cubicBezTo>
                    <a:pt x="5475" y="3938"/>
                    <a:pt x="5784" y="3854"/>
                    <a:pt x="6065" y="3770"/>
                  </a:cubicBezTo>
                  <a:cubicBezTo>
                    <a:pt x="6346" y="3658"/>
                    <a:pt x="6570" y="3573"/>
                    <a:pt x="6739" y="3433"/>
                  </a:cubicBezTo>
                  <a:cubicBezTo>
                    <a:pt x="7356" y="2956"/>
                    <a:pt x="8199" y="1945"/>
                    <a:pt x="8592" y="1356"/>
                  </a:cubicBezTo>
                  <a:cubicBezTo>
                    <a:pt x="8732" y="1131"/>
                    <a:pt x="8816" y="906"/>
                    <a:pt x="8816" y="654"/>
                  </a:cubicBezTo>
                  <a:cubicBezTo>
                    <a:pt x="8816" y="485"/>
                    <a:pt x="8788" y="289"/>
                    <a:pt x="8704" y="120"/>
                  </a:cubicBezTo>
                  <a:cubicBezTo>
                    <a:pt x="8648" y="36"/>
                    <a:pt x="8592" y="8"/>
                    <a:pt x="8508" y="8"/>
                  </a:cubicBezTo>
                  <a:cubicBezTo>
                    <a:pt x="8488" y="3"/>
                    <a:pt x="8469" y="1"/>
                    <a:pt x="845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3" name="Google Shape;1903;p34"/>
            <p:cNvSpPr/>
            <p:nvPr/>
          </p:nvSpPr>
          <p:spPr>
            <a:xfrm>
              <a:off x="2910200" y="3517250"/>
              <a:ext cx="615550" cy="1665775"/>
            </a:xfrm>
            <a:custGeom>
              <a:rect b="b" l="l" r="r" t="t"/>
              <a:pathLst>
                <a:path extrusionOk="0" h="66631" w="24622">
                  <a:moveTo>
                    <a:pt x="23078" y="0"/>
                  </a:moveTo>
                  <a:cubicBezTo>
                    <a:pt x="23078" y="0"/>
                    <a:pt x="17443" y="2118"/>
                    <a:pt x="10088" y="2118"/>
                  </a:cubicBezTo>
                  <a:cubicBezTo>
                    <a:pt x="8012" y="2118"/>
                    <a:pt x="5799" y="1949"/>
                    <a:pt x="3538" y="1516"/>
                  </a:cubicBezTo>
                  <a:cubicBezTo>
                    <a:pt x="3538" y="1516"/>
                    <a:pt x="3088" y="6738"/>
                    <a:pt x="3032" y="9097"/>
                  </a:cubicBezTo>
                  <a:cubicBezTo>
                    <a:pt x="2976" y="11483"/>
                    <a:pt x="3313" y="13673"/>
                    <a:pt x="3313" y="13673"/>
                  </a:cubicBezTo>
                  <a:lnTo>
                    <a:pt x="2190" y="35290"/>
                  </a:lnTo>
                  <a:cubicBezTo>
                    <a:pt x="2190" y="35290"/>
                    <a:pt x="506" y="49187"/>
                    <a:pt x="506" y="51939"/>
                  </a:cubicBezTo>
                  <a:cubicBezTo>
                    <a:pt x="506" y="54690"/>
                    <a:pt x="730" y="61905"/>
                    <a:pt x="730" y="61905"/>
                  </a:cubicBezTo>
                  <a:cubicBezTo>
                    <a:pt x="730" y="61905"/>
                    <a:pt x="112" y="63140"/>
                    <a:pt x="56" y="63421"/>
                  </a:cubicBezTo>
                  <a:cubicBezTo>
                    <a:pt x="0" y="63702"/>
                    <a:pt x="169" y="65386"/>
                    <a:pt x="169" y="65386"/>
                  </a:cubicBezTo>
                  <a:cubicBezTo>
                    <a:pt x="169" y="65386"/>
                    <a:pt x="1629" y="66285"/>
                    <a:pt x="3032" y="66397"/>
                  </a:cubicBezTo>
                  <a:cubicBezTo>
                    <a:pt x="3106" y="66403"/>
                    <a:pt x="3177" y="66406"/>
                    <a:pt x="3245" y="66406"/>
                  </a:cubicBezTo>
                  <a:cubicBezTo>
                    <a:pt x="4482" y="66406"/>
                    <a:pt x="4891" y="65490"/>
                    <a:pt x="4997" y="65330"/>
                  </a:cubicBezTo>
                  <a:cubicBezTo>
                    <a:pt x="5110" y="65162"/>
                    <a:pt x="5334" y="62860"/>
                    <a:pt x="5391" y="62074"/>
                  </a:cubicBezTo>
                  <a:cubicBezTo>
                    <a:pt x="5447" y="61287"/>
                    <a:pt x="5334" y="60108"/>
                    <a:pt x="5334" y="60108"/>
                  </a:cubicBezTo>
                  <a:cubicBezTo>
                    <a:pt x="5334" y="60108"/>
                    <a:pt x="7833" y="48008"/>
                    <a:pt x="9012" y="43881"/>
                  </a:cubicBezTo>
                  <a:cubicBezTo>
                    <a:pt x="10191" y="39782"/>
                    <a:pt x="12325" y="28637"/>
                    <a:pt x="12437" y="27177"/>
                  </a:cubicBezTo>
                  <a:cubicBezTo>
                    <a:pt x="12550" y="25717"/>
                    <a:pt x="13841" y="18895"/>
                    <a:pt x="13841" y="18895"/>
                  </a:cubicBezTo>
                  <a:cubicBezTo>
                    <a:pt x="13841" y="18895"/>
                    <a:pt x="14964" y="31107"/>
                    <a:pt x="15245" y="33409"/>
                  </a:cubicBezTo>
                  <a:cubicBezTo>
                    <a:pt x="15526" y="35739"/>
                    <a:pt x="14852" y="42140"/>
                    <a:pt x="14852" y="45566"/>
                  </a:cubicBezTo>
                  <a:cubicBezTo>
                    <a:pt x="14852" y="49019"/>
                    <a:pt x="16901" y="62410"/>
                    <a:pt x="16901" y="62410"/>
                  </a:cubicBezTo>
                  <a:cubicBezTo>
                    <a:pt x="16901" y="62410"/>
                    <a:pt x="16901" y="64067"/>
                    <a:pt x="17013" y="64516"/>
                  </a:cubicBezTo>
                  <a:cubicBezTo>
                    <a:pt x="17126" y="64965"/>
                    <a:pt x="17800" y="66509"/>
                    <a:pt x="17800" y="66509"/>
                  </a:cubicBezTo>
                  <a:cubicBezTo>
                    <a:pt x="17800" y="66509"/>
                    <a:pt x="18396" y="66631"/>
                    <a:pt x="19043" y="66631"/>
                  </a:cubicBezTo>
                  <a:cubicBezTo>
                    <a:pt x="19474" y="66631"/>
                    <a:pt x="19928" y="66577"/>
                    <a:pt x="20242" y="66397"/>
                  </a:cubicBezTo>
                  <a:cubicBezTo>
                    <a:pt x="21028" y="65948"/>
                    <a:pt x="22235" y="65190"/>
                    <a:pt x="22348" y="63842"/>
                  </a:cubicBezTo>
                  <a:cubicBezTo>
                    <a:pt x="22460" y="62495"/>
                    <a:pt x="21955" y="59800"/>
                    <a:pt x="21842" y="59041"/>
                  </a:cubicBezTo>
                  <a:cubicBezTo>
                    <a:pt x="21730" y="58255"/>
                    <a:pt x="23751" y="43235"/>
                    <a:pt x="23751" y="37901"/>
                  </a:cubicBezTo>
                  <a:cubicBezTo>
                    <a:pt x="23751" y="32567"/>
                    <a:pt x="24622" y="21000"/>
                    <a:pt x="24622" y="18558"/>
                  </a:cubicBezTo>
                  <a:cubicBezTo>
                    <a:pt x="24622" y="16115"/>
                    <a:pt x="24088" y="7889"/>
                    <a:pt x="24088" y="7889"/>
                  </a:cubicBezTo>
                  <a:lnTo>
                    <a:pt x="2307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4" name="Google Shape;1904;p34"/>
            <p:cNvSpPr/>
            <p:nvPr/>
          </p:nvSpPr>
          <p:spPr>
            <a:xfrm>
              <a:off x="2905275" y="3511100"/>
              <a:ext cx="626800" cy="1678025"/>
            </a:xfrm>
            <a:custGeom>
              <a:rect b="b" l="l" r="r" t="t"/>
              <a:pathLst>
                <a:path extrusionOk="0" h="67121" w="25072">
                  <a:moveTo>
                    <a:pt x="23084" y="546"/>
                  </a:moveTo>
                  <a:lnTo>
                    <a:pt x="24033" y="8163"/>
                  </a:lnTo>
                  <a:lnTo>
                    <a:pt x="24034" y="8163"/>
                  </a:lnTo>
                  <a:lnTo>
                    <a:pt x="24034" y="8163"/>
                  </a:lnTo>
                  <a:cubicBezTo>
                    <a:pt x="24041" y="8282"/>
                    <a:pt x="24068" y="8774"/>
                    <a:pt x="24117" y="9455"/>
                  </a:cubicBezTo>
                  <a:cubicBezTo>
                    <a:pt x="24285" y="11897"/>
                    <a:pt x="24594" y="16979"/>
                    <a:pt x="24594" y="18804"/>
                  </a:cubicBezTo>
                  <a:cubicBezTo>
                    <a:pt x="24594" y="20011"/>
                    <a:pt x="24370" y="23520"/>
                    <a:pt x="24145" y="27395"/>
                  </a:cubicBezTo>
                  <a:cubicBezTo>
                    <a:pt x="23920" y="31241"/>
                    <a:pt x="23696" y="35480"/>
                    <a:pt x="23696" y="38147"/>
                  </a:cubicBezTo>
                  <a:cubicBezTo>
                    <a:pt x="23696" y="40730"/>
                    <a:pt x="23247" y="45615"/>
                    <a:pt x="22769" y="50023"/>
                  </a:cubicBezTo>
                  <a:cubicBezTo>
                    <a:pt x="22517" y="52241"/>
                    <a:pt x="22292" y="54346"/>
                    <a:pt x="22095" y="55975"/>
                  </a:cubicBezTo>
                  <a:cubicBezTo>
                    <a:pt x="22011" y="56789"/>
                    <a:pt x="21955" y="57491"/>
                    <a:pt x="21899" y="58052"/>
                  </a:cubicBezTo>
                  <a:cubicBezTo>
                    <a:pt x="21843" y="58586"/>
                    <a:pt x="21815" y="58979"/>
                    <a:pt x="21815" y="59175"/>
                  </a:cubicBezTo>
                  <a:cubicBezTo>
                    <a:pt x="21815" y="59231"/>
                    <a:pt x="21815" y="59259"/>
                    <a:pt x="21815" y="59316"/>
                  </a:cubicBezTo>
                  <a:cubicBezTo>
                    <a:pt x="21871" y="59681"/>
                    <a:pt x="22011" y="60410"/>
                    <a:pt x="22124" y="61225"/>
                  </a:cubicBezTo>
                  <a:cubicBezTo>
                    <a:pt x="22236" y="62067"/>
                    <a:pt x="22348" y="62965"/>
                    <a:pt x="22348" y="63667"/>
                  </a:cubicBezTo>
                  <a:cubicBezTo>
                    <a:pt x="22348" y="63808"/>
                    <a:pt x="22320" y="63948"/>
                    <a:pt x="22320" y="64060"/>
                  </a:cubicBezTo>
                  <a:cubicBezTo>
                    <a:pt x="22264" y="64678"/>
                    <a:pt x="21983" y="65155"/>
                    <a:pt x="21590" y="65548"/>
                  </a:cubicBezTo>
                  <a:cubicBezTo>
                    <a:pt x="21197" y="65913"/>
                    <a:pt x="20720" y="66222"/>
                    <a:pt x="20327" y="66447"/>
                  </a:cubicBezTo>
                  <a:cubicBezTo>
                    <a:pt x="20074" y="66587"/>
                    <a:pt x="19653" y="66643"/>
                    <a:pt x="19260" y="66643"/>
                  </a:cubicBezTo>
                  <a:cubicBezTo>
                    <a:pt x="18923" y="66643"/>
                    <a:pt x="18642" y="66615"/>
                    <a:pt x="18418" y="66587"/>
                  </a:cubicBezTo>
                  <a:cubicBezTo>
                    <a:pt x="18326" y="66564"/>
                    <a:pt x="18234" y="66560"/>
                    <a:pt x="18173" y="66559"/>
                  </a:cubicBezTo>
                  <a:lnTo>
                    <a:pt x="18173" y="66559"/>
                  </a:lnTo>
                  <a:cubicBezTo>
                    <a:pt x="18109" y="66411"/>
                    <a:pt x="17989" y="66133"/>
                    <a:pt x="17856" y="65829"/>
                  </a:cubicBezTo>
                  <a:cubicBezTo>
                    <a:pt x="17688" y="65408"/>
                    <a:pt x="17491" y="64874"/>
                    <a:pt x="17435" y="64706"/>
                  </a:cubicBezTo>
                  <a:cubicBezTo>
                    <a:pt x="17435" y="64622"/>
                    <a:pt x="17407" y="64425"/>
                    <a:pt x="17379" y="64229"/>
                  </a:cubicBezTo>
                  <a:cubicBezTo>
                    <a:pt x="17379" y="63892"/>
                    <a:pt x="17351" y="63499"/>
                    <a:pt x="17351" y="63190"/>
                  </a:cubicBezTo>
                  <a:cubicBezTo>
                    <a:pt x="17351" y="62881"/>
                    <a:pt x="17351" y="62656"/>
                    <a:pt x="17351" y="62656"/>
                  </a:cubicBezTo>
                  <a:lnTo>
                    <a:pt x="17351" y="62600"/>
                  </a:lnTo>
                  <a:cubicBezTo>
                    <a:pt x="17351" y="62600"/>
                    <a:pt x="17210" y="61786"/>
                    <a:pt x="17014" y="60467"/>
                  </a:cubicBezTo>
                  <a:cubicBezTo>
                    <a:pt x="16733" y="58501"/>
                    <a:pt x="16284" y="55497"/>
                    <a:pt x="15919" y="52634"/>
                  </a:cubicBezTo>
                  <a:cubicBezTo>
                    <a:pt x="15554" y="49770"/>
                    <a:pt x="15273" y="47103"/>
                    <a:pt x="15273" y="45812"/>
                  </a:cubicBezTo>
                  <a:cubicBezTo>
                    <a:pt x="15273" y="42976"/>
                    <a:pt x="15751" y="38091"/>
                    <a:pt x="15751" y="35171"/>
                  </a:cubicBezTo>
                  <a:cubicBezTo>
                    <a:pt x="15751" y="34554"/>
                    <a:pt x="15723" y="34048"/>
                    <a:pt x="15694" y="33627"/>
                  </a:cubicBezTo>
                  <a:cubicBezTo>
                    <a:pt x="15554" y="32504"/>
                    <a:pt x="15189" y="28854"/>
                    <a:pt x="14880" y="25514"/>
                  </a:cubicBezTo>
                  <a:cubicBezTo>
                    <a:pt x="14712" y="23857"/>
                    <a:pt x="14571" y="22257"/>
                    <a:pt x="14459" y="21078"/>
                  </a:cubicBezTo>
                  <a:cubicBezTo>
                    <a:pt x="14347" y="19899"/>
                    <a:pt x="14263" y="19113"/>
                    <a:pt x="14263" y="19113"/>
                  </a:cubicBezTo>
                  <a:cubicBezTo>
                    <a:pt x="14263" y="19000"/>
                    <a:pt x="14178" y="18916"/>
                    <a:pt x="14066" y="18916"/>
                  </a:cubicBezTo>
                  <a:cubicBezTo>
                    <a:pt x="13926" y="18916"/>
                    <a:pt x="13842" y="19000"/>
                    <a:pt x="13813" y="19113"/>
                  </a:cubicBezTo>
                  <a:cubicBezTo>
                    <a:pt x="13813" y="19113"/>
                    <a:pt x="13477" y="20797"/>
                    <a:pt x="13140" y="22706"/>
                  </a:cubicBezTo>
                  <a:cubicBezTo>
                    <a:pt x="12803" y="24587"/>
                    <a:pt x="12466" y="26637"/>
                    <a:pt x="12410" y="27395"/>
                  </a:cubicBezTo>
                  <a:cubicBezTo>
                    <a:pt x="12382" y="27731"/>
                    <a:pt x="12213" y="28714"/>
                    <a:pt x="11989" y="30034"/>
                  </a:cubicBezTo>
                  <a:cubicBezTo>
                    <a:pt x="11287" y="33964"/>
                    <a:pt x="9855" y="41011"/>
                    <a:pt x="8985" y="44071"/>
                  </a:cubicBezTo>
                  <a:cubicBezTo>
                    <a:pt x="7777" y="48198"/>
                    <a:pt x="5307" y="60298"/>
                    <a:pt x="5307" y="60298"/>
                  </a:cubicBezTo>
                  <a:lnTo>
                    <a:pt x="5307" y="60354"/>
                  </a:lnTo>
                  <a:cubicBezTo>
                    <a:pt x="5307" y="60354"/>
                    <a:pt x="5335" y="60551"/>
                    <a:pt x="5335" y="60832"/>
                  </a:cubicBezTo>
                  <a:cubicBezTo>
                    <a:pt x="5363" y="61084"/>
                    <a:pt x="5391" y="61449"/>
                    <a:pt x="5391" y="61814"/>
                  </a:cubicBezTo>
                  <a:cubicBezTo>
                    <a:pt x="5391" y="61983"/>
                    <a:pt x="5391" y="62151"/>
                    <a:pt x="5363" y="62291"/>
                  </a:cubicBezTo>
                  <a:cubicBezTo>
                    <a:pt x="5335" y="62685"/>
                    <a:pt x="5279" y="63471"/>
                    <a:pt x="5194" y="64144"/>
                  </a:cubicBezTo>
                  <a:cubicBezTo>
                    <a:pt x="5166" y="64509"/>
                    <a:pt x="5110" y="64818"/>
                    <a:pt x="5082" y="65071"/>
                  </a:cubicBezTo>
                  <a:cubicBezTo>
                    <a:pt x="5054" y="65183"/>
                    <a:pt x="5054" y="65295"/>
                    <a:pt x="5026" y="65380"/>
                  </a:cubicBezTo>
                  <a:lnTo>
                    <a:pt x="4998" y="65464"/>
                  </a:lnTo>
                  <a:lnTo>
                    <a:pt x="5005" y="65468"/>
                  </a:lnTo>
                  <a:lnTo>
                    <a:pt x="5005" y="65468"/>
                  </a:lnTo>
                  <a:cubicBezTo>
                    <a:pt x="4962" y="65536"/>
                    <a:pt x="4931" y="65591"/>
                    <a:pt x="4858" y="65689"/>
                  </a:cubicBezTo>
                  <a:cubicBezTo>
                    <a:pt x="4773" y="65829"/>
                    <a:pt x="4605" y="66025"/>
                    <a:pt x="4380" y="66166"/>
                  </a:cubicBezTo>
                  <a:cubicBezTo>
                    <a:pt x="4156" y="66306"/>
                    <a:pt x="3875" y="66418"/>
                    <a:pt x="3454" y="66418"/>
                  </a:cubicBezTo>
                  <a:lnTo>
                    <a:pt x="3257" y="66418"/>
                  </a:lnTo>
                  <a:cubicBezTo>
                    <a:pt x="2584" y="66362"/>
                    <a:pt x="1910" y="66110"/>
                    <a:pt x="1376" y="65885"/>
                  </a:cubicBezTo>
                  <a:cubicBezTo>
                    <a:pt x="1096" y="65773"/>
                    <a:pt x="871" y="65660"/>
                    <a:pt x="731" y="65576"/>
                  </a:cubicBezTo>
                  <a:cubicBezTo>
                    <a:pt x="661" y="65530"/>
                    <a:pt x="610" y="65502"/>
                    <a:pt x="579" y="65479"/>
                  </a:cubicBezTo>
                  <a:lnTo>
                    <a:pt x="579" y="65479"/>
                  </a:lnTo>
                  <a:cubicBezTo>
                    <a:pt x="568" y="65355"/>
                    <a:pt x="551" y="65153"/>
                    <a:pt x="534" y="64931"/>
                  </a:cubicBezTo>
                  <a:cubicBezTo>
                    <a:pt x="506" y="64566"/>
                    <a:pt x="478" y="64116"/>
                    <a:pt x="478" y="63864"/>
                  </a:cubicBezTo>
                  <a:cubicBezTo>
                    <a:pt x="478" y="63779"/>
                    <a:pt x="478" y="63723"/>
                    <a:pt x="478" y="63695"/>
                  </a:cubicBezTo>
                  <a:cubicBezTo>
                    <a:pt x="478" y="63667"/>
                    <a:pt x="534" y="63555"/>
                    <a:pt x="590" y="63386"/>
                  </a:cubicBezTo>
                  <a:cubicBezTo>
                    <a:pt x="703" y="63162"/>
                    <a:pt x="843" y="62881"/>
                    <a:pt x="955" y="62656"/>
                  </a:cubicBezTo>
                  <a:cubicBezTo>
                    <a:pt x="1039" y="62432"/>
                    <a:pt x="1152" y="62235"/>
                    <a:pt x="1152" y="62235"/>
                  </a:cubicBezTo>
                  <a:lnTo>
                    <a:pt x="1152" y="62123"/>
                  </a:lnTo>
                  <a:cubicBezTo>
                    <a:pt x="1152" y="62123"/>
                    <a:pt x="1152" y="61674"/>
                    <a:pt x="1124" y="60972"/>
                  </a:cubicBezTo>
                  <a:cubicBezTo>
                    <a:pt x="1067" y="58810"/>
                    <a:pt x="927" y="54234"/>
                    <a:pt x="927" y="52185"/>
                  </a:cubicBezTo>
                  <a:cubicBezTo>
                    <a:pt x="927" y="51511"/>
                    <a:pt x="1039" y="50135"/>
                    <a:pt x="1208" y="48423"/>
                  </a:cubicBezTo>
                  <a:cubicBezTo>
                    <a:pt x="1432" y="45896"/>
                    <a:pt x="1797" y="42667"/>
                    <a:pt x="2078" y="40084"/>
                  </a:cubicBezTo>
                  <a:cubicBezTo>
                    <a:pt x="2247" y="38793"/>
                    <a:pt x="2359" y="37670"/>
                    <a:pt x="2471" y="36856"/>
                  </a:cubicBezTo>
                  <a:cubicBezTo>
                    <a:pt x="2555" y="36042"/>
                    <a:pt x="2612" y="35564"/>
                    <a:pt x="2612" y="35564"/>
                  </a:cubicBezTo>
                  <a:lnTo>
                    <a:pt x="2640" y="35536"/>
                  </a:lnTo>
                  <a:lnTo>
                    <a:pt x="3763" y="13919"/>
                  </a:lnTo>
                  <a:lnTo>
                    <a:pt x="3763" y="13863"/>
                  </a:lnTo>
                  <a:cubicBezTo>
                    <a:pt x="3763" y="13863"/>
                    <a:pt x="3735" y="13750"/>
                    <a:pt x="3707" y="13554"/>
                  </a:cubicBezTo>
                  <a:cubicBezTo>
                    <a:pt x="3622" y="12936"/>
                    <a:pt x="3454" y="11504"/>
                    <a:pt x="3454" y="9904"/>
                  </a:cubicBezTo>
                  <a:cubicBezTo>
                    <a:pt x="3454" y="9707"/>
                    <a:pt x="3454" y="9539"/>
                    <a:pt x="3482" y="9371"/>
                  </a:cubicBezTo>
                  <a:cubicBezTo>
                    <a:pt x="3510" y="8191"/>
                    <a:pt x="3622" y="6282"/>
                    <a:pt x="3735" y="4682"/>
                  </a:cubicBezTo>
                  <a:cubicBezTo>
                    <a:pt x="3791" y="3896"/>
                    <a:pt x="3875" y="3166"/>
                    <a:pt x="3903" y="2633"/>
                  </a:cubicBezTo>
                  <a:cubicBezTo>
                    <a:pt x="3930" y="2381"/>
                    <a:pt x="3950" y="2179"/>
                    <a:pt x="3964" y="2034"/>
                  </a:cubicBezTo>
                  <a:lnTo>
                    <a:pt x="3964" y="2034"/>
                  </a:lnTo>
                  <a:cubicBezTo>
                    <a:pt x="6148" y="2423"/>
                    <a:pt x="8277" y="2605"/>
                    <a:pt x="10276" y="2605"/>
                  </a:cubicBezTo>
                  <a:cubicBezTo>
                    <a:pt x="16746" y="2580"/>
                    <a:pt x="21867" y="973"/>
                    <a:pt x="23084" y="546"/>
                  </a:cubicBezTo>
                  <a:close/>
                  <a:moveTo>
                    <a:pt x="23289" y="1"/>
                  </a:moveTo>
                  <a:cubicBezTo>
                    <a:pt x="23254" y="1"/>
                    <a:pt x="23218" y="8"/>
                    <a:pt x="23190" y="22"/>
                  </a:cubicBezTo>
                  <a:cubicBezTo>
                    <a:pt x="23190" y="22"/>
                    <a:pt x="23106" y="50"/>
                    <a:pt x="22938" y="106"/>
                  </a:cubicBezTo>
                  <a:cubicBezTo>
                    <a:pt x="21787" y="499"/>
                    <a:pt x="16677" y="2127"/>
                    <a:pt x="10276" y="2127"/>
                  </a:cubicBezTo>
                  <a:cubicBezTo>
                    <a:pt x="8227" y="2127"/>
                    <a:pt x="6037" y="1959"/>
                    <a:pt x="3791" y="1538"/>
                  </a:cubicBezTo>
                  <a:cubicBezTo>
                    <a:pt x="3774" y="1529"/>
                    <a:pt x="3755" y="1526"/>
                    <a:pt x="3736" y="1526"/>
                  </a:cubicBezTo>
                  <a:cubicBezTo>
                    <a:pt x="3688" y="1526"/>
                    <a:pt x="3634" y="1546"/>
                    <a:pt x="3594" y="1566"/>
                  </a:cubicBezTo>
                  <a:cubicBezTo>
                    <a:pt x="3538" y="1622"/>
                    <a:pt x="3510" y="1678"/>
                    <a:pt x="3510" y="1734"/>
                  </a:cubicBezTo>
                  <a:cubicBezTo>
                    <a:pt x="3510" y="1734"/>
                    <a:pt x="3061" y="6956"/>
                    <a:pt x="3005" y="9343"/>
                  </a:cubicBezTo>
                  <a:cubicBezTo>
                    <a:pt x="3005" y="9539"/>
                    <a:pt x="3005" y="9707"/>
                    <a:pt x="3005" y="9904"/>
                  </a:cubicBezTo>
                  <a:cubicBezTo>
                    <a:pt x="3005" y="11955"/>
                    <a:pt x="3257" y="13752"/>
                    <a:pt x="3283" y="13932"/>
                  </a:cubicBezTo>
                  <a:lnTo>
                    <a:pt x="3283" y="13932"/>
                  </a:lnTo>
                  <a:lnTo>
                    <a:pt x="2164" y="35480"/>
                  </a:lnTo>
                  <a:lnTo>
                    <a:pt x="2162" y="35480"/>
                  </a:lnTo>
                  <a:cubicBezTo>
                    <a:pt x="2162" y="35508"/>
                    <a:pt x="1741" y="38961"/>
                    <a:pt x="1320" y="42780"/>
                  </a:cubicBezTo>
                  <a:cubicBezTo>
                    <a:pt x="1096" y="44717"/>
                    <a:pt x="899" y="46710"/>
                    <a:pt x="731" y="48394"/>
                  </a:cubicBezTo>
                  <a:cubicBezTo>
                    <a:pt x="590" y="50079"/>
                    <a:pt x="478" y="51483"/>
                    <a:pt x="478" y="52185"/>
                  </a:cubicBezTo>
                  <a:cubicBezTo>
                    <a:pt x="478" y="54793"/>
                    <a:pt x="680" y="61411"/>
                    <a:pt x="701" y="62094"/>
                  </a:cubicBezTo>
                  <a:lnTo>
                    <a:pt x="701" y="62094"/>
                  </a:lnTo>
                  <a:cubicBezTo>
                    <a:pt x="645" y="62198"/>
                    <a:pt x="519" y="62433"/>
                    <a:pt x="394" y="62685"/>
                  </a:cubicBezTo>
                  <a:cubicBezTo>
                    <a:pt x="309" y="62881"/>
                    <a:pt x="225" y="63050"/>
                    <a:pt x="169" y="63218"/>
                  </a:cubicBezTo>
                  <a:cubicBezTo>
                    <a:pt x="113" y="63386"/>
                    <a:pt x="57" y="63499"/>
                    <a:pt x="29" y="63611"/>
                  </a:cubicBezTo>
                  <a:cubicBezTo>
                    <a:pt x="1" y="63695"/>
                    <a:pt x="1" y="63751"/>
                    <a:pt x="1" y="63864"/>
                  </a:cubicBezTo>
                  <a:cubicBezTo>
                    <a:pt x="1" y="64425"/>
                    <a:pt x="141" y="65660"/>
                    <a:pt x="141" y="65660"/>
                  </a:cubicBezTo>
                  <a:cubicBezTo>
                    <a:pt x="141" y="65717"/>
                    <a:pt x="169" y="65801"/>
                    <a:pt x="253" y="65829"/>
                  </a:cubicBezTo>
                  <a:cubicBezTo>
                    <a:pt x="253" y="65829"/>
                    <a:pt x="1741" y="66755"/>
                    <a:pt x="3229" y="66868"/>
                  </a:cubicBezTo>
                  <a:cubicBezTo>
                    <a:pt x="3285" y="66896"/>
                    <a:pt x="3370" y="66896"/>
                    <a:pt x="3454" y="66896"/>
                  </a:cubicBezTo>
                  <a:cubicBezTo>
                    <a:pt x="4128" y="66896"/>
                    <a:pt x="4605" y="66615"/>
                    <a:pt x="4914" y="66334"/>
                  </a:cubicBezTo>
                  <a:cubicBezTo>
                    <a:pt x="5054" y="66194"/>
                    <a:pt x="5166" y="66054"/>
                    <a:pt x="5251" y="65941"/>
                  </a:cubicBezTo>
                  <a:cubicBezTo>
                    <a:pt x="5335" y="65829"/>
                    <a:pt x="5391" y="65717"/>
                    <a:pt x="5391" y="65717"/>
                  </a:cubicBezTo>
                  <a:cubicBezTo>
                    <a:pt x="5447" y="65660"/>
                    <a:pt x="5447" y="65632"/>
                    <a:pt x="5447" y="65576"/>
                  </a:cubicBezTo>
                  <a:cubicBezTo>
                    <a:pt x="5503" y="65464"/>
                    <a:pt x="5531" y="65267"/>
                    <a:pt x="5559" y="64987"/>
                  </a:cubicBezTo>
                  <a:cubicBezTo>
                    <a:pt x="5672" y="64201"/>
                    <a:pt x="5784" y="62881"/>
                    <a:pt x="5840" y="62320"/>
                  </a:cubicBezTo>
                  <a:cubicBezTo>
                    <a:pt x="5840" y="62151"/>
                    <a:pt x="5840" y="61983"/>
                    <a:pt x="5840" y="61814"/>
                  </a:cubicBezTo>
                  <a:cubicBezTo>
                    <a:pt x="5840" y="61184"/>
                    <a:pt x="5798" y="60534"/>
                    <a:pt x="5787" y="60367"/>
                  </a:cubicBezTo>
                  <a:lnTo>
                    <a:pt x="5787" y="60367"/>
                  </a:lnTo>
                  <a:cubicBezTo>
                    <a:pt x="5808" y="60254"/>
                    <a:pt x="5945" y="59527"/>
                    <a:pt x="6177" y="58445"/>
                  </a:cubicBezTo>
                  <a:cubicBezTo>
                    <a:pt x="6935" y="54852"/>
                    <a:pt x="8535" y="47272"/>
                    <a:pt x="9434" y="44211"/>
                  </a:cubicBezTo>
                  <a:cubicBezTo>
                    <a:pt x="10023" y="42134"/>
                    <a:pt x="10866" y="38316"/>
                    <a:pt x="11539" y="34834"/>
                  </a:cubicBezTo>
                  <a:cubicBezTo>
                    <a:pt x="11904" y="33094"/>
                    <a:pt x="12213" y="31437"/>
                    <a:pt x="12438" y="30118"/>
                  </a:cubicBezTo>
                  <a:cubicBezTo>
                    <a:pt x="12690" y="28798"/>
                    <a:pt x="12831" y="27816"/>
                    <a:pt x="12859" y="27451"/>
                  </a:cubicBezTo>
                  <a:cubicBezTo>
                    <a:pt x="12915" y="26721"/>
                    <a:pt x="13280" y="24643"/>
                    <a:pt x="13617" y="22762"/>
                  </a:cubicBezTo>
                  <a:cubicBezTo>
                    <a:pt x="13741" y="22078"/>
                    <a:pt x="13866" y="21409"/>
                    <a:pt x="13967" y="20835"/>
                  </a:cubicBezTo>
                  <a:lnTo>
                    <a:pt x="13967" y="20835"/>
                  </a:lnTo>
                  <a:cubicBezTo>
                    <a:pt x="14285" y="24258"/>
                    <a:pt x="15001" y="31910"/>
                    <a:pt x="15217" y="33683"/>
                  </a:cubicBezTo>
                  <a:cubicBezTo>
                    <a:pt x="15273" y="34076"/>
                    <a:pt x="15273" y="34582"/>
                    <a:pt x="15273" y="35171"/>
                  </a:cubicBezTo>
                  <a:cubicBezTo>
                    <a:pt x="15273" y="38035"/>
                    <a:pt x="14824" y="42948"/>
                    <a:pt x="14796" y="45812"/>
                  </a:cubicBezTo>
                  <a:cubicBezTo>
                    <a:pt x="14824" y="47580"/>
                    <a:pt x="15329" y="51792"/>
                    <a:pt x="15835" y="55554"/>
                  </a:cubicBezTo>
                  <a:cubicBezTo>
                    <a:pt x="16368" y="59344"/>
                    <a:pt x="16874" y="62685"/>
                    <a:pt x="16874" y="62685"/>
                  </a:cubicBezTo>
                  <a:lnTo>
                    <a:pt x="16874" y="62685"/>
                  </a:lnTo>
                  <a:lnTo>
                    <a:pt x="16874" y="62685"/>
                  </a:lnTo>
                  <a:cubicBezTo>
                    <a:pt x="16874" y="62782"/>
                    <a:pt x="16878" y="63125"/>
                    <a:pt x="16902" y="63527"/>
                  </a:cubicBezTo>
                  <a:cubicBezTo>
                    <a:pt x="16902" y="63779"/>
                    <a:pt x="16902" y="64032"/>
                    <a:pt x="16930" y="64257"/>
                  </a:cubicBezTo>
                  <a:cubicBezTo>
                    <a:pt x="16930" y="64481"/>
                    <a:pt x="16958" y="64678"/>
                    <a:pt x="16986" y="64818"/>
                  </a:cubicBezTo>
                  <a:cubicBezTo>
                    <a:pt x="17070" y="65071"/>
                    <a:pt x="17239" y="65548"/>
                    <a:pt x="17435" y="65997"/>
                  </a:cubicBezTo>
                  <a:cubicBezTo>
                    <a:pt x="17604" y="66447"/>
                    <a:pt x="17772" y="66840"/>
                    <a:pt x="17772" y="66840"/>
                  </a:cubicBezTo>
                  <a:cubicBezTo>
                    <a:pt x="17800" y="66924"/>
                    <a:pt x="17884" y="66980"/>
                    <a:pt x="17940" y="66980"/>
                  </a:cubicBezTo>
                  <a:cubicBezTo>
                    <a:pt x="17968" y="66980"/>
                    <a:pt x="18558" y="67120"/>
                    <a:pt x="19260" y="67120"/>
                  </a:cubicBezTo>
                  <a:cubicBezTo>
                    <a:pt x="19709" y="67120"/>
                    <a:pt x="20186" y="67064"/>
                    <a:pt x="20551" y="66840"/>
                  </a:cubicBezTo>
                  <a:cubicBezTo>
                    <a:pt x="20944" y="66615"/>
                    <a:pt x="21478" y="66306"/>
                    <a:pt x="21927" y="65857"/>
                  </a:cubicBezTo>
                  <a:cubicBezTo>
                    <a:pt x="22348" y="65436"/>
                    <a:pt x="22741" y="64846"/>
                    <a:pt x="22797" y="64116"/>
                  </a:cubicBezTo>
                  <a:cubicBezTo>
                    <a:pt x="22797" y="63976"/>
                    <a:pt x="22797" y="63808"/>
                    <a:pt x="22797" y="63667"/>
                  </a:cubicBezTo>
                  <a:cubicBezTo>
                    <a:pt x="22797" y="62937"/>
                    <a:pt x="22685" y="62011"/>
                    <a:pt x="22573" y="61169"/>
                  </a:cubicBezTo>
                  <a:cubicBezTo>
                    <a:pt x="22460" y="60326"/>
                    <a:pt x="22320" y="59596"/>
                    <a:pt x="22292" y="59259"/>
                  </a:cubicBezTo>
                  <a:lnTo>
                    <a:pt x="22292" y="59231"/>
                  </a:lnTo>
                  <a:lnTo>
                    <a:pt x="22292" y="59175"/>
                  </a:lnTo>
                  <a:cubicBezTo>
                    <a:pt x="22292" y="59035"/>
                    <a:pt x="22320" y="58642"/>
                    <a:pt x="22348" y="58080"/>
                  </a:cubicBezTo>
                  <a:cubicBezTo>
                    <a:pt x="22545" y="56199"/>
                    <a:pt x="22994" y="52353"/>
                    <a:pt x="23415" y="48394"/>
                  </a:cubicBezTo>
                  <a:cubicBezTo>
                    <a:pt x="23808" y="44464"/>
                    <a:pt x="24173" y="40449"/>
                    <a:pt x="24173" y="38147"/>
                  </a:cubicBezTo>
                  <a:cubicBezTo>
                    <a:pt x="24173" y="35508"/>
                    <a:pt x="24398" y="31269"/>
                    <a:pt x="24622" y="27395"/>
                  </a:cubicBezTo>
                  <a:cubicBezTo>
                    <a:pt x="24847" y="23548"/>
                    <a:pt x="25071" y="20039"/>
                    <a:pt x="25071" y="18804"/>
                  </a:cubicBezTo>
                  <a:cubicBezTo>
                    <a:pt x="25071" y="16333"/>
                    <a:pt x="24510" y="8107"/>
                    <a:pt x="24510" y="8107"/>
                  </a:cubicBezTo>
                  <a:lnTo>
                    <a:pt x="23499" y="218"/>
                  </a:lnTo>
                  <a:cubicBezTo>
                    <a:pt x="23499" y="134"/>
                    <a:pt x="23443" y="78"/>
                    <a:pt x="23387" y="22"/>
                  </a:cubicBezTo>
                  <a:cubicBezTo>
                    <a:pt x="23359" y="8"/>
                    <a:pt x="23324" y="1"/>
                    <a:pt x="232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5" name="Google Shape;1905;p34"/>
            <p:cNvSpPr/>
            <p:nvPr/>
          </p:nvSpPr>
          <p:spPr>
            <a:xfrm>
              <a:off x="3183925" y="3855550"/>
              <a:ext cx="78625" cy="139825"/>
            </a:xfrm>
            <a:custGeom>
              <a:rect b="b" l="l" r="r" t="t"/>
              <a:pathLst>
                <a:path extrusionOk="0" h="5593" w="3145">
                  <a:moveTo>
                    <a:pt x="225" y="0"/>
                  </a:moveTo>
                  <a:cubicBezTo>
                    <a:pt x="113" y="0"/>
                    <a:pt x="0" y="113"/>
                    <a:pt x="0" y="253"/>
                  </a:cubicBezTo>
                  <a:cubicBezTo>
                    <a:pt x="0" y="365"/>
                    <a:pt x="113" y="478"/>
                    <a:pt x="225" y="478"/>
                  </a:cubicBezTo>
                  <a:lnTo>
                    <a:pt x="1909" y="478"/>
                  </a:lnTo>
                  <a:lnTo>
                    <a:pt x="2667" y="5391"/>
                  </a:lnTo>
                  <a:cubicBezTo>
                    <a:pt x="2692" y="5513"/>
                    <a:pt x="2780" y="5593"/>
                    <a:pt x="2877" y="5593"/>
                  </a:cubicBezTo>
                  <a:cubicBezTo>
                    <a:pt x="2891" y="5593"/>
                    <a:pt x="2906" y="5591"/>
                    <a:pt x="2920" y="5587"/>
                  </a:cubicBezTo>
                  <a:cubicBezTo>
                    <a:pt x="3060" y="5587"/>
                    <a:pt x="3145" y="5447"/>
                    <a:pt x="3117" y="5335"/>
                  </a:cubicBezTo>
                  <a:lnTo>
                    <a:pt x="2359" y="197"/>
                  </a:lnTo>
                  <a:cubicBezTo>
                    <a:pt x="2331" y="85"/>
                    <a:pt x="2246" y="0"/>
                    <a:pt x="210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6" name="Google Shape;1906;p34"/>
            <p:cNvSpPr/>
            <p:nvPr/>
          </p:nvSpPr>
          <p:spPr>
            <a:xfrm>
              <a:off x="2589450" y="2878550"/>
              <a:ext cx="361475" cy="677325"/>
            </a:xfrm>
            <a:custGeom>
              <a:rect b="b" l="l" r="r" t="t"/>
              <a:pathLst>
                <a:path extrusionOk="0" h="27093" w="14459">
                  <a:moveTo>
                    <a:pt x="12718" y="0"/>
                  </a:moveTo>
                  <a:cubicBezTo>
                    <a:pt x="12718" y="0"/>
                    <a:pt x="0" y="19091"/>
                    <a:pt x="225" y="19877"/>
                  </a:cubicBezTo>
                  <a:cubicBezTo>
                    <a:pt x="421" y="20635"/>
                    <a:pt x="12662" y="27092"/>
                    <a:pt x="12662" y="27092"/>
                  </a:cubicBezTo>
                  <a:lnTo>
                    <a:pt x="12549" y="24650"/>
                  </a:lnTo>
                  <a:lnTo>
                    <a:pt x="7889" y="18417"/>
                  </a:lnTo>
                  <a:lnTo>
                    <a:pt x="14459" y="11539"/>
                  </a:lnTo>
                  <a:lnTo>
                    <a:pt x="127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7" name="Google Shape;1907;p34"/>
            <p:cNvSpPr/>
            <p:nvPr/>
          </p:nvSpPr>
          <p:spPr>
            <a:xfrm>
              <a:off x="2588725" y="2872225"/>
              <a:ext cx="367825" cy="689625"/>
            </a:xfrm>
            <a:custGeom>
              <a:rect b="b" l="l" r="r" t="t"/>
              <a:pathLst>
                <a:path extrusionOk="0" h="27585" w="14713">
                  <a:moveTo>
                    <a:pt x="12608" y="856"/>
                  </a:moveTo>
                  <a:lnTo>
                    <a:pt x="14235" y="11708"/>
                  </a:lnTo>
                  <a:lnTo>
                    <a:pt x="7750" y="18502"/>
                  </a:lnTo>
                  <a:cubicBezTo>
                    <a:pt x="7665" y="18586"/>
                    <a:pt x="7665" y="18726"/>
                    <a:pt x="7722" y="18811"/>
                  </a:cubicBezTo>
                  <a:lnTo>
                    <a:pt x="12354" y="24987"/>
                  </a:lnTo>
                  <a:lnTo>
                    <a:pt x="12448" y="26959"/>
                  </a:lnTo>
                  <a:lnTo>
                    <a:pt x="12448" y="26959"/>
                  </a:lnTo>
                  <a:cubicBezTo>
                    <a:pt x="12394" y="26931"/>
                    <a:pt x="12334" y="26900"/>
                    <a:pt x="12270" y="26868"/>
                  </a:cubicBezTo>
                  <a:cubicBezTo>
                    <a:pt x="11119" y="26250"/>
                    <a:pt x="8171" y="24678"/>
                    <a:pt x="5504" y="23190"/>
                  </a:cubicBezTo>
                  <a:cubicBezTo>
                    <a:pt x="4184" y="22432"/>
                    <a:pt x="2921" y="21702"/>
                    <a:pt x="1966" y="21113"/>
                  </a:cubicBezTo>
                  <a:cubicBezTo>
                    <a:pt x="1517" y="20832"/>
                    <a:pt x="1124" y="20579"/>
                    <a:pt x="843" y="20383"/>
                  </a:cubicBezTo>
                  <a:cubicBezTo>
                    <a:pt x="703" y="20271"/>
                    <a:pt x="619" y="20186"/>
                    <a:pt x="534" y="20130"/>
                  </a:cubicBezTo>
                  <a:lnTo>
                    <a:pt x="488" y="20061"/>
                  </a:lnTo>
                  <a:lnTo>
                    <a:pt x="488" y="20061"/>
                  </a:lnTo>
                  <a:cubicBezTo>
                    <a:pt x="508" y="19999"/>
                    <a:pt x="555" y="19878"/>
                    <a:pt x="619" y="19709"/>
                  </a:cubicBezTo>
                  <a:cubicBezTo>
                    <a:pt x="984" y="18951"/>
                    <a:pt x="1938" y="17351"/>
                    <a:pt x="3173" y="15386"/>
                  </a:cubicBezTo>
                  <a:cubicBezTo>
                    <a:pt x="5026" y="12438"/>
                    <a:pt x="7469" y="8704"/>
                    <a:pt x="9434" y="5672"/>
                  </a:cubicBezTo>
                  <a:cubicBezTo>
                    <a:pt x="10417" y="4156"/>
                    <a:pt x="11315" y="2836"/>
                    <a:pt x="11933" y="1882"/>
                  </a:cubicBezTo>
                  <a:cubicBezTo>
                    <a:pt x="12207" y="1457"/>
                    <a:pt x="12437" y="1111"/>
                    <a:pt x="12608" y="856"/>
                  </a:cubicBezTo>
                  <a:close/>
                  <a:moveTo>
                    <a:pt x="12803" y="1"/>
                  </a:moveTo>
                  <a:cubicBezTo>
                    <a:pt x="12691" y="1"/>
                    <a:pt x="12607" y="29"/>
                    <a:pt x="12550" y="113"/>
                  </a:cubicBezTo>
                  <a:cubicBezTo>
                    <a:pt x="12550" y="113"/>
                    <a:pt x="9434" y="4801"/>
                    <a:pt x="6290" y="9630"/>
                  </a:cubicBezTo>
                  <a:cubicBezTo>
                    <a:pt x="4718" y="12045"/>
                    <a:pt x="3173" y="14487"/>
                    <a:pt x="1994" y="16424"/>
                  </a:cubicBezTo>
                  <a:cubicBezTo>
                    <a:pt x="1405" y="17379"/>
                    <a:pt x="927" y="18193"/>
                    <a:pt x="562" y="18811"/>
                  </a:cubicBezTo>
                  <a:cubicBezTo>
                    <a:pt x="394" y="19119"/>
                    <a:pt x="254" y="19400"/>
                    <a:pt x="169" y="19597"/>
                  </a:cubicBezTo>
                  <a:cubicBezTo>
                    <a:pt x="113" y="19709"/>
                    <a:pt x="85" y="19793"/>
                    <a:pt x="57" y="19878"/>
                  </a:cubicBezTo>
                  <a:cubicBezTo>
                    <a:pt x="29" y="19934"/>
                    <a:pt x="1" y="20018"/>
                    <a:pt x="1" y="20102"/>
                  </a:cubicBezTo>
                  <a:cubicBezTo>
                    <a:pt x="1" y="20102"/>
                    <a:pt x="1" y="20158"/>
                    <a:pt x="29" y="20186"/>
                  </a:cubicBezTo>
                  <a:cubicBezTo>
                    <a:pt x="29" y="20271"/>
                    <a:pt x="85" y="20299"/>
                    <a:pt x="113" y="20355"/>
                  </a:cubicBezTo>
                  <a:cubicBezTo>
                    <a:pt x="197" y="20439"/>
                    <a:pt x="310" y="20551"/>
                    <a:pt x="450" y="20664"/>
                  </a:cubicBezTo>
                  <a:cubicBezTo>
                    <a:pt x="955" y="21057"/>
                    <a:pt x="1966" y="21674"/>
                    <a:pt x="3201" y="22404"/>
                  </a:cubicBezTo>
                  <a:cubicBezTo>
                    <a:pt x="6907" y="24566"/>
                    <a:pt x="12578" y="27542"/>
                    <a:pt x="12578" y="27542"/>
                  </a:cubicBezTo>
                  <a:cubicBezTo>
                    <a:pt x="12621" y="27570"/>
                    <a:pt x="12663" y="27584"/>
                    <a:pt x="12705" y="27584"/>
                  </a:cubicBezTo>
                  <a:cubicBezTo>
                    <a:pt x="12747" y="27584"/>
                    <a:pt x="12789" y="27570"/>
                    <a:pt x="12831" y="27542"/>
                  </a:cubicBezTo>
                  <a:cubicBezTo>
                    <a:pt x="12887" y="27486"/>
                    <a:pt x="12943" y="27430"/>
                    <a:pt x="12915" y="27345"/>
                  </a:cubicBezTo>
                  <a:lnTo>
                    <a:pt x="12803" y="24903"/>
                  </a:lnTo>
                  <a:cubicBezTo>
                    <a:pt x="12803" y="24847"/>
                    <a:pt x="12803" y="24791"/>
                    <a:pt x="12775" y="24763"/>
                  </a:cubicBezTo>
                  <a:lnTo>
                    <a:pt x="8227" y="18698"/>
                  </a:lnTo>
                  <a:lnTo>
                    <a:pt x="14656" y="11932"/>
                  </a:lnTo>
                  <a:cubicBezTo>
                    <a:pt x="14684" y="11876"/>
                    <a:pt x="14712" y="11820"/>
                    <a:pt x="14712" y="11736"/>
                  </a:cubicBezTo>
                  <a:lnTo>
                    <a:pt x="12971" y="197"/>
                  </a:lnTo>
                  <a:cubicBezTo>
                    <a:pt x="12971" y="113"/>
                    <a:pt x="12887" y="29"/>
                    <a:pt x="1280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8" name="Google Shape;1908;p34"/>
            <p:cNvSpPr/>
            <p:nvPr/>
          </p:nvSpPr>
          <p:spPr>
            <a:xfrm>
              <a:off x="2888425" y="3476525"/>
              <a:ext cx="122150" cy="126200"/>
            </a:xfrm>
            <a:custGeom>
              <a:rect b="b" l="l" r="r" t="t"/>
              <a:pathLst>
                <a:path extrusionOk="0" h="5048" w="4886">
                  <a:moveTo>
                    <a:pt x="2359" y="1"/>
                  </a:moveTo>
                  <a:lnTo>
                    <a:pt x="590" y="731"/>
                  </a:lnTo>
                  <a:lnTo>
                    <a:pt x="1" y="2808"/>
                  </a:lnTo>
                  <a:cubicBezTo>
                    <a:pt x="1" y="2808"/>
                    <a:pt x="534" y="3931"/>
                    <a:pt x="1068" y="4381"/>
                  </a:cubicBezTo>
                  <a:cubicBezTo>
                    <a:pt x="1464" y="4714"/>
                    <a:pt x="2232" y="5048"/>
                    <a:pt x="2946" y="5048"/>
                  </a:cubicBezTo>
                  <a:cubicBezTo>
                    <a:pt x="3193" y="5048"/>
                    <a:pt x="3434" y="5008"/>
                    <a:pt x="3651" y="4914"/>
                  </a:cubicBezTo>
                  <a:cubicBezTo>
                    <a:pt x="4465" y="4521"/>
                    <a:pt x="3931" y="3258"/>
                    <a:pt x="3931" y="3258"/>
                  </a:cubicBezTo>
                  <a:lnTo>
                    <a:pt x="4409" y="3145"/>
                  </a:lnTo>
                  <a:cubicBezTo>
                    <a:pt x="4886" y="3033"/>
                    <a:pt x="4240" y="1657"/>
                    <a:pt x="4240" y="1657"/>
                  </a:cubicBezTo>
                  <a:lnTo>
                    <a:pt x="2359" y="1"/>
                  </a:ln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9" name="Google Shape;1909;p34"/>
            <p:cNvSpPr/>
            <p:nvPr/>
          </p:nvSpPr>
          <p:spPr>
            <a:xfrm>
              <a:off x="2882825" y="3470650"/>
              <a:ext cx="126350" cy="137850"/>
            </a:xfrm>
            <a:custGeom>
              <a:rect b="b" l="l" r="r" t="t"/>
              <a:pathLst>
                <a:path extrusionOk="0" h="5514" w="5054">
                  <a:moveTo>
                    <a:pt x="2527" y="517"/>
                  </a:moveTo>
                  <a:lnTo>
                    <a:pt x="4274" y="2045"/>
                  </a:lnTo>
                  <a:lnTo>
                    <a:pt x="4274" y="2045"/>
                  </a:lnTo>
                  <a:cubicBezTo>
                    <a:pt x="4306" y="2114"/>
                    <a:pt x="4385" y="2298"/>
                    <a:pt x="4464" y="2482"/>
                  </a:cubicBezTo>
                  <a:cubicBezTo>
                    <a:pt x="4520" y="2678"/>
                    <a:pt x="4576" y="2931"/>
                    <a:pt x="4576" y="3071"/>
                  </a:cubicBezTo>
                  <a:cubicBezTo>
                    <a:pt x="4576" y="3128"/>
                    <a:pt x="4576" y="3156"/>
                    <a:pt x="4576" y="3156"/>
                  </a:cubicBezTo>
                  <a:lnTo>
                    <a:pt x="4099" y="3268"/>
                  </a:lnTo>
                  <a:cubicBezTo>
                    <a:pt x="4043" y="3268"/>
                    <a:pt x="3987" y="3324"/>
                    <a:pt x="3959" y="3380"/>
                  </a:cubicBezTo>
                  <a:cubicBezTo>
                    <a:pt x="3931" y="3436"/>
                    <a:pt x="3931" y="3521"/>
                    <a:pt x="3959" y="3577"/>
                  </a:cubicBezTo>
                  <a:cubicBezTo>
                    <a:pt x="3987" y="3661"/>
                    <a:pt x="4099" y="3998"/>
                    <a:pt x="4099" y="4307"/>
                  </a:cubicBezTo>
                  <a:cubicBezTo>
                    <a:pt x="4099" y="4447"/>
                    <a:pt x="4071" y="4588"/>
                    <a:pt x="4015" y="4700"/>
                  </a:cubicBezTo>
                  <a:cubicBezTo>
                    <a:pt x="3959" y="4784"/>
                    <a:pt x="3903" y="4868"/>
                    <a:pt x="3762" y="4924"/>
                  </a:cubicBezTo>
                  <a:cubicBezTo>
                    <a:pt x="3594" y="5009"/>
                    <a:pt x="3369" y="5065"/>
                    <a:pt x="3145" y="5065"/>
                  </a:cubicBezTo>
                  <a:cubicBezTo>
                    <a:pt x="2527" y="5065"/>
                    <a:pt x="1769" y="4728"/>
                    <a:pt x="1460" y="4447"/>
                  </a:cubicBezTo>
                  <a:cubicBezTo>
                    <a:pt x="1236" y="4251"/>
                    <a:pt x="955" y="3858"/>
                    <a:pt x="758" y="3549"/>
                  </a:cubicBezTo>
                  <a:cubicBezTo>
                    <a:pt x="674" y="3380"/>
                    <a:pt x="590" y="3212"/>
                    <a:pt x="534" y="3100"/>
                  </a:cubicBezTo>
                  <a:cubicBezTo>
                    <a:pt x="509" y="3050"/>
                    <a:pt x="484" y="3022"/>
                    <a:pt x="479" y="2997"/>
                  </a:cubicBezTo>
                  <a:lnTo>
                    <a:pt x="479" y="2997"/>
                  </a:lnTo>
                  <a:lnTo>
                    <a:pt x="1004" y="1147"/>
                  </a:lnTo>
                  <a:lnTo>
                    <a:pt x="2527" y="517"/>
                  </a:lnTo>
                  <a:close/>
                  <a:moveTo>
                    <a:pt x="2566" y="0"/>
                  </a:moveTo>
                  <a:cubicBezTo>
                    <a:pt x="2544" y="0"/>
                    <a:pt x="2521" y="4"/>
                    <a:pt x="2499" y="11"/>
                  </a:cubicBezTo>
                  <a:lnTo>
                    <a:pt x="730" y="741"/>
                  </a:lnTo>
                  <a:cubicBezTo>
                    <a:pt x="674" y="769"/>
                    <a:pt x="618" y="826"/>
                    <a:pt x="590" y="910"/>
                  </a:cubicBezTo>
                  <a:lnTo>
                    <a:pt x="0" y="2959"/>
                  </a:lnTo>
                  <a:cubicBezTo>
                    <a:pt x="0" y="3015"/>
                    <a:pt x="0" y="3071"/>
                    <a:pt x="28" y="3128"/>
                  </a:cubicBezTo>
                  <a:cubicBezTo>
                    <a:pt x="28" y="3128"/>
                    <a:pt x="169" y="3436"/>
                    <a:pt x="365" y="3773"/>
                  </a:cubicBezTo>
                  <a:cubicBezTo>
                    <a:pt x="562" y="4110"/>
                    <a:pt x="843" y="4531"/>
                    <a:pt x="1151" y="4784"/>
                  </a:cubicBezTo>
                  <a:cubicBezTo>
                    <a:pt x="1572" y="5177"/>
                    <a:pt x="2359" y="5514"/>
                    <a:pt x="3145" y="5514"/>
                  </a:cubicBezTo>
                  <a:cubicBezTo>
                    <a:pt x="3425" y="5514"/>
                    <a:pt x="3706" y="5486"/>
                    <a:pt x="3959" y="5346"/>
                  </a:cubicBezTo>
                  <a:cubicBezTo>
                    <a:pt x="4183" y="5261"/>
                    <a:pt x="4352" y="5093"/>
                    <a:pt x="4436" y="4896"/>
                  </a:cubicBezTo>
                  <a:cubicBezTo>
                    <a:pt x="4548" y="4700"/>
                    <a:pt x="4576" y="4503"/>
                    <a:pt x="4576" y="4307"/>
                  </a:cubicBezTo>
                  <a:cubicBezTo>
                    <a:pt x="4562" y="4058"/>
                    <a:pt x="4509" y="3825"/>
                    <a:pt x="4462" y="3658"/>
                  </a:cubicBezTo>
                  <a:lnTo>
                    <a:pt x="4462" y="3658"/>
                  </a:lnTo>
                  <a:lnTo>
                    <a:pt x="4689" y="3605"/>
                  </a:lnTo>
                  <a:cubicBezTo>
                    <a:pt x="4829" y="3577"/>
                    <a:pt x="4941" y="3493"/>
                    <a:pt x="4998" y="3380"/>
                  </a:cubicBezTo>
                  <a:cubicBezTo>
                    <a:pt x="5026" y="3268"/>
                    <a:pt x="5054" y="3156"/>
                    <a:pt x="5054" y="3071"/>
                  </a:cubicBezTo>
                  <a:cubicBezTo>
                    <a:pt x="5054" y="2791"/>
                    <a:pt x="4941" y="2482"/>
                    <a:pt x="4857" y="2229"/>
                  </a:cubicBezTo>
                  <a:cubicBezTo>
                    <a:pt x="4773" y="2005"/>
                    <a:pt x="4689" y="1808"/>
                    <a:pt x="4689" y="1808"/>
                  </a:cubicBezTo>
                  <a:lnTo>
                    <a:pt x="4633" y="1724"/>
                  </a:lnTo>
                  <a:lnTo>
                    <a:pt x="2724" y="67"/>
                  </a:lnTo>
                  <a:cubicBezTo>
                    <a:pt x="2682" y="26"/>
                    <a:pt x="2626" y="0"/>
                    <a:pt x="25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0" name="Google Shape;1910;p34"/>
            <p:cNvSpPr/>
            <p:nvPr/>
          </p:nvSpPr>
          <p:spPr>
            <a:xfrm>
              <a:off x="2922825" y="3491975"/>
              <a:ext cx="54775" cy="71700"/>
            </a:xfrm>
            <a:custGeom>
              <a:rect b="b" l="l" r="r" t="t"/>
              <a:pathLst>
                <a:path extrusionOk="0" h="2868" w="2191">
                  <a:moveTo>
                    <a:pt x="1517" y="1"/>
                  </a:moveTo>
                  <a:lnTo>
                    <a:pt x="1" y="1657"/>
                  </a:lnTo>
                  <a:cubicBezTo>
                    <a:pt x="82" y="1726"/>
                    <a:pt x="181" y="1753"/>
                    <a:pt x="286" y="1753"/>
                  </a:cubicBezTo>
                  <a:cubicBezTo>
                    <a:pt x="645" y="1753"/>
                    <a:pt x="1067" y="1432"/>
                    <a:pt x="1067" y="1432"/>
                  </a:cubicBezTo>
                  <a:lnTo>
                    <a:pt x="1067" y="1432"/>
                  </a:lnTo>
                  <a:cubicBezTo>
                    <a:pt x="1067" y="1432"/>
                    <a:pt x="983" y="1882"/>
                    <a:pt x="899" y="2106"/>
                  </a:cubicBezTo>
                  <a:cubicBezTo>
                    <a:pt x="818" y="2321"/>
                    <a:pt x="1096" y="2868"/>
                    <a:pt x="1391" y="2868"/>
                  </a:cubicBezTo>
                  <a:cubicBezTo>
                    <a:pt x="1405" y="2868"/>
                    <a:pt x="1418" y="2867"/>
                    <a:pt x="1432" y="2864"/>
                  </a:cubicBezTo>
                  <a:cubicBezTo>
                    <a:pt x="1741" y="2780"/>
                    <a:pt x="2022" y="1489"/>
                    <a:pt x="2106" y="1124"/>
                  </a:cubicBezTo>
                  <a:cubicBezTo>
                    <a:pt x="2190" y="759"/>
                    <a:pt x="1517" y="1"/>
                    <a:pt x="1517" y="1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1" name="Google Shape;1911;p34"/>
            <p:cNvSpPr/>
            <p:nvPr/>
          </p:nvSpPr>
          <p:spPr>
            <a:xfrm>
              <a:off x="2916500" y="3485800"/>
              <a:ext cx="65300" cy="83400"/>
            </a:xfrm>
            <a:custGeom>
              <a:rect b="b" l="l" r="r" t="t"/>
              <a:pathLst>
                <a:path extrusionOk="0" h="3336" w="2612">
                  <a:moveTo>
                    <a:pt x="1751" y="0"/>
                  </a:moveTo>
                  <a:cubicBezTo>
                    <a:pt x="1700" y="0"/>
                    <a:pt x="1648" y="16"/>
                    <a:pt x="1601" y="51"/>
                  </a:cubicBezTo>
                  <a:cubicBezTo>
                    <a:pt x="1517" y="135"/>
                    <a:pt x="1489" y="304"/>
                    <a:pt x="1573" y="388"/>
                  </a:cubicBezTo>
                  <a:lnTo>
                    <a:pt x="1601" y="416"/>
                  </a:lnTo>
                  <a:cubicBezTo>
                    <a:pt x="1657" y="472"/>
                    <a:pt x="1798" y="641"/>
                    <a:pt x="1938" y="837"/>
                  </a:cubicBezTo>
                  <a:cubicBezTo>
                    <a:pt x="1994" y="921"/>
                    <a:pt x="2050" y="1034"/>
                    <a:pt x="2078" y="1118"/>
                  </a:cubicBezTo>
                  <a:cubicBezTo>
                    <a:pt x="2106" y="1202"/>
                    <a:pt x="2135" y="1286"/>
                    <a:pt x="2135" y="1314"/>
                  </a:cubicBezTo>
                  <a:cubicBezTo>
                    <a:pt x="2106" y="1511"/>
                    <a:pt x="1994" y="1904"/>
                    <a:pt x="1882" y="2269"/>
                  </a:cubicBezTo>
                  <a:cubicBezTo>
                    <a:pt x="1826" y="2465"/>
                    <a:pt x="1770" y="2634"/>
                    <a:pt x="1713" y="2746"/>
                  </a:cubicBezTo>
                  <a:cubicBezTo>
                    <a:pt x="1657" y="2802"/>
                    <a:pt x="1629" y="2859"/>
                    <a:pt x="1629" y="2859"/>
                  </a:cubicBezTo>
                  <a:lnTo>
                    <a:pt x="1615" y="2873"/>
                  </a:lnTo>
                  <a:lnTo>
                    <a:pt x="1615" y="2873"/>
                  </a:lnTo>
                  <a:lnTo>
                    <a:pt x="1573" y="2830"/>
                  </a:lnTo>
                  <a:cubicBezTo>
                    <a:pt x="1517" y="2802"/>
                    <a:pt x="1461" y="2718"/>
                    <a:pt x="1433" y="2634"/>
                  </a:cubicBezTo>
                  <a:cubicBezTo>
                    <a:pt x="1405" y="2550"/>
                    <a:pt x="1377" y="2465"/>
                    <a:pt x="1377" y="2437"/>
                  </a:cubicBezTo>
                  <a:cubicBezTo>
                    <a:pt x="1433" y="2297"/>
                    <a:pt x="1461" y="2129"/>
                    <a:pt x="1489" y="1960"/>
                  </a:cubicBezTo>
                  <a:cubicBezTo>
                    <a:pt x="1517" y="1820"/>
                    <a:pt x="1545" y="1707"/>
                    <a:pt x="1545" y="1707"/>
                  </a:cubicBezTo>
                  <a:cubicBezTo>
                    <a:pt x="1545" y="1623"/>
                    <a:pt x="1517" y="1511"/>
                    <a:pt x="1433" y="1483"/>
                  </a:cubicBezTo>
                  <a:cubicBezTo>
                    <a:pt x="1391" y="1455"/>
                    <a:pt x="1341" y="1441"/>
                    <a:pt x="1292" y="1441"/>
                  </a:cubicBezTo>
                  <a:cubicBezTo>
                    <a:pt x="1243" y="1441"/>
                    <a:pt x="1194" y="1455"/>
                    <a:pt x="1152" y="1483"/>
                  </a:cubicBezTo>
                  <a:cubicBezTo>
                    <a:pt x="1124" y="1511"/>
                    <a:pt x="1012" y="1595"/>
                    <a:pt x="899" y="1651"/>
                  </a:cubicBezTo>
                  <a:cubicBezTo>
                    <a:pt x="787" y="1707"/>
                    <a:pt x="647" y="1764"/>
                    <a:pt x="534" y="1764"/>
                  </a:cubicBezTo>
                  <a:cubicBezTo>
                    <a:pt x="478" y="1764"/>
                    <a:pt x="422" y="1736"/>
                    <a:pt x="394" y="1707"/>
                  </a:cubicBezTo>
                  <a:cubicBezTo>
                    <a:pt x="361" y="1674"/>
                    <a:pt x="314" y="1659"/>
                    <a:pt x="265" y="1659"/>
                  </a:cubicBezTo>
                  <a:cubicBezTo>
                    <a:pt x="190" y="1659"/>
                    <a:pt x="108" y="1696"/>
                    <a:pt x="57" y="1764"/>
                  </a:cubicBezTo>
                  <a:cubicBezTo>
                    <a:pt x="1" y="1848"/>
                    <a:pt x="1" y="1988"/>
                    <a:pt x="113" y="2072"/>
                  </a:cubicBezTo>
                  <a:cubicBezTo>
                    <a:pt x="225" y="2185"/>
                    <a:pt x="394" y="2213"/>
                    <a:pt x="534" y="2213"/>
                  </a:cubicBezTo>
                  <a:cubicBezTo>
                    <a:pt x="693" y="2213"/>
                    <a:pt x="841" y="2179"/>
                    <a:pt x="971" y="2134"/>
                  </a:cubicBezTo>
                  <a:lnTo>
                    <a:pt x="971" y="2134"/>
                  </a:lnTo>
                  <a:cubicBezTo>
                    <a:pt x="954" y="2188"/>
                    <a:pt x="939" y="2235"/>
                    <a:pt x="927" y="2269"/>
                  </a:cubicBezTo>
                  <a:cubicBezTo>
                    <a:pt x="927" y="2325"/>
                    <a:pt x="899" y="2381"/>
                    <a:pt x="899" y="2437"/>
                  </a:cubicBezTo>
                  <a:cubicBezTo>
                    <a:pt x="899" y="2634"/>
                    <a:pt x="983" y="2830"/>
                    <a:pt x="1096" y="2999"/>
                  </a:cubicBezTo>
                  <a:cubicBezTo>
                    <a:pt x="1152" y="3083"/>
                    <a:pt x="1208" y="3167"/>
                    <a:pt x="1292" y="3224"/>
                  </a:cubicBezTo>
                  <a:cubicBezTo>
                    <a:pt x="1377" y="3280"/>
                    <a:pt x="1489" y="3336"/>
                    <a:pt x="1629" y="3336"/>
                  </a:cubicBezTo>
                  <a:lnTo>
                    <a:pt x="1741" y="3336"/>
                  </a:lnTo>
                  <a:cubicBezTo>
                    <a:pt x="1854" y="3308"/>
                    <a:pt x="1910" y="3252"/>
                    <a:pt x="1966" y="3167"/>
                  </a:cubicBezTo>
                  <a:cubicBezTo>
                    <a:pt x="2078" y="3055"/>
                    <a:pt x="2135" y="2943"/>
                    <a:pt x="2191" y="2774"/>
                  </a:cubicBezTo>
                  <a:cubicBezTo>
                    <a:pt x="2387" y="2325"/>
                    <a:pt x="2528" y="1679"/>
                    <a:pt x="2584" y="1427"/>
                  </a:cubicBezTo>
                  <a:lnTo>
                    <a:pt x="2584" y="1399"/>
                  </a:lnTo>
                  <a:lnTo>
                    <a:pt x="2612" y="1314"/>
                  </a:lnTo>
                  <a:cubicBezTo>
                    <a:pt x="2612" y="1146"/>
                    <a:pt x="2556" y="1006"/>
                    <a:pt x="2471" y="865"/>
                  </a:cubicBezTo>
                  <a:cubicBezTo>
                    <a:pt x="2303" y="472"/>
                    <a:pt x="1938" y="79"/>
                    <a:pt x="1938" y="79"/>
                  </a:cubicBezTo>
                  <a:cubicBezTo>
                    <a:pt x="1889" y="30"/>
                    <a:pt x="182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2" name="Google Shape;1912;p34"/>
            <p:cNvSpPr/>
            <p:nvPr/>
          </p:nvSpPr>
          <p:spPr>
            <a:xfrm>
              <a:off x="2907375" y="2774425"/>
              <a:ext cx="602250" cy="818975"/>
            </a:xfrm>
            <a:custGeom>
              <a:rect b="b" l="l" r="r" t="t"/>
              <a:pathLst>
                <a:path extrusionOk="0" h="32759" w="24090">
                  <a:moveTo>
                    <a:pt x="13169" y="1"/>
                  </a:moveTo>
                  <a:cubicBezTo>
                    <a:pt x="12425" y="1"/>
                    <a:pt x="11602" y="41"/>
                    <a:pt x="10754" y="151"/>
                  </a:cubicBezTo>
                  <a:cubicBezTo>
                    <a:pt x="7721" y="544"/>
                    <a:pt x="5110" y="1554"/>
                    <a:pt x="3707" y="2228"/>
                  </a:cubicBezTo>
                  <a:cubicBezTo>
                    <a:pt x="2303" y="2902"/>
                    <a:pt x="1" y="3941"/>
                    <a:pt x="1" y="4165"/>
                  </a:cubicBezTo>
                  <a:cubicBezTo>
                    <a:pt x="1" y="4390"/>
                    <a:pt x="3258" y="25249"/>
                    <a:pt x="3258" y="25249"/>
                  </a:cubicBezTo>
                  <a:cubicBezTo>
                    <a:pt x="3258" y="25249"/>
                    <a:pt x="3258" y="30668"/>
                    <a:pt x="3594" y="31454"/>
                  </a:cubicBezTo>
                  <a:cubicBezTo>
                    <a:pt x="3931" y="32240"/>
                    <a:pt x="4942" y="32352"/>
                    <a:pt x="7441" y="32633"/>
                  </a:cubicBezTo>
                  <a:cubicBezTo>
                    <a:pt x="8206" y="32720"/>
                    <a:pt x="9354" y="32758"/>
                    <a:pt x="10640" y="32758"/>
                  </a:cubicBezTo>
                  <a:cubicBezTo>
                    <a:pt x="13505" y="32758"/>
                    <a:pt x="17055" y="32567"/>
                    <a:pt x="18586" y="32296"/>
                  </a:cubicBezTo>
                  <a:cubicBezTo>
                    <a:pt x="20776" y="31903"/>
                    <a:pt x="22685" y="31566"/>
                    <a:pt x="23022" y="30556"/>
                  </a:cubicBezTo>
                  <a:cubicBezTo>
                    <a:pt x="23359" y="29545"/>
                    <a:pt x="22910" y="26822"/>
                    <a:pt x="22910" y="26822"/>
                  </a:cubicBezTo>
                  <a:lnTo>
                    <a:pt x="24089" y="4951"/>
                  </a:lnTo>
                  <a:cubicBezTo>
                    <a:pt x="24089" y="4951"/>
                    <a:pt x="22910" y="3351"/>
                    <a:pt x="20552" y="2116"/>
                  </a:cubicBezTo>
                  <a:cubicBezTo>
                    <a:pt x="18193" y="880"/>
                    <a:pt x="16481" y="263"/>
                    <a:pt x="16481" y="263"/>
                  </a:cubicBezTo>
                  <a:cubicBezTo>
                    <a:pt x="16481" y="263"/>
                    <a:pt x="15084" y="1"/>
                    <a:pt x="1316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3" name="Google Shape;1913;p34"/>
            <p:cNvSpPr/>
            <p:nvPr/>
          </p:nvSpPr>
          <p:spPr>
            <a:xfrm>
              <a:off x="2901775" y="2769050"/>
              <a:ext cx="613450" cy="830350"/>
            </a:xfrm>
            <a:custGeom>
              <a:rect b="b" l="l" r="r" t="t"/>
              <a:pathLst>
                <a:path extrusionOk="0" h="33214" w="24538">
                  <a:moveTo>
                    <a:pt x="13392" y="450"/>
                  </a:moveTo>
                  <a:cubicBezTo>
                    <a:pt x="14346" y="450"/>
                    <a:pt x="15161" y="534"/>
                    <a:pt x="15750" y="590"/>
                  </a:cubicBezTo>
                  <a:cubicBezTo>
                    <a:pt x="16031" y="618"/>
                    <a:pt x="16284" y="646"/>
                    <a:pt x="16424" y="674"/>
                  </a:cubicBezTo>
                  <a:cubicBezTo>
                    <a:pt x="16508" y="674"/>
                    <a:pt x="16564" y="702"/>
                    <a:pt x="16621" y="702"/>
                  </a:cubicBezTo>
                  <a:cubicBezTo>
                    <a:pt x="16649" y="702"/>
                    <a:pt x="16733" y="731"/>
                    <a:pt x="16929" y="815"/>
                  </a:cubicBezTo>
                  <a:cubicBezTo>
                    <a:pt x="17519" y="1039"/>
                    <a:pt x="18895" y="1629"/>
                    <a:pt x="20663" y="2555"/>
                  </a:cubicBezTo>
                  <a:cubicBezTo>
                    <a:pt x="21814" y="3145"/>
                    <a:pt x="22685" y="3847"/>
                    <a:pt x="23274" y="4380"/>
                  </a:cubicBezTo>
                  <a:cubicBezTo>
                    <a:pt x="23555" y="4661"/>
                    <a:pt x="23780" y="4886"/>
                    <a:pt x="23920" y="5054"/>
                  </a:cubicBezTo>
                  <a:cubicBezTo>
                    <a:pt x="23975" y="5136"/>
                    <a:pt x="24029" y="5191"/>
                    <a:pt x="24084" y="5220"/>
                  </a:cubicBezTo>
                  <a:lnTo>
                    <a:pt x="24084" y="5220"/>
                  </a:lnTo>
                  <a:lnTo>
                    <a:pt x="22909" y="27037"/>
                  </a:lnTo>
                  <a:lnTo>
                    <a:pt x="22909" y="27093"/>
                  </a:lnTo>
                  <a:cubicBezTo>
                    <a:pt x="22909" y="27093"/>
                    <a:pt x="22909" y="27177"/>
                    <a:pt x="22937" y="27317"/>
                  </a:cubicBezTo>
                  <a:cubicBezTo>
                    <a:pt x="22994" y="27767"/>
                    <a:pt x="23134" y="28805"/>
                    <a:pt x="23134" y="29648"/>
                  </a:cubicBezTo>
                  <a:cubicBezTo>
                    <a:pt x="23134" y="30069"/>
                    <a:pt x="23106" y="30462"/>
                    <a:pt x="23022" y="30686"/>
                  </a:cubicBezTo>
                  <a:cubicBezTo>
                    <a:pt x="22965" y="30883"/>
                    <a:pt x="22825" y="31051"/>
                    <a:pt x="22572" y="31220"/>
                  </a:cubicBezTo>
                  <a:cubicBezTo>
                    <a:pt x="22235" y="31444"/>
                    <a:pt x="21674" y="31669"/>
                    <a:pt x="21028" y="31809"/>
                  </a:cubicBezTo>
                  <a:cubicBezTo>
                    <a:pt x="20354" y="31978"/>
                    <a:pt x="19568" y="32118"/>
                    <a:pt x="18754" y="32287"/>
                  </a:cubicBezTo>
                  <a:cubicBezTo>
                    <a:pt x="17266" y="32539"/>
                    <a:pt x="13729" y="32736"/>
                    <a:pt x="10865" y="32736"/>
                  </a:cubicBezTo>
                  <a:cubicBezTo>
                    <a:pt x="9574" y="32736"/>
                    <a:pt x="8423" y="32708"/>
                    <a:pt x="7693" y="32623"/>
                  </a:cubicBezTo>
                  <a:cubicBezTo>
                    <a:pt x="6429" y="32483"/>
                    <a:pt x="5587" y="32371"/>
                    <a:pt x="4998" y="32230"/>
                  </a:cubicBezTo>
                  <a:cubicBezTo>
                    <a:pt x="4717" y="32146"/>
                    <a:pt x="4492" y="32062"/>
                    <a:pt x="4352" y="31950"/>
                  </a:cubicBezTo>
                  <a:cubicBezTo>
                    <a:pt x="4211" y="31837"/>
                    <a:pt x="4099" y="31725"/>
                    <a:pt x="4043" y="31585"/>
                  </a:cubicBezTo>
                  <a:cubicBezTo>
                    <a:pt x="4015" y="31500"/>
                    <a:pt x="3987" y="31360"/>
                    <a:pt x="3959" y="31135"/>
                  </a:cubicBezTo>
                  <a:cubicBezTo>
                    <a:pt x="3847" y="30377"/>
                    <a:pt x="3790" y="28946"/>
                    <a:pt x="3762" y="27738"/>
                  </a:cubicBezTo>
                  <a:cubicBezTo>
                    <a:pt x="3734" y="27121"/>
                    <a:pt x="3734" y="26559"/>
                    <a:pt x="3734" y="26138"/>
                  </a:cubicBezTo>
                  <a:cubicBezTo>
                    <a:pt x="3734" y="25717"/>
                    <a:pt x="3734" y="25464"/>
                    <a:pt x="3734" y="25464"/>
                  </a:cubicBezTo>
                  <a:lnTo>
                    <a:pt x="3734" y="25436"/>
                  </a:lnTo>
                  <a:cubicBezTo>
                    <a:pt x="3734" y="25436"/>
                    <a:pt x="3678" y="25099"/>
                    <a:pt x="3594" y="24538"/>
                  </a:cubicBezTo>
                  <a:cubicBezTo>
                    <a:pt x="3257" y="22545"/>
                    <a:pt x="2499" y="17547"/>
                    <a:pt x="1797" y="12999"/>
                  </a:cubicBezTo>
                  <a:cubicBezTo>
                    <a:pt x="1432" y="10753"/>
                    <a:pt x="1095" y="8591"/>
                    <a:pt x="871" y="7019"/>
                  </a:cubicBezTo>
                  <a:cubicBezTo>
                    <a:pt x="730" y="6205"/>
                    <a:pt x="646" y="5559"/>
                    <a:pt x="562" y="5082"/>
                  </a:cubicBezTo>
                  <a:cubicBezTo>
                    <a:pt x="534" y="4858"/>
                    <a:pt x="506" y="4689"/>
                    <a:pt x="478" y="4549"/>
                  </a:cubicBezTo>
                  <a:cubicBezTo>
                    <a:pt x="478" y="4500"/>
                    <a:pt x="478" y="4451"/>
                    <a:pt x="478" y="4421"/>
                  </a:cubicBezTo>
                  <a:lnTo>
                    <a:pt x="478" y="4421"/>
                  </a:lnTo>
                  <a:cubicBezTo>
                    <a:pt x="500" y="4406"/>
                    <a:pt x="529" y="4391"/>
                    <a:pt x="562" y="4380"/>
                  </a:cubicBezTo>
                  <a:cubicBezTo>
                    <a:pt x="814" y="4184"/>
                    <a:pt x="1432" y="3903"/>
                    <a:pt x="2078" y="3594"/>
                  </a:cubicBezTo>
                  <a:cubicBezTo>
                    <a:pt x="2724" y="3285"/>
                    <a:pt x="3453" y="2948"/>
                    <a:pt x="4043" y="2668"/>
                  </a:cubicBezTo>
                  <a:cubicBezTo>
                    <a:pt x="5419" y="1994"/>
                    <a:pt x="8002" y="983"/>
                    <a:pt x="11006" y="590"/>
                  </a:cubicBezTo>
                  <a:cubicBezTo>
                    <a:pt x="11848" y="506"/>
                    <a:pt x="12662" y="450"/>
                    <a:pt x="13392" y="450"/>
                  </a:cubicBezTo>
                  <a:close/>
                  <a:moveTo>
                    <a:pt x="13392" y="1"/>
                  </a:moveTo>
                  <a:cubicBezTo>
                    <a:pt x="12634" y="1"/>
                    <a:pt x="11820" y="29"/>
                    <a:pt x="10949" y="141"/>
                  </a:cubicBezTo>
                  <a:cubicBezTo>
                    <a:pt x="7861" y="534"/>
                    <a:pt x="5250" y="1573"/>
                    <a:pt x="3847" y="2247"/>
                  </a:cubicBezTo>
                  <a:cubicBezTo>
                    <a:pt x="3145" y="2583"/>
                    <a:pt x="2218" y="3005"/>
                    <a:pt x="1460" y="3370"/>
                  </a:cubicBezTo>
                  <a:cubicBezTo>
                    <a:pt x="1067" y="3566"/>
                    <a:pt x="730" y="3735"/>
                    <a:pt x="478" y="3875"/>
                  </a:cubicBezTo>
                  <a:cubicBezTo>
                    <a:pt x="365" y="3931"/>
                    <a:pt x="253" y="4015"/>
                    <a:pt x="197" y="4071"/>
                  </a:cubicBezTo>
                  <a:lnTo>
                    <a:pt x="85" y="4156"/>
                  </a:lnTo>
                  <a:cubicBezTo>
                    <a:pt x="56" y="4212"/>
                    <a:pt x="0" y="4240"/>
                    <a:pt x="0" y="4380"/>
                  </a:cubicBezTo>
                  <a:lnTo>
                    <a:pt x="0" y="4408"/>
                  </a:lnTo>
                  <a:cubicBezTo>
                    <a:pt x="28" y="4633"/>
                    <a:pt x="225" y="6065"/>
                    <a:pt x="562" y="8086"/>
                  </a:cubicBezTo>
                  <a:cubicBezTo>
                    <a:pt x="1488" y="14122"/>
                    <a:pt x="3257" y="25521"/>
                    <a:pt x="3257" y="25521"/>
                  </a:cubicBezTo>
                  <a:lnTo>
                    <a:pt x="3257" y="25521"/>
                  </a:lnTo>
                  <a:lnTo>
                    <a:pt x="3257" y="25521"/>
                  </a:lnTo>
                  <a:cubicBezTo>
                    <a:pt x="3257" y="25790"/>
                    <a:pt x="3260" y="26987"/>
                    <a:pt x="3285" y="28272"/>
                  </a:cubicBezTo>
                  <a:cubicBezTo>
                    <a:pt x="3313" y="29002"/>
                    <a:pt x="3341" y="29760"/>
                    <a:pt x="3397" y="30377"/>
                  </a:cubicBezTo>
                  <a:cubicBezTo>
                    <a:pt x="3425" y="30686"/>
                    <a:pt x="3453" y="30967"/>
                    <a:pt x="3482" y="31192"/>
                  </a:cubicBezTo>
                  <a:cubicBezTo>
                    <a:pt x="3510" y="31444"/>
                    <a:pt x="3566" y="31613"/>
                    <a:pt x="3622" y="31753"/>
                  </a:cubicBezTo>
                  <a:cubicBezTo>
                    <a:pt x="3706" y="31978"/>
                    <a:pt x="3875" y="32174"/>
                    <a:pt x="4099" y="32343"/>
                  </a:cubicBezTo>
                  <a:cubicBezTo>
                    <a:pt x="4408" y="32567"/>
                    <a:pt x="4829" y="32680"/>
                    <a:pt x="5391" y="32792"/>
                  </a:cubicBezTo>
                  <a:cubicBezTo>
                    <a:pt x="5980" y="32876"/>
                    <a:pt x="6710" y="32960"/>
                    <a:pt x="7637" y="33073"/>
                  </a:cubicBezTo>
                  <a:cubicBezTo>
                    <a:pt x="8423" y="33157"/>
                    <a:pt x="9574" y="33213"/>
                    <a:pt x="10865" y="33213"/>
                  </a:cubicBezTo>
                  <a:cubicBezTo>
                    <a:pt x="13729" y="33213"/>
                    <a:pt x="17294" y="33017"/>
                    <a:pt x="18838" y="32736"/>
                  </a:cubicBezTo>
                  <a:cubicBezTo>
                    <a:pt x="19933" y="32539"/>
                    <a:pt x="20972" y="32371"/>
                    <a:pt x="21786" y="32090"/>
                  </a:cubicBezTo>
                  <a:cubicBezTo>
                    <a:pt x="22207" y="31950"/>
                    <a:pt x="22544" y="31809"/>
                    <a:pt x="22853" y="31613"/>
                  </a:cubicBezTo>
                  <a:cubicBezTo>
                    <a:pt x="23134" y="31388"/>
                    <a:pt x="23358" y="31164"/>
                    <a:pt x="23471" y="30827"/>
                  </a:cubicBezTo>
                  <a:cubicBezTo>
                    <a:pt x="23583" y="30518"/>
                    <a:pt x="23611" y="30097"/>
                    <a:pt x="23611" y="29648"/>
                  </a:cubicBezTo>
                  <a:cubicBezTo>
                    <a:pt x="23611" y="28508"/>
                    <a:pt x="23386" y="27169"/>
                    <a:pt x="23361" y="27022"/>
                  </a:cubicBezTo>
                  <a:lnTo>
                    <a:pt x="23361" y="27022"/>
                  </a:lnTo>
                  <a:lnTo>
                    <a:pt x="24538" y="5166"/>
                  </a:lnTo>
                  <a:cubicBezTo>
                    <a:pt x="24538" y="5110"/>
                    <a:pt x="24538" y="5054"/>
                    <a:pt x="24510" y="5026"/>
                  </a:cubicBezTo>
                  <a:cubicBezTo>
                    <a:pt x="24481" y="4998"/>
                    <a:pt x="23274" y="3398"/>
                    <a:pt x="20888" y="2134"/>
                  </a:cubicBezTo>
                  <a:cubicBezTo>
                    <a:pt x="18502" y="899"/>
                    <a:pt x="16789" y="281"/>
                    <a:pt x="16789" y="253"/>
                  </a:cubicBezTo>
                  <a:lnTo>
                    <a:pt x="16761" y="253"/>
                  </a:lnTo>
                  <a:cubicBezTo>
                    <a:pt x="16761" y="253"/>
                    <a:pt x="15329" y="1"/>
                    <a:pt x="133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4" name="Google Shape;1914;p34"/>
            <p:cNvSpPr/>
            <p:nvPr/>
          </p:nvSpPr>
          <p:spPr>
            <a:xfrm>
              <a:off x="3490625" y="2898200"/>
              <a:ext cx="312375" cy="474625"/>
            </a:xfrm>
            <a:custGeom>
              <a:rect b="b" l="l" r="r" t="t"/>
              <a:pathLst>
                <a:path extrusionOk="0" h="18985" w="12495">
                  <a:moveTo>
                    <a:pt x="759" y="0"/>
                  </a:moveTo>
                  <a:lnTo>
                    <a:pt x="1" y="12072"/>
                  </a:lnTo>
                  <a:cubicBezTo>
                    <a:pt x="1" y="12072"/>
                    <a:pt x="8137" y="18984"/>
                    <a:pt x="10184" y="18984"/>
                  </a:cubicBezTo>
                  <a:cubicBezTo>
                    <a:pt x="10216" y="18984"/>
                    <a:pt x="10247" y="18982"/>
                    <a:pt x="10276" y="18979"/>
                  </a:cubicBezTo>
                  <a:cubicBezTo>
                    <a:pt x="12157" y="18754"/>
                    <a:pt x="12494" y="17294"/>
                    <a:pt x="12494" y="17294"/>
                  </a:cubicBezTo>
                  <a:lnTo>
                    <a:pt x="11596" y="12241"/>
                  </a:lnTo>
                  <a:lnTo>
                    <a:pt x="75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5" name="Google Shape;1915;p34"/>
            <p:cNvSpPr/>
            <p:nvPr/>
          </p:nvSpPr>
          <p:spPr>
            <a:xfrm>
              <a:off x="3484325" y="2892300"/>
              <a:ext cx="325675" cy="486700"/>
            </a:xfrm>
            <a:custGeom>
              <a:rect b="b" l="l" r="r" t="t"/>
              <a:pathLst>
                <a:path extrusionOk="0" h="19468" w="13027">
                  <a:moveTo>
                    <a:pt x="999" y="1"/>
                  </a:moveTo>
                  <a:cubicBezTo>
                    <a:pt x="974" y="1"/>
                    <a:pt x="949" y="4"/>
                    <a:pt x="927" y="12"/>
                  </a:cubicBezTo>
                  <a:cubicBezTo>
                    <a:pt x="843" y="40"/>
                    <a:pt x="786" y="124"/>
                    <a:pt x="786" y="208"/>
                  </a:cubicBezTo>
                  <a:lnTo>
                    <a:pt x="28" y="12280"/>
                  </a:lnTo>
                  <a:cubicBezTo>
                    <a:pt x="0" y="12365"/>
                    <a:pt x="56" y="12421"/>
                    <a:pt x="113" y="12477"/>
                  </a:cubicBezTo>
                  <a:cubicBezTo>
                    <a:pt x="113" y="12477"/>
                    <a:pt x="2134" y="14218"/>
                    <a:pt x="4436" y="15958"/>
                  </a:cubicBezTo>
                  <a:cubicBezTo>
                    <a:pt x="5587" y="16829"/>
                    <a:pt x="6794" y="17699"/>
                    <a:pt x="7861" y="18345"/>
                  </a:cubicBezTo>
                  <a:cubicBezTo>
                    <a:pt x="8395" y="18681"/>
                    <a:pt x="8872" y="18934"/>
                    <a:pt x="9321" y="19131"/>
                  </a:cubicBezTo>
                  <a:cubicBezTo>
                    <a:pt x="9742" y="19327"/>
                    <a:pt x="10107" y="19468"/>
                    <a:pt x="10444" y="19468"/>
                  </a:cubicBezTo>
                  <a:lnTo>
                    <a:pt x="10556" y="19439"/>
                  </a:lnTo>
                  <a:cubicBezTo>
                    <a:pt x="11567" y="19327"/>
                    <a:pt x="12185" y="18878"/>
                    <a:pt x="12522" y="18429"/>
                  </a:cubicBezTo>
                  <a:cubicBezTo>
                    <a:pt x="12887" y="18008"/>
                    <a:pt x="12971" y="17615"/>
                    <a:pt x="12999" y="17587"/>
                  </a:cubicBezTo>
                  <a:cubicBezTo>
                    <a:pt x="13027" y="17474"/>
                    <a:pt x="12943" y="17334"/>
                    <a:pt x="12802" y="17306"/>
                  </a:cubicBezTo>
                  <a:cubicBezTo>
                    <a:pt x="12788" y="17302"/>
                    <a:pt x="12772" y="17300"/>
                    <a:pt x="12757" y="17300"/>
                  </a:cubicBezTo>
                  <a:cubicBezTo>
                    <a:pt x="12655" y="17300"/>
                    <a:pt x="12546" y="17377"/>
                    <a:pt x="12522" y="17474"/>
                  </a:cubicBezTo>
                  <a:cubicBezTo>
                    <a:pt x="12522" y="17502"/>
                    <a:pt x="12437" y="17839"/>
                    <a:pt x="12157" y="18176"/>
                  </a:cubicBezTo>
                  <a:cubicBezTo>
                    <a:pt x="11848" y="18513"/>
                    <a:pt x="11371" y="18878"/>
                    <a:pt x="10500" y="18990"/>
                  </a:cubicBezTo>
                  <a:lnTo>
                    <a:pt x="10444" y="18990"/>
                  </a:lnTo>
                  <a:cubicBezTo>
                    <a:pt x="10248" y="18990"/>
                    <a:pt x="9911" y="18906"/>
                    <a:pt x="9518" y="18710"/>
                  </a:cubicBezTo>
                  <a:cubicBezTo>
                    <a:pt x="8086" y="18064"/>
                    <a:pt x="5784" y="16407"/>
                    <a:pt x="3875" y="14919"/>
                  </a:cubicBezTo>
                  <a:cubicBezTo>
                    <a:pt x="2920" y="14189"/>
                    <a:pt x="2050" y="13488"/>
                    <a:pt x="1432" y="12954"/>
                  </a:cubicBezTo>
                  <a:cubicBezTo>
                    <a:pt x="1095" y="12702"/>
                    <a:pt x="843" y="12505"/>
                    <a:pt x="674" y="12337"/>
                  </a:cubicBezTo>
                  <a:cubicBezTo>
                    <a:pt x="598" y="12273"/>
                    <a:pt x="534" y="12221"/>
                    <a:pt x="486" y="12183"/>
                  </a:cubicBezTo>
                  <a:lnTo>
                    <a:pt x="486" y="12183"/>
                  </a:lnTo>
                  <a:lnTo>
                    <a:pt x="1208" y="798"/>
                  </a:lnTo>
                  <a:lnTo>
                    <a:pt x="11679" y="12645"/>
                  </a:lnTo>
                  <a:cubicBezTo>
                    <a:pt x="11722" y="12687"/>
                    <a:pt x="11778" y="12709"/>
                    <a:pt x="11837" y="12709"/>
                  </a:cubicBezTo>
                  <a:cubicBezTo>
                    <a:pt x="11897" y="12709"/>
                    <a:pt x="11960" y="12687"/>
                    <a:pt x="12016" y="12645"/>
                  </a:cubicBezTo>
                  <a:cubicBezTo>
                    <a:pt x="12101" y="12561"/>
                    <a:pt x="12101" y="12421"/>
                    <a:pt x="12016" y="12337"/>
                  </a:cubicBezTo>
                  <a:lnTo>
                    <a:pt x="1179" y="68"/>
                  </a:lnTo>
                  <a:cubicBezTo>
                    <a:pt x="1138" y="27"/>
                    <a:pt x="1067" y="1"/>
                    <a:pt x="9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9" name="Shape 1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0" name="Google Shape;1920;p35"/>
          <p:cNvGrpSpPr/>
          <p:nvPr/>
        </p:nvGrpSpPr>
        <p:grpSpPr>
          <a:xfrm>
            <a:off x="731647" y="573573"/>
            <a:ext cx="635100" cy="734640"/>
            <a:chOff x="731647" y="573573"/>
            <a:chExt cx="635100" cy="734640"/>
          </a:xfrm>
        </p:grpSpPr>
        <p:grpSp>
          <p:nvGrpSpPr>
            <p:cNvPr id="1921" name="Google Shape;1921;p35"/>
            <p:cNvGrpSpPr/>
            <p:nvPr/>
          </p:nvGrpSpPr>
          <p:grpSpPr>
            <a:xfrm>
              <a:off x="731647" y="573573"/>
              <a:ext cx="635100" cy="635100"/>
              <a:chOff x="917231" y="750460"/>
              <a:chExt cx="635100" cy="635100"/>
            </a:xfrm>
          </p:grpSpPr>
          <p:sp>
            <p:nvSpPr>
              <p:cNvPr id="1922" name="Google Shape;1922;p35"/>
              <p:cNvSpPr/>
              <p:nvPr/>
            </p:nvSpPr>
            <p:spPr>
              <a:xfrm>
                <a:off x="917231" y="750460"/>
                <a:ext cx="635100" cy="635100"/>
              </a:xfrm>
              <a:prstGeom prst="ellipse">
                <a:avLst/>
              </a:prstGeom>
              <a:solidFill>
                <a:srgbClr val="FFFFFF"/>
              </a:solidFill>
              <a:ln cap="flat" cmpd="sng" w="952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3" name="Google Shape;1923;p35"/>
              <p:cNvSpPr/>
              <p:nvPr/>
            </p:nvSpPr>
            <p:spPr>
              <a:xfrm>
                <a:off x="1001943" y="835185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24" name="Google Shape;1924;p35"/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1925" name="Google Shape;1925;p3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1926" name="Google Shape;1926;p3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1927" name="Google Shape;1927;p3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grpSp>
        <p:nvGrpSpPr>
          <p:cNvPr id="1928" name="Google Shape;1928;p35"/>
          <p:cNvGrpSpPr/>
          <p:nvPr/>
        </p:nvGrpSpPr>
        <p:grpSpPr>
          <a:xfrm>
            <a:off x="731647" y="1650460"/>
            <a:ext cx="635100" cy="733490"/>
            <a:chOff x="731647" y="1650460"/>
            <a:chExt cx="635100" cy="733490"/>
          </a:xfrm>
        </p:grpSpPr>
        <p:grpSp>
          <p:nvGrpSpPr>
            <p:cNvPr id="1929" name="Google Shape;1929;p35"/>
            <p:cNvGrpSpPr/>
            <p:nvPr/>
          </p:nvGrpSpPr>
          <p:grpSpPr>
            <a:xfrm>
              <a:off x="731647" y="1650460"/>
              <a:ext cx="635100" cy="635100"/>
              <a:chOff x="917231" y="1827973"/>
              <a:chExt cx="635100" cy="635100"/>
            </a:xfrm>
          </p:grpSpPr>
          <p:sp>
            <p:nvSpPr>
              <p:cNvPr id="1930" name="Google Shape;1930;p35"/>
              <p:cNvSpPr/>
              <p:nvPr/>
            </p:nvSpPr>
            <p:spPr>
              <a:xfrm>
                <a:off x="917231" y="1827973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cap="flat" cmpd="sng" w="952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1" name="Google Shape;1931;p35"/>
              <p:cNvSpPr/>
              <p:nvPr/>
            </p:nvSpPr>
            <p:spPr>
              <a:xfrm>
                <a:off x="1001931" y="1912710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cap="flat" cmpd="sng" w="952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32" name="Google Shape;1932;p35"/>
            <p:cNvGrpSpPr/>
            <p:nvPr/>
          </p:nvGrpSpPr>
          <p:grpSpPr>
            <a:xfrm>
              <a:off x="961679" y="2356951"/>
              <a:ext cx="175013" cy="27000"/>
              <a:chOff x="5662375" y="212375"/>
              <a:chExt cx="175013" cy="27000"/>
            </a:xfrm>
          </p:grpSpPr>
          <p:sp>
            <p:nvSpPr>
              <p:cNvPr id="1933" name="Google Shape;1933;p3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1934" name="Google Shape;1934;p3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1935" name="Google Shape;1935;p3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grpSp>
        <p:nvGrpSpPr>
          <p:cNvPr id="1936" name="Google Shape;1936;p35"/>
          <p:cNvGrpSpPr/>
          <p:nvPr/>
        </p:nvGrpSpPr>
        <p:grpSpPr>
          <a:xfrm>
            <a:off x="731647" y="2728277"/>
            <a:ext cx="635100" cy="734984"/>
            <a:chOff x="731647" y="2728277"/>
            <a:chExt cx="635100" cy="734984"/>
          </a:xfrm>
        </p:grpSpPr>
        <p:grpSp>
          <p:nvGrpSpPr>
            <p:cNvPr id="1937" name="Google Shape;1937;p35"/>
            <p:cNvGrpSpPr/>
            <p:nvPr/>
          </p:nvGrpSpPr>
          <p:grpSpPr>
            <a:xfrm>
              <a:off x="731647" y="2728277"/>
              <a:ext cx="635100" cy="635100"/>
              <a:chOff x="917231" y="2905502"/>
              <a:chExt cx="635100" cy="635100"/>
            </a:xfrm>
          </p:grpSpPr>
          <p:sp>
            <p:nvSpPr>
              <p:cNvPr id="1938" name="Google Shape;1938;p35"/>
              <p:cNvSpPr/>
              <p:nvPr/>
            </p:nvSpPr>
            <p:spPr>
              <a:xfrm>
                <a:off x="917231" y="2905502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cap="flat" cmpd="sng" w="952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9" name="Google Shape;1939;p35"/>
              <p:cNvSpPr/>
              <p:nvPr/>
            </p:nvSpPr>
            <p:spPr>
              <a:xfrm>
                <a:off x="1001931" y="2990252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cap="flat" cmpd="sng" w="952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40" name="Google Shape;1940;p35"/>
            <p:cNvGrpSpPr/>
            <p:nvPr/>
          </p:nvGrpSpPr>
          <p:grpSpPr>
            <a:xfrm>
              <a:off x="961679" y="3436260"/>
              <a:ext cx="175013" cy="27000"/>
              <a:chOff x="5662375" y="212375"/>
              <a:chExt cx="175013" cy="27000"/>
            </a:xfrm>
          </p:grpSpPr>
          <p:sp>
            <p:nvSpPr>
              <p:cNvPr id="1941" name="Google Shape;1941;p3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1942" name="Google Shape;1942;p3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1943" name="Google Shape;1943;p3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grpSp>
        <p:nvGrpSpPr>
          <p:cNvPr id="1944" name="Google Shape;1944;p35"/>
          <p:cNvGrpSpPr/>
          <p:nvPr/>
        </p:nvGrpSpPr>
        <p:grpSpPr>
          <a:xfrm>
            <a:off x="731647" y="3806675"/>
            <a:ext cx="635100" cy="734704"/>
            <a:chOff x="731647" y="3806675"/>
            <a:chExt cx="635100" cy="734704"/>
          </a:xfrm>
        </p:grpSpPr>
        <p:grpSp>
          <p:nvGrpSpPr>
            <p:cNvPr id="1945" name="Google Shape;1945;p35"/>
            <p:cNvGrpSpPr/>
            <p:nvPr/>
          </p:nvGrpSpPr>
          <p:grpSpPr>
            <a:xfrm>
              <a:off x="731647" y="3806675"/>
              <a:ext cx="635100" cy="635100"/>
              <a:chOff x="917231" y="3983097"/>
              <a:chExt cx="635100" cy="635100"/>
            </a:xfrm>
          </p:grpSpPr>
          <p:sp>
            <p:nvSpPr>
              <p:cNvPr id="1946" name="Google Shape;1946;p35"/>
              <p:cNvSpPr/>
              <p:nvPr/>
            </p:nvSpPr>
            <p:spPr>
              <a:xfrm>
                <a:off x="917231" y="3983097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cap="flat" cmpd="sng" w="952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7" name="Google Shape;1947;p35"/>
              <p:cNvSpPr/>
              <p:nvPr/>
            </p:nvSpPr>
            <p:spPr>
              <a:xfrm>
                <a:off x="1001931" y="4067797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cap="flat" cmpd="sng" w="952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48" name="Google Shape;1948;p35"/>
            <p:cNvGrpSpPr/>
            <p:nvPr/>
          </p:nvGrpSpPr>
          <p:grpSpPr>
            <a:xfrm>
              <a:off x="961679" y="4514379"/>
              <a:ext cx="175013" cy="27000"/>
              <a:chOff x="5662375" y="212375"/>
              <a:chExt cx="175013" cy="27000"/>
            </a:xfrm>
          </p:grpSpPr>
          <p:sp>
            <p:nvSpPr>
              <p:cNvPr id="1949" name="Google Shape;1949;p3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1950" name="Google Shape;1950;p3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1951" name="Google Shape;1951;p3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1952" name="Google Shape;1952;p35"/>
          <p:cNvSpPr txBox="1"/>
          <p:nvPr>
            <p:ph type="title"/>
          </p:nvPr>
        </p:nvSpPr>
        <p:spPr>
          <a:xfrm>
            <a:off x="5907024" y="356616"/>
            <a:ext cx="2615100" cy="576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Core</a:t>
            </a:r>
            <a:endParaRPr/>
          </a:p>
        </p:txBody>
      </p:sp>
      <p:sp>
        <p:nvSpPr>
          <p:cNvPr id="1953" name="Google Shape;1953;p35"/>
          <p:cNvSpPr txBox="1"/>
          <p:nvPr>
            <p:ph idx="2" type="subTitle"/>
          </p:nvPr>
        </p:nvSpPr>
        <p:spPr>
          <a:xfrm>
            <a:off x="1664208" y="713232"/>
            <a:ext cx="26151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I/O Multiplexing via </a:t>
            </a:r>
            <a:r>
              <a:rPr lang="en">
                <a:solidFill>
                  <a:srgbClr val="D5A6BD"/>
                </a:solidFill>
              </a:rPr>
              <a:t>poll()</a:t>
            </a:r>
            <a:r>
              <a:rPr lang="en"/>
              <a:t> on a single thread</a:t>
            </a:r>
            <a:endParaRPr sz="1100">
              <a:solidFill>
                <a:srgbClr val="1F1F1F"/>
              </a:solidFill>
              <a:highlight>
                <a:srgbClr val="F0F4F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954" name="Google Shape;1954;p35"/>
          <p:cNvSpPr txBox="1"/>
          <p:nvPr>
            <p:ph idx="1" type="subTitle"/>
          </p:nvPr>
        </p:nvSpPr>
        <p:spPr>
          <a:xfrm>
            <a:off x="1664208" y="429768"/>
            <a:ext cx="2615100" cy="38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Mechanism</a:t>
            </a:r>
            <a:endParaRPr/>
          </a:p>
        </p:txBody>
      </p:sp>
      <p:sp>
        <p:nvSpPr>
          <p:cNvPr id="1955" name="Google Shape;1955;p35"/>
          <p:cNvSpPr txBox="1"/>
          <p:nvPr>
            <p:ph idx="3" type="subTitle"/>
          </p:nvPr>
        </p:nvSpPr>
        <p:spPr>
          <a:xfrm>
            <a:off x="1664208" y="1508760"/>
            <a:ext cx="2615100" cy="38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Configuration</a:t>
            </a:r>
            <a:endParaRPr sz="1100">
              <a:solidFill>
                <a:srgbClr val="1F1F1F"/>
              </a:solidFill>
              <a:highlight>
                <a:srgbClr val="F0F4F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6" name="Google Shape;1956;p35"/>
          <p:cNvSpPr txBox="1"/>
          <p:nvPr>
            <p:ph idx="4" type="subTitle"/>
          </p:nvPr>
        </p:nvSpPr>
        <p:spPr>
          <a:xfrm>
            <a:off x="1664200" y="1792225"/>
            <a:ext cx="27378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Sockets set to </a:t>
            </a:r>
            <a:r>
              <a:rPr lang="en">
                <a:solidFill>
                  <a:srgbClr val="D5A6BD"/>
                </a:solidFill>
              </a:rPr>
              <a:t>O_NONBLOCK</a:t>
            </a:r>
            <a:r>
              <a:rPr lang="en"/>
              <a:t>, so one thread serves more clients</a:t>
            </a:r>
            <a:endParaRPr sz="1100">
              <a:solidFill>
                <a:srgbClr val="1F1F1F"/>
              </a:solidFill>
              <a:highlight>
                <a:srgbClr val="F0F4F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957" name="Google Shape;1957;p35"/>
          <p:cNvSpPr txBox="1"/>
          <p:nvPr>
            <p:ph idx="5" type="subTitle"/>
          </p:nvPr>
        </p:nvSpPr>
        <p:spPr>
          <a:xfrm>
            <a:off x="1664208" y="2587752"/>
            <a:ext cx="2615100" cy="38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Maximum Priority</a:t>
            </a:r>
            <a:endParaRPr sz="1100">
              <a:solidFill>
                <a:srgbClr val="1F1F1F"/>
              </a:solidFill>
              <a:highlight>
                <a:srgbClr val="F0F4F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8" name="Google Shape;1958;p35"/>
          <p:cNvSpPr txBox="1"/>
          <p:nvPr>
            <p:ph idx="6" type="subTitle"/>
          </p:nvPr>
        </p:nvSpPr>
        <p:spPr>
          <a:xfrm>
            <a:off x="1664208" y="2871216"/>
            <a:ext cx="26151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Drain sockets fast, avoid client drops</a:t>
            </a:r>
            <a:endParaRPr/>
          </a:p>
        </p:txBody>
      </p:sp>
      <p:sp>
        <p:nvSpPr>
          <p:cNvPr id="1959" name="Google Shape;1959;p35"/>
          <p:cNvSpPr txBox="1"/>
          <p:nvPr>
            <p:ph idx="7" type="subTitle"/>
          </p:nvPr>
        </p:nvSpPr>
        <p:spPr>
          <a:xfrm>
            <a:off x="1664208" y="3666744"/>
            <a:ext cx="2615100" cy="38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Integrity</a:t>
            </a:r>
            <a:endParaRPr/>
          </a:p>
        </p:txBody>
      </p:sp>
      <p:sp>
        <p:nvSpPr>
          <p:cNvPr id="1960" name="Google Shape;1960;p35"/>
          <p:cNvSpPr txBox="1"/>
          <p:nvPr>
            <p:ph idx="8" type="subTitle"/>
          </p:nvPr>
        </p:nvSpPr>
        <p:spPr>
          <a:xfrm>
            <a:off x="1664208" y="3950208"/>
            <a:ext cx="26151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</a:t>
            </a:r>
            <a:r>
              <a:rPr lang="en"/>
              <a:t>ing buffers to handle TCP fragmentation</a:t>
            </a:r>
            <a:endParaRPr sz="1100">
              <a:solidFill>
                <a:srgbClr val="1F1F1F"/>
              </a:solidFill>
              <a:highlight>
                <a:srgbClr val="F0F4F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961" name="Google Shape;1961;p35"/>
          <p:cNvSpPr txBox="1"/>
          <p:nvPr>
            <p:ph idx="9" type="title"/>
          </p:nvPr>
        </p:nvSpPr>
        <p:spPr>
          <a:xfrm>
            <a:off x="813816" y="722376"/>
            <a:ext cx="457200" cy="34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962" name="Google Shape;1962;p35"/>
          <p:cNvSpPr txBox="1"/>
          <p:nvPr>
            <p:ph idx="13" type="title"/>
          </p:nvPr>
        </p:nvSpPr>
        <p:spPr>
          <a:xfrm>
            <a:off x="813816" y="1801368"/>
            <a:ext cx="457200" cy="34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963" name="Google Shape;1963;p35"/>
          <p:cNvSpPr txBox="1"/>
          <p:nvPr>
            <p:ph idx="14" type="title"/>
          </p:nvPr>
        </p:nvSpPr>
        <p:spPr>
          <a:xfrm>
            <a:off x="813816" y="2880360"/>
            <a:ext cx="457200" cy="34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964" name="Google Shape;1964;p35"/>
          <p:cNvSpPr txBox="1"/>
          <p:nvPr>
            <p:ph idx="15" type="title"/>
          </p:nvPr>
        </p:nvSpPr>
        <p:spPr>
          <a:xfrm>
            <a:off x="813816" y="3959352"/>
            <a:ext cx="457200" cy="34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grpSp>
        <p:nvGrpSpPr>
          <p:cNvPr id="1965" name="Google Shape;1965;p35"/>
          <p:cNvGrpSpPr/>
          <p:nvPr/>
        </p:nvGrpSpPr>
        <p:grpSpPr>
          <a:xfrm>
            <a:off x="4402144" y="1069783"/>
            <a:ext cx="4590101" cy="3593781"/>
            <a:chOff x="469775" y="238125"/>
            <a:chExt cx="6679425" cy="5229600"/>
          </a:xfrm>
        </p:grpSpPr>
        <p:sp>
          <p:nvSpPr>
            <p:cNvPr id="1966" name="Google Shape;1966;p35"/>
            <p:cNvSpPr/>
            <p:nvPr/>
          </p:nvSpPr>
          <p:spPr>
            <a:xfrm>
              <a:off x="830950" y="238200"/>
              <a:ext cx="6001825" cy="5109175"/>
            </a:xfrm>
            <a:custGeom>
              <a:rect b="b" l="l" r="r" t="t"/>
              <a:pathLst>
                <a:path extrusionOk="0" h="204367" w="240073">
                  <a:moveTo>
                    <a:pt x="98444" y="0"/>
                  </a:moveTo>
                  <a:cubicBezTo>
                    <a:pt x="66611" y="0"/>
                    <a:pt x="32985" y="23173"/>
                    <a:pt x="18273" y="58560"/>
                  </a:cubicBezTo>
                  <a:cubicBezTo>
                    <a:pt x="0" y="102473"/>
                    <a:pt x="9686" y="134990"/>
                    <a:pt x="9686" y="134990"/>
                  </a:cubicBezTo>
                  <a:cubicBezTo>
                    <a:pt x="9686" y="134990"/>
                    <a:pt x="19372" y="174100"/>
                    <a:pt x="57750" y="192861"/>
                  </a:cubicBezTo>
                  <a:cubicBezTo>
                    <a:pt x="75386" y="201502"/>
                    <a:pt x="94579" y="204367"/>
                    <a:pt x="113787" y="204367"/>
                  </a:cubicBezTo>
                  <a:cubicBezTo>
                    <a:pt x="136375" y="204367"/>
                    <a:pt x="158984" y="200405"/>
                    <a:pt x="179108" y="197216"/>
                  </a:cubicBezTo>
                  <a:cubicBezTo>
                    <a:pt x="216346" y="191315"/>
                    <a:pt x="240073" y="163925"/>
                    <a:pt x="237549" y="131408"/>
                  </a:cubicBezTo>
                  <a:cubicBezTo>
                    <a:pt x="235026" y="98851"/>
                    <a:pt x="204951" y="96002"/>
                    <a:pt x="182038" y="63525"/>
                  </a:cubicBezTo>
                  <a:cubicBezTo>
                    <a:pt x="159085" y="31090"/>
                    <a:pt x="157905" y="18962"/>
                    <a:pt x="120952" y="4230"/>
                  </a:cubicBezTo>
                  <a:cubicBezTo>
                    <a:pt x="113750" y="1358"/>
                    <a:pt x="106150" y="0"/>
                    <a:pt x="984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7" name="Google Shape;1967;p35"/>
            <p:cNvSpPr/>
            <p:nvPr/>
          </p:nvSpPr>
          <p:spPr>
            <a:xfrm>
              <a:off x="1009000" y="238125"/>
              <a:ext cx="5764775" cy="5102425"/>
            </a:xfrm>
            <a:custGeom>
              <a:rect b="b" l="l" r="r" t="t"/>
              <a:pathLst>
                <a:path extrusionOk="0" h="204097" w="230591">
                  <a:moveTo>
                    <a:pt x="87011" y="99545"/>
                  </a:moveTo>
                  <a:cubicBezTo>
                    <a:pt x="86604" y="100766"/>
                    <a:pt x="86115" y="101947"/>
                    <a:pt x="85708" y="103005"/>
                  </a:cubicBezTo>
                  <a:lnTo>
                    <a:pt x="120749" y="103005"/>
                  </a:lnTo>
                  <a:cubicBezTo>
                    <a:pt x="120830" y="103005"/>
                    <a:pt x="120911" y="103045"/>
                    <a:pt x="120993" y="103086"/>
                  </a:cubicBezTo>
                  <a:cubicBezTo>
                    <a:pt x="121034" y="103167"/>
                    <a:pt x="121074" y="103249"/>
                    <a:pt x="121074" y="103330"/>
                  </a:cubicBezTo>
                  <a:lnTo>
                    <a:pt x="121074" y="156766"/>
                  </a:lnTo>
                  <a:cubicBezTo>
                    <a:pt x="121074" y="156847"/>
                    <a:pt x="121034" y="156928"/>
                    <a:pt x="120993" y="157010"/>
                  </a:cubicBezTo>
                  <a:cubicBezTo>
                    <a:pt x="120911" y="157051"/>
                    <a:pt x="120830" y="157091"/>
                    <a:pt x="120749" y="157091"/>
                  </a:cubicBezTo>
                  <a:lnTo>
                    <a:pt x="89697" y="157091"/>
                  </a:lnTo>
                  <a:cubicBezTo>
                    <a:pt x="90470" y="159940"/>
                    <a:pt x="91284" y="162870"/>
                    <a:pt x="92057" y="165556"/>
                  </a:cubicBezTo>
                  <a:cubicBezTo>
                    <a:pt x="92993" y="165068"/>
                    <a:pt x="93807" y="164783"/>
                    <a:pt x="94580" y="164254"/>
                  </a:cubicBezTo>
                  <a:cubicBezTo>
                    <a:pt x="95110" y="163888"/>
                    <a:pt x="95598" y="163806"/>
                    <a:pt x="96046" y="163806"/>
                  </a:cubicBezTo>
                  <a:cubicBezTo>
                    <a:pt x="96493" y="163806"/>
                    <a:pt x="96859" y="163888"/>
                    <a:pt x="97104" y="164010"/>
                  </a:cubicBezTo>
                  <a:cubicBezTo>
                    <a:pt x="97389" y="163725"/>
                    <a:pt x="98040" y="163237"/>
                    <a:pt x="98894" y="162992"/>
                  </a:cubicBezTo>
                  <a:lnTo>
                    <a:pt x="99139" y="162992"/>
                  </a:lnTo>
                  <a:cubicBezTo>
                    <a:pt x="99546" y="162992"/>
                    <a:pt x="99871" y="163155"/>
                    <a:pt x="100156" y="163359"/>
                  </a:cubicBezTo>
                  <a:cubicBezTo>
                    <a:pt x="100441" y="163603"/>
                    <a:pt x="100726" y="163888"/>
                    <a:pt x="100970" y="164173"/>
                  </a:cubicBezTo>
                  <a:cubicBezTo>
                    <a:pt x="101255" y="164498"/>
                    <a:pt x="101458" y="164824"/>
                    <a:pt x="101621" y="165027"/>
                  </a:cubicBezTo>
                  <a:cubicBezTo>
                    <a:pt x="101906" y="164946"/>
                    <a:pt x="102435" y="164783"/>
                    <a:pt x="103290" y="164702"/>
                  </a:cubicBezTo>
                  <a:lnTo>
                    <a:pt x="103656" y="164702"/>
                  </a:lnTo>
                  <a:cubicBezTo>
                    <a:pt x="105040" y="164702"/>
                    <a:pt x="106586" y="165353"/>
                    <a:pt x="107726" y="166207"/>
                  </a:cubicBezTo>
                  <a:cubicBezTo>
                    <a:pt x="108133" y="166533"/>
                    <a:pt x="108295" y="166940"/>
                    <a:pt x="108295" y="167347"/>
                  </a:cubicBezTo>
                  <a:cubicBezTo>
                    <a:pt x="108295" y="167428"/>
                    <a:pt x="108295" y="167510"/>
                    <a:pt x="108255" y="167591"/>
                  </a:cubicBezTo>
                  <a:lnTo>
                    <a:pt x="121725" y="167591"/>
                  </a:lnTo>
                  <a:cubicBezTo>
                    <a:pt x="121929" y="167306"/>
                    <a:pt x="122132" y="167062"/>
                    <a:pt x="122377" y="166859"/>
                  </a:cubicBezTo>
                  <a:cubicBezTo>
                    <a:pt x="122946" y="166248"/>
                    <a:pt x="123557" y="165963"/>
                    <a:pt x="124167" y="165963"/>
                  </a:cubicBezTo>
                  <a:cubicBezTo>
                    <a:pt x="124330" y="165963"/>
                    <a:pt x="124493" y="166004"/>
                    <a:pt x="124656" y="166045"/>
                  </a:cubicBezTo>
                  <a:cubicBezTo>
                    <a:pt x="125510" y="166207"/>
                    <a:pt x="126243" y="166248"/>
                    <a:pt x="126528" y="166289"/>
                  </a:cubicBezTo>
                  <a:lnTo>
                    <a:pt x="126568" y="166289"/>
                  </a:lnTo>
                  <a:cubicBezTo>
                    <a:pt x="127016" y="166045"/>
                    <a:pt x="129051" y="164824"/>
                    <a:pt x="130638" y="164091"/>
                  </a:cubicBezTo>
                  <a:cubicBezTo>
                    <a:pt x="131208" y="163806"/>
                    <a:pt x="131737" y="163603"/>
                    <a:pt x="132103" y="163521"/>
                  </a:cubicBezTo>
                  <a:lnTo>
                    <a:pt x="132347" y="163521"/>
                  </a:lnTo>
                  <a:cubicBezTo>
                    <a:pt x="132795" y="163521"/>
                    <a:pt x="133243" y="163725"/>
                    <a:pt x="133690" y="164010"/>
                  </a:cubicBezTo>
                  <a:cubicBezTo>
                    <a:pt x="134138" y="164295"/>
                    <a:pt x="134586" y="164661"/>
                    <a:pt x="134993" y="165068"/>
                  </a:cubicBezTo>
                  <a:cubicBezTo>
                    <a:pt x="135685" y="165719"/>
                    <a:pt x="136254" y="166370"/>
                    <a:pt x="136376" y="166492"/>
                  </a:cubicBezTo>
                  <a:cubicBezTo>
                    <a:pt x="136498" y="166614"/>
                    <a:pt x="137068" y="167062"/>
                    <a:pt x="137719" y="167591"/>
                  </a:cubicBezTo>
                  <a:lnTo>
                    <a:pt x="176056" y="167591"/>
                  </a:lnTo>
                  <a:lnTo>
                    <a:pt x="176056" y="99545"/>
                  </a:lnTo>
                  <a:close/>
                  <a:moveTo>
                    <a:pt x="88801" y="89371"/>
                  </a:moveTo>
                  <a:cubicBezTo>
                    <a:pt x="89086" y="89982"/>
                    <a:pt x="89331" y="90714"/>
                    <a:pt x="89331" y="91569"/>
                  </a:cubicBezTo>
                  <a:cubicBezTo>
                    <a:pt x="89331" y="92016"/>
                    <a:pt x="89208" y="92708"/>
                    <a:pt x="88964" y="93563"/>
                  </a:cubicBezTo>
                  <a:cubicBezTo>
                    <a:pt x="88761" y="94418"/>
                    <a:pt x="88435" y="95435"/>
                    <a:pt x="88069" y="96534"/>
                  </a:cubicBezTo>
                  <a:cubicBezTo>
                    <a:pt x="87825" y="97307"/>
                    <a:pt x="87540" y="98080"/>
                    <a:pt x="87296" y="98854"/>
                  </a:cubicBezTo>
                  <a:lnTo>
                    <a:pt x="176748" y="98854"/>
                  </a:lnTo>
                  <a:lnTo>
                    <a:pt x="176748" y="167591"/>
                  </a:lnTo>
                  <a:lnTo>
                    <a:pt x="185009" y="167591"/>
                  </a:lnTo>
                  <a:lnTo>
                    <a:pt x="185009" y="89371"/>
                  </a:lnTo>
                  <a:close/>
                  <a:moveTo>
                    <a:pt x="91365" y="0"/>
                  </a:moveTo>
                  <a:cubicBezTo>
                    <a:pt x="59500" y="0"/>
                    <a:pt x="25884" y="23157"/>
                    <a:pt x="11151" y="58563"/>
                  </a:cubicBezTo>
                  <a:cubicBezTo>
                    <a:pt x="2279" y="79889"/>
                    <a:pt x="0" y="98528"/>
                    <a:pt x="0" y="112080"/>
                  </a:cubicBezTo>
                  <a:cubicBezTo>
                    <a:pt x="0" y="126406"/>
                    <a:pt x="2564" y="134993"/>
                    <a:pt x="2564" y="134993"/>
                  </a:cubicBezTo>
                  <a:cubicBezTo>
                    <a:pt x="2564" y="134993"/>
                    <a:pt x="7896" y="156481"/>
                    <a:pt x="26250" y="175242"/>
                  </a:cubicBezTo>
                  <a:cubicBezTo>
                    <a:pt x="26657" y="171783"/>
                    <a:pt x="27064" y="168039"/>
                    <a:pt x="27430" y="164254"/>
                  </a:cubicBezTo>
                  <a:cubicBezTo>
                    <a:pt x="28692" y="152167"/>
                    <a:pt x="29872" y="139795"/>
                    <a:pt x="29994" y="136417"/>
                  </a:cubicBezTo>
                  <a:cubicBezTo>
                    <a:pt x="30157" y="132999"/>
                    <a:pt x="30320" y="129092"/>
                    <a:pt x="31215" y="125388"/>
                  </a:cubicBezTo>
                  <a:cubicBezTo>
                    <a:pt x="32110" y="121725"/>
                    <a:pt x="33738" y="118266"/>
                    <a:pt x="36831" y="115824"/>
                  </a:cubicBezTo>
                  <a:cubicBezTo>
                    <a:pt x="41186" y="112406"/>
                    <a:pt x="46680" y="108539"/>
                    <a:pt x="49447" y="106627"/>
                  </a:cubicBezTo>
                  <a:lnTo>
                    <a:pt x="52662" y="101255"/>
                  </a:lnTo>
                  <a:cubicBezTo>
                    <a:pt x="52662" y="101255"/>
                    <a:pt x="52988" y="101173"/>
                    <a:pt x="53680" y="101173"/>
                  </a:cubicBezTo>
                  <a:cubicBezTo>
                    <a:pt x="54250" y="101173"/>
                    <a:pt x="55104" y="101255"/>
                    <a:pt x="56203" y="101458"/>
                  </a:cubicBezTo>
                  <a:cubicBezTo>
                    <a:pt x="56285" y="101295"/>
                    <a:pt x="56407" y="101173"/>
                    <a:pt x="56529" y="100970"/>
                  </a:cubicBezTo>
                  <a:cubicBezTo>
                    <a:pt x="57343" y="99790"/>
                    <a:pt x="58319" y="98162"/>
                    <a:pt x="58889" y="96290"/>
                  </a:cubicBezTo>
                  <a:cubicBezTo>
                    <a:pt x="59174" y="95435"/>
                    <a:pt x="59296" y="94418"/>
                    <a:pt x="59296" y="93359"/>
                  </a:cubicBezTo>
                  <a:cubicBezTo>
                    <a:pt x="59296" y="90551"/>
                    <a:pt x="58482" y="87621"/>
                    <a:pt x="58279" y="86929"/>
                  </a:cubicBezTo>
                  <a:cubicBezTo>
                    <a:pt x="58238" y="86848"/>
                    <a:pt x="58238" y="86807"/>
                    <a:pt x="58238" y="86807"/>
                  </a:cubicBezTo>
                  <a:lnTo>
                    <a:pt x="58238" y="86726"/>
                  </a:lnTo>
                  <a:cubicBezTo>
                    <a:pt x="58238" y="86726"/>
                    <a:pt x="58034" y="85423"/>
                    <a:pt x="58034" y="83551"/>
                  </a:cubicBezTo>
                  <a:cubicBezTo>
                    <a:pt x="58034" y="81354"/>
                    <a:pt x="58279" y="78383"/>
                    <a:pt x="59255" y="75534"/>
                  </a:cubicBezTo>
                  <a:cubicBezTo>
                    <a:pt x="60232" y="72726"/>
                    <a:pt x="61941" y="70081"/>
                    <a:pt x="64994" y="68656"/>
                  </a:cubicBezTo>
                  <a:cubicBezTo>
                    <a:pt x="68290" y="67110"/>
                    <a:pt x="72156" y="66540"/>
                    <a:pt x="75778" y="66540"/>
                  </a:cubicBezTo>
                  <a:cubicBezTo>
                    <a:pt x="80052" y="66540"/>
                    <a:pt x="83999" y="67354"/>
                    <a:pt x="86238" y="68290"/>
                  </a:cubicBezTo>
                  <a:cubicBezTo>
                    <a:pt x="87011" y="68575"/>
                    <a:pt x="87581" y="68900"/>
                    <a:pt x="87947" y="69267"/>
                  </a:cubicBezTo>
                  <a:cubicBezTo>
                    <a:pt x="89005" y="70325"/>
                    <a:pt x="89493" y="71871"/>
                    <a:pt x="89738" y="73133"/>
                  </a:cubicBezTo>
                  <a:cubicBezTo>
                    <a:pt x="89982" y="74313"/>
                    <a:pt x="90022" y="75290"/>
                    <a:pt x="90022" y="75412"/>
                  </a:cubicBezTo>
                  <a:cubicBezTo>
                    <a:pt x="90022" y="75493"/>
                    <a:pt x="90063" y="76226"/>
                    <a:pt x="90063" y="77203"/>
                  </a:cubicBezTo>
                  <a:cubicBezTo>
                    <a:pt x="90063" y="78017"/>
                    <a:pt x="90022" y="78953"/>
                    <a:pt x="89941" y="79889"/>
                  </a:cubicBezTo>
                  <a:cubicBezTo>
                    <a:pt x="89860" y="80865"/>
                    <a:pt x="89697" y="81761"/>
                    <a:pt x="89453" y="82493"/>
                  </a:cubicBezTo>
                  <a:cubicBezTo>
                    <a:pt x="89046" y="83633"/>
                    <a:pt x="88598" y="84528"/>
                    <a:pt x="88232" y="85301"/>
                  </a:cubicBezTo>
                  <a:cubicBezTo>
                    <a:pt x="87865" y="86075"/>
                    <a:pt x="87621" y="86685"/>
                    <a:pt x="87662" y="87092"/>
                  </a:cubicBezTo>
                  <a:cubicBezTo>
                    <a:pt x="87662" y="87255"/>
                    <a:pt x="87703" y="87499"/>
                    <a:pt x="87865" y="87784"/>
                  </a:cubicBezTo>
                  <a:cubicBezTo>
                    <a:pt x="88028" y="88028"/>
                    <a:pt x="88191" y="88354"/>
                    <a:pt x="88395" y="88679"/>
                  </a:cubicBezTo>
                  <a:lnTo>
                    <a:pt x="185701" y="88679"/>
                  </a:lnTo>
                  <a:lnTo>
                    <a:pt x="185701" y="167591"/>
                  </a:lnTo>
                  <a:lnTo>
                    <a:pt x="218300" y="167591"/>
                  </a:lnTo>
                  <a:cubicBezTo>
                    <a:pt x="218462" y="167591"/>
                    <a:pt x="218584" y="167713"/>
                    <a:pt x="218625" y="167835"/>
                  </a:cubicBezTo>
                  <a:cubicBezTo>
                    <a:pt x="218625" y="167876"/>
                    <a:pt x="218625" y="167917"/>
                    <a:pt x="218625" y="167957"/>
                  </a:cubicBezTo>
                  <a:lnTo>
                    <a:pt x="218625" y="169382"/>
                  </a:lnTo>
                  <a:cubicBezTo>
                    <a:pt x="218625" y="169504"/>
                    <a:pt x="218584" y="169585"/>
                    <a:pt x="218503" y="169667"/>
                  </a:cubicBezTo>
                  <a:lnTo>
                    <a:pt x="190829" y="190911"/>
                  </a:lnTo>
                  <a:cubicBezTo>
                    <a:pt x="190788" y="190992"/>
                    <a:pt x="190707" y="190992"/>
                    <a:pt x="190626" y="190992"/>
                  </a:cubicBezTo>
                  <a:lnTo>
                    <a:pt x="185701" y="190992"/>
                  </a:lnTo>
                  <a:lnTo>
                    <a:pt x="185701" y="193882"/>
                  </a:lnTo>
                  <a:cubicBezTo>
                    <a:pt x="213294" y="184684"/>
                    <a:pt x="230590" y="162423"/>
                    <a:pt x="230590" y="136132"/>
                  </a:cubicBezTo>
                  <a:cubicBezTo>
                    <a:pt x="230590" y="134545"/>
                    <a:pt x="230549" y="132999"/>
                    <a:pt x="230427" y="131411"/>
                  </a:cubicBezTo>
                  <a:cubicBezTo>
                    <a:pt x="227904" y="98854"/>
                    <a:pt x="197829" y="96005"/>
                    <a:pt x="174916" y="63528"/>
                  </a:cubicBezTo>
                  <a:cubicBezTo>
                    <a:pt x="151963" y="31093"/>
                    <a:pt x="150783" y="18965"/>
                    <a:pt x="113830" y="4233"/>
                  </a:cubicBezTo>
                  <a:cubicBezTo>
                    <a:pt x="106667" y="1343"/>
                    <a:pt x="99057" y="0"/>
                    <a:pt x="91365" y="0"/>
                  </a:cubicBezTo>
                  <a:close/>
                  <a:moveTo>
                    <a:pt x="176748" y="190992"/>
                  </a:moveTo>
                  <a:lnTo>
                    <a:pt x="176748" y="196323"/>
                  </a:lnTo>
                  <a:cubicBezTo>
                    <a:pt x="179597" y="195713"/>
                    <a:pt x="182364" y="194980"/>
                    <a:pt x="185009" y="194126"/>
                  </a:cubicBezTo>
                  <a:lnTo>
                    <a:pt x="185009" y="190992"/>
                  </a:lnTo>
                  <a:close/>
                  <a:moveTo>
                    <a:pt x="75697" y="190992"/>
                  </a:moveTo>
                  <a:cubicBezTo>
                    <a:pt x="75697" y="191643"/>
                    <a:pt x="75575" y="192172"/>
                    <a:pt x="75371" y="192620"/>
                  </a:cubicBezTo>
                  <a:cubicBezTo>
                    <a:pt x="75331" y="192701"/>
                    <a:pt x="75290" y="192783"/>
                    <a:pt x="75209" y="192905"/>
                  </a:cubicBezTo>
                  <a:lnTo>
                    <a:pt x="76226" y="197056"/>
                  </a:lnTo>
                  <a:cubicBezTo>
                    <a:pt x="76674" y="197137"/>
                    <a:pt x="77813" y="197259"/>
                    <a:pt x="79360" y="197422"/>
                  </a:cubicBezTo>
                  <a:lnTo>
                    <a:pt x="79360" y="190992"/>
                  </a:lnTo>
                  <a:close/>
                  <a:moveTo>
                    <a:pt x="80052" y="190992"/>
                  </a:moveTo>
                  <a:lnTo>
                    <a:pt x="80052" y="197504"/>
                  </a:lnTo>
                  <a:cubicBezTo>
                    <a:pt x="81679" y="197707"/>
                    <a:pt x="83714" y="197951"/>
                    <a:pt x="85953" y="198236"/>
                  </a:cubicBezTo>
                  <a:cubicBezTo>
                    <a:pt x="85179" y="196730"/>
                    <a:pt x="83836" y="194166"/>
                    <a:pt x="82209" y="190992"/>
                  </a:cubicBezTo>
                  <a:close/>
                  <a:moveTo>
                    <a:pt x="110656" y="190992"/>
                  </a:moveTo>
                  <a:cubicBezTo>
                    <a:pt x="106749" y="193800"/>
                    <a:pt x="101784" y="197300"/>
                    <a:pt x="98121" y="199783"/>
                  </a:cubicBezTo>
                  <a:cubicBezTo>
                    <a:pt x="104144" y="200597"/>
                    <a:pt x="109679" y="201411"/>
                    <a:pt x="112162" y="202021"/>
                  </a:cubicBezTo>
                  <a:cubicBezTo>
                    <a:pt x="114074" y="202469"/>
                    <a:pt x="115824" y="203242"/>
                    <a:pt x="117412" y="204097"/>
                  </a:cubicBezTo>
                  <a:cubicBezTo>
                    <a:pt x="136336" y="203120"/>
                    <a:pt x="155056" y="199905"/>
                    <a:pt x="171986" y="197219"/>
                  </a:cubicBezTo>
                  <a:cubicBezTo>
                    <a:pt x="173370" y="197015"/>
                    <a:pt x="174713" y="196771"/>
                    <a:pt x="176056" y="196486"/>
                  </a:cubicBezTo>
                  <a:lnTo>
                    <a:pt x="176056" y="190992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8" name="Google Shape;1968;p35"/>
            <p:cNvSpPr/>
            <p:nvPr/>
          </p:nvSpPr>
          <p:spPr>
            <a:xfrm>
              <a:off x="6155150" y="3211050"/>
              <a:ext cx="888225" cy="2247525"/>
            </a:xfrm>
            <a:custGeom>
              <a:rect b="b" l="l" r="r" t="t"/>
              <a:pathLst>
                <a:path extrusionOk="0" h="89901" w="35529">
                  <a:moveTo>
                    <a:pt x="7122" y="6430"/>
                  </a:moveTo>
                  <a:cubicBezTo>
                    <a:pt x="8221" y="11843"/>
                    <a:pt x="12698" y="13959"/>
                    <a:pt x="12779" y="13959"/>
                  </a:cubicBezTo>
                  <a:lnTo>
                    <a:pt x="12576" y="14407"/>
                  </a:lnTo>
                  <a:cubicBezTo>
                    <a:pt x="12535" y="14366"/>
                    <a:pt x="7814" y="12169"/>
                    <a:pt x="6675" y="6512"/>
                  </a:cubicBezTo>
                  <a:lnTo>
                    <a:pt x="7122" y="6430"/>
                  </a:lnTo>
                  <a:close/>
                  <a:moveTo>
                    <a:pt x="18314" y="31785"/>
                  </a:moveTo>
                  <a:lnTo>
                    <a:pt x="18314" y="31785"/>
                  </a:lnTo>
                  <a:cubicBezTo>
                    <a:pt x="18311" y="31785"/>
                    <a:pt x="18308" y="31785"/>
                    <a:pt x="18306" y="31785"/>
                  </a:cubicBezTo>
                  <a:lnTo>
                    <a:pt x="18306" y="31785"/>
                  </a:lnTo>
                  <a:cubicBezTo>
                    <a:pt x="18309" y="31787"/>
                    <a:pt x="18312" y="31788"/>
                    <a:pt x="18315" y="31789"/>
                  </a:cubicBezTo>
                  <a:lnTo>
                    <a:pt x="18315" y="31789"/>
                  </a:lnTo>
                  <a:cubicBezTo>
                    <a:pt x="18315" y="31788"/>
                    <a:pt x="18314" y="31786"/>
                    <a:pt x="18314" y="31785"/>
                  </a:cubicBezTo>
                  <a:close/>
                  <a:moveTo>
                    <a:pt x="6919" y="39599"/>
                  </a:moveTo>
                  <a:cubicBezTo>
                    <a:pt x="10012" y="45622"/>
                    <a:pt x="17012" y="48267"/>
                    <a:pt x="17093" y="48267"/>
                  </a:cubicBezTo>
                  <a:lnTo>
                    <a:pt x="16930" y="48715"/>
                  </a:lnTo>
                  <a:cubicBezTo>
                    <a:pt x="16849" y="48674"/>
                    <a:pt x="9686" y="45988"/>
                    <a:pt x="6512" y="39843"/>
                  </a:cubicBezTo>
                  <a:lnTo>
                    <a:pt x="6919" y="39599"/>
                  </a:lnTo>
                  <a:close/>
                  <a:moveTo>
                    <a:pt x="31052" y="0"/>
                  </a:moveTo>
                  <a:cubicBezTo>
                    <a:pt x="31052" y="0"/>
                    <a:pt x="29913" y="2930"/>
                    <a:pt x="27878" y="6512"/>
                  </a:cubicBezTo>
                  <a:cubicBezTo>
                    <a:pt x="25843" y="10134"/>
                    <a:pt x="19535" y="15750"/>
                    <a:pt x="18395" y="21855"/>
                  </a:cubicBezTo>
                  <a:cubicBezTo>
                    <a:pt x="18110" y="23564"/>
                    <a:pt x="17988" y="25110"/>
                    <a:pt x="17988" y="26453"/>
                  </a:cubicBezTo>
                  <a:cubicBezTo>
                    <a:pt x="16930" y="22913"/>
                    <a:pt x="15628" y="19576"/>
                    <a:pt x="14326" y="16483"/>
                  </a:cubicBezTo>
                  <a:cubicBezTo>
                    <a:pt x="13959" y="15669"/>
                    <a:pt x="13674" y="14733"/>
                    <a:pt x="13430" y="13797"/>
                  </a:cubicBezTo>
                  <a:lnTo>
                    <a:pt x="13227" y="13675"/>
                  </a:lnTo>
                  <a:cubicBezTo>
                    <a:pt x="13268" y="13634"/>
                    <a:pt x="17337" y="6756"/>
                    <a:pt x="17337" y="4803"/>
                  </a:cubicBezTo>
                  <a:lnTo>
                    <a:pt x="17785" y="4803"/>
                  </a:lnTo>
                  <a:cubicBezTo>
                    <a:pt x="17785" y="6634"/>
                    <a:pt x="14692" y="12087"/>
                    <a:pt x="13837" y="13552"/>
                  </a:cubicBezTo>
                  <a:cubicBezTo>
                    <a:pt x="15262" y="12698"/>
                    <a:pt x="17581" y="10948"/>
                    <a:pt x="18436" y="8262"/>
                  </a:cubicBezTo>
                  <a:cubicBezTo>
                    <a:pt x="19738" y="4233"/>
                    <a:pt x="17826" y="570"/>
                    <a:pt x="17826" y="570"/>
                  </a:cubicBezTo>
                  <a:cubicBezTo>
                    <a:pt x="17826" y="570"/>
                    <a:pt x="14366" y="5617"/>
                    <a:pt x="13430" y="8832"/>
                  </a:cubicBezTo>
                  <a:cubicBezTo>
                    <a:pt x="12861" y="10866"/>
                    <a:pt x="12698" y="12454"/>
                    <a:pt x="12657" y="13349"/>
                  </a:cubicBezTo>
                  <a:cubicBezTo>
                    <a:pt x="12006" y="11680"/>
                    <a:pt x="10988" y="9401"/>
                    <a:pt x="9849" y="7896"/>
                  </a:cubicBezTo>
                  <a:cubicBezTo>
                    <a:pt x="7814" y="5169"/>
                    <a:pt x="6471" y="1140"/>
                    <a:pt x="6471" y="1140"/>
                  </a:cubicBezTo>
                  <a:cubicBezTo>
                    <a:pt x="6471" y="1140"/>
                    <a:pt x="3989" y="5413"/>
                    <a:pt x="5779" y="9890"/>
                  </a:cubicBezTo>
                  <a:cubicBezTo>
                    <a:pt x="7285" y="13593"/>
                    <a:pt x="11477" y="15018"/>
                    <a:pt x="12942" y="15425"/>
                  </a:cubicBezTo>
                  <a:cubicBezTo>
                    <a:pt x="13105" y="15913"/>
                    <a:pt x="13308" y="16401"/>
                    <a:pt x="13471" y="16849"/>
                  </a:cubicBezTo>
                  <a:cubicBezTo>
                    <a:pt x="15262" y="21041"/>
                    <a:pt x="17052" y="25762"/>
                    <a:pt x="18110" y="30727"/>
                  </a:cubicBezTo>
                  <a:cubicBezTo>
                    <a:pt x="17052" y="29302"/>
                    <a:pt x="15058" y="26860"/>
                    <a:pt x="13186" y="25477"/>
                  </a:cubicBezTo>
                  <a:cubicBezTo>
                    <a:pt x="10460" y="23483"/>
                    <a:pt x="8018" y="19983"/>
                    <a:pt x="8018" y="19983"/>
                  </a:cubicBezTo>
                  <a:lnTo>
                    <a:pt x="8018" y="19983"/>
                  </a:lnTo>
                  <a:cubicBezTo>
                    <a:pt x="8017" y="19983"/>
                    <a:pt x="6878" y="24826"/>
                    <a:pt x="9890" y="28610"/>
                  </a:cubicBezTo>
                  <a:cubicBezTo>
                    <a:pt x="12110" y="31377"/>
                    <a:pt x="15862" y="31799"/>
                    <a:pt x="17735" y="31799"/>
                  </a:cubicBezTo>
                  <a:cubicBezTo>
                    <a:pt x="17952" y="31799"/>
                    <a:pt x="18144" y="31794"/>
                    <a:pt x="18306" y="31785"/>
                  </a:cubicBezTo>
                  <a:lnTo>
                    <a:pt x="18306" y="31785"/>
                  </a:lnTo>
                  <a:cubicBezTo>
                    <a:pt x="16823" y="31118"/>
                    <a:pt x="12173" y="28894"/>
                    <a:pt x="10093" y="25843"/>
                  </a:cubicBezTo>
                  <a:lnTo>
                    <a:pt x="10459" y="25599"/>
                  </a:lnTo>
                  <a:cubicBezTo>
                    <a:pt x="12616" y="28692"/>
                    <a:pt x="17785" y="31052"/>
                    <a:pt x="18762" y="31500"/>
                  </a:cubicBezTo>
                  <a:cubicBezTo>
                    <a:pt x="19535" y="30279"/>
                    <a:pt x="24419" y="22750"/>
                    <a:pt x="26128" y="17988"/>
                  </a:cubicBezTo>
                  <a:lnTo>
                    <a:pt x="26575" y="18151"/>
                  </a:lnTo>
                  <a:cubicBezTo>
                    <a:pt x="24703" y="23320"/>
                    <a:pt x="19128" y="31826"/>
                    <a:pt x="19047" y="31907"/>
                  </a:cubicBezTo>
                  <a:lnTo>
                    <a:pt x="18965" y="32070"/>
                  </a:lnTo>
                  <a:lnTo>
                    <a:pt x="18762" y="31988"/>
                  </a:lnTo>
                  <a:cubicBezTo>
                    <a:pt x="18726" y="31970"/>
                    <a:pt x="18567" y="31903"/>
                    <a:pt x="18315" y="31789"/>
                  </a:cubicBezTo>
                  <a:lnTo>
                    <a:pt x="18315" y="31789"/>
                  </a:lnTo>
                  <a:cubicBezTo>
                    <a:pt x="19372" y="37241"/>
                    <a:pt x="19494" y="42937"/>
                    <a:pt x="17704" y="48471"/>
                  </a:cubicBezTo>
                  <a:cubicBezTo>
                    <a:pt x="17581" y="47372"/>
                    <a:pt x="16971" y="44482"/>
                    <a:pt x="13430" y="41227"/>
                  </a:cubicBezTo>
                  <a:cubicBezTo>
                    <a:pt x="8954" y="37116"/>
                    <a:pt x="1" y="23972"/>
                    <a:pt x="0" y="23971"/>
                  </a:cubicBezTo>
                  <a:lnTo>
                    <a:pt x="0" y="23971"/>
                  </a:lnTo>
                  <a:cubicBezTo>
                    <a:pt x="0" y="23972"/>
                    <a:pt x="733" y="39477"/>
                    <a:pt x="5006" y="44604"/>
                  </a:cubicBezTo>
                  <a:cubicBezTo>
                    <a:pt x="8275" y="48486"/>
                    <a:pt x="14023" y="48949"/>
                    <a:pt x="16528" y="48949"/>
                  </a:cubicBezTo>
                  <a:cubicBezTo>
                    <a:pt x="17017" y="48949"/>
                    <a:pt x="17382" y="48932"/>
                    <a:pt x="17581" y="48918"/>
                  </a:cubicBezTo>
                  <a:lnTo>
                    <a:pt x="17581" y="48918"/>
                  </a:lnTo>
                  <a:cubicBezTo>
                    <a:pt x="17500" y="49163"/>
                    <a:pt x="17419" y="49407"/>
                    <a:pt x="17297" y="49651"/>
                  </a:cubicBezTo>
                  <a:cubicBezTo>
                    <a:pt x="14488" y="57221"/>
                    <a:pt x="13878" y="62552"/>
                    <a:pt x="13837" y="65360"/>
                  </a:cubicBezTo>
                  <a:lnTo>
                    <a:pt x="8506" y="65360"/>
                  </a:lnTo>
                  <a:lnTo>
                    <a:pt x="8506" y="89900"/>
                  </a:lnTo>
                  <a:lnTo>
                    <a:pt x="23157" y="89900"/>
                  </a:lnTo>
                  <a:lnTo>
                    <a:pt x="23157" y="65360"/>
                  </a:lnTo>
                  <a:lnTo>
                    <a:pt x="14733" y="65360"/>
                  </a:lnTo>
                  <a:cubicBezTo>
                    <a:pt x="14773" y="64180"/>
                    <a:pt x="14895" y="62593"/>
                    <a:pt x="15262" y="60558"/>
                  </a:cubicBezTo>
                  <a:lnTo>
                    <a:pt x="15262" y="60558"/>
                  </a:lnTo>
                  <a:cubicBezTo>
                    <a:pt x="15140" y="60598"/>
                    <a:pt x="15099" y="60598"/>
                    <a:pt x="15099" y="60598"/>
                  </a:cubicBezTo>
                  <a:lnTo>
                    <a:pt x="14977" y="60151"/>
                  </a:lnTo>
                  <a:cubicBezTo>
                    <a:pt x="15058" y="60151"/>
                    <a:pt x="24256" y="57546"/>
                    <a:pt x="30645" y="50953"/>
                  </a:cubicBezTo>
                  <a:lnTo>
                    <a:pt x="30971" y="51279"/>
                  </a:lnTo>
                  <a:cubicBezTo>
                    <a:pt x="25802" y="56610"/>
                    <a:pt x="18884" y="59337"/>
                    <a:pt x="16198" y="60273"/>
                  </a:cubicBezTo>
                  <a:cubicBezTo>
                    <a:pt x="18843" y="59907"/>
                    <a:pt x="25314" y="58971"/>
                    <a:pt x="28325" y="57017"/>
                  </a:cubicBezTo>
                  <a:cubicBezTo>
                    <a:pt x="32151" y="54535"/>
                    <a:pt x="35529" y="47087"/>
                    <a:pt x="35529" y="47087"/>
                  </a:cubicBezTo>
                  <a:lnTo>
                    <a:pt x="35529" y="47087"/>
                  </a:lnTo>
                  <a:cubicBezTo>
                    <a:pt x="35528" y="47087"/>
                    <a:pt x="23157" y="49814"/>
                    <a:pt x="19535" y="54290"/>
                  </a:cubicBezTo>
                  <a:cubicBezTo>
                    <a:pt x="17093" y="57383"/>
                    <a:pt x="15872" y="59093"/>
                    <a:pt x="15384" y="59866"/>
                  </a:cubicBezTo>
                  <a:cubicBezTo>
                    <a:pt x="15872" y="57180"/>
                    <a:pt x="16686" y="53883"/>
                    <a:pt x="18151" y="49976"/>
                  </a:cubicBezTo>
                  <a:cubicBezTo>
                    <a:pt x="19128" y="47413"/>
                    <a:pt x="19657" y="44808"/>
                    <a:pt x="19860" y="42203"/>
                  </a:cubicBezTo>
                  <a:lnTo>
                    <a:pt x="19860" y="42203"/>
                  </a:lnTo>
                  <a:cubicBezTo>
                    <a:pt x="19738" y="42285"/>
                    <a:pt x="19657" y="42325"/>
                    <a:pt x="19657" y="42325"/>
                  </a:cubicBezTo>
                  <a:lnTo>
                    <a:pt x="19453" y="41918"/>
                  </a:lnTo>
                  <a:cubicBezTo>
                    <a:pt x="19535" y="41878"/>
                    <a:pt x="27878" y="37442"/>
                    <a:pt x="30238" y="33250"/>
                  </a:cubicBezTo>
                  <a:lnTo>
                    <a:pt x="30645" y="33494"/>
                  </a:lnTo>
                  <a:cubicBezTo>
                    <a:pt x="28529" y="37279"/>
                    <a:pt x="21895" y="41104"/>
                    <a:pt x="20105" y="42081"/>
                  </a:cubicBezTo>
                  <a:cubicBezTo>
                    <a:pt x="21814" y="41918"/>
                    <a:pt x="27186" y="41104"/>
                    <a:pt x="30360" y="37157"/>
                  </a:cubicBezTo>
                  <a:cubicBezTo>
                    <a:pt x="34186" y="32436"/>
                    <a:pt x="33494" y="26576"/>
                    <a:pt x="33494" y="26576"/>
                  </a:cubicBezTo>
                  <a:lnTo>
                    <a:pt x="33494" y="26576"/>
                  </a:lnTo>
                  <a:cubicBezTo>
                    <a:pt x="33493" y="26576"/>
                    <a:pt x="26290" y="31541"/>
                    <a:pt x="23360" y="35366"/>
                  </a:cubicBezTo>
                  <a:cubicBezTo>
                    <a:pt x="21488" y="37808"/>
                    <a:pt x="20471" y="39884"/>
                    <a:pt x="19942" y="41064"/>
                  </a:cubicBezTo>
                  <a:cubicBezTo>
                    <a:pt x="20105" y="37930"/>
                    <a:pt x="19820" y="34796"/>
                    <a:pt x="19250" y="31744"/>
                  </a:cubicBezTo>
                  <a:cubicBezTo>
                    <a:pt x="21651" y="29872"/>
                    <a:pt x="30523" y="22587"/>
                    <a:pt x="31500" y="17134"/>
                  </a:cubicBezTo>
                  <a:cubicBezTo>
                    <a:pt x="32599" y="10826"/>
                    <a:pt x="31052" y="0"/>
                    <a:pt x="310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9" name="Google Shape;1969;p35"/>
            <p:cNvSpPr/>
            <p:nvPr/>
          </p:nvSpPr>
          <p:spPr>
            <a:xfrm>
              <a:off x="2992975" y="2455100"/>
              <a:ext cx="2658575" cy="3012625"/>
            </a:xfrm>
            <a:custGeom>
              <a:rect b="b" l="l" r="r" t="t"/>
              <a:pathLst>
                <a:path extrusionOk="0" h="120505" w="106343">
                  <a:moveTo>
                    <a:pt x="105650" y="692"/>
                  </a:moveTo>
                  <a:lnTo>
                    <a:pt x="105650" y="119813"/>
                  </a:lnTo>
                  <a:lnTo>
                    <a:pt x="693" y="119813"/>
                  </a:lnTo>
                  <a:lnTo>
                    <a:pt x="693" y="692"/>
                  </a:lnTo>
                  <a:close/>
                  <a:moveTo>
                    <a:pt x="1" y="0"/>
                  </a:moveTo>
                  <a:lnTo>
                    <a:pt x="1" y="367"/>
                  </a:lnTo>
                  <a:lnTo>
                    <a:pt x="1" y="120505"/>
                  </a:lnTo>
                  <a:lnTo>
                    <a:pt x="106342" y="120505"/>
                  </a:lnTo>
                  <a:lnTo>
                    <a:pt x="10634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0" name="Google Shape;1970;p35"/>
            <p:cNvSpPr/>
            <p:nvPr/>
          </p:nvSpPr>
          <p:spPr>
            <a:xfrm>
              <a:off x="2992975" y="2709450"/>
              <a:ext cx="2434725" cy="2758275"/>
            </a:xfrm>
            <a:custGeom>
              <a:rect b="b" l="l" r="r" t="t"/>
              <a:pathLst>
                <a:path extrusionOk="0" h="110331" w="97389">
                  <a:moveTo>
                    <a:pt x="96697" y="692"/>
                  </a:moveTo>
                  <a:lnTo>
                    <a:pt x="96697" y="109639"/>
                  </a:lnTo>
                  <a:lnTo>
                    <a:pt x="693" y="109639"/>
                  </a:lnTo>
                  <a:lnTo>
                    <a:pt x="693" y="692"/>
                  </a:lnTo>
                  <a:close/>
                  <a:moveTo>
                    <a:pt x="1" y="1"/>
                  </a:moveTo>
                  <a:lnTo>
                    <a:pt x="1" y="326"/>
                  </a:lnTo>
                  <a:lnTo>
                    <a:pt x="1" y="110331"/>
                  </a:lnTo>
                  <a:lnTo>
                    <a:pt x="97389" y="110331"/>
                  </a:lnTo>
                  <a:lnTo>
                    <a:pt x="9738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1" name="Google Shape;1971;p35"/>
            <p:cNvSpPr/>
            <p:nvPr/>
          </p:nvSpPr>
          <p:spPr>
            <a:xfrm>
              <a:off x="5418525" y="2464250"/>
              <a:ext cx="224875" cy="2994325"/>
            </a:xfrm>
            <a:custGeom>
              <a:rect b="b" l="l" r="r" t="t"/>
              <a:pathLst>
                <a:path extrusionOk="0" h="119773" w="8995">
                  <a:moveTo>
                    <a:pt x="8995" y="1"/>
                  </a:moveTo>
                  <a:lnTo>
                    <a:pt x="1" y="10134"/>
                  </a:lnTo>
                  <a:lnTo>
                    <a:pt x="1" y="119772"/>
                  </a:lnTo>
                  <a:lnTo>
                    <a:pt x="8995" y="119772"/>
                  </a:lnTo>
                  <a:lnTo>
                    <a:pt x="8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2" name="Google Shape;1972;p35"/>
            <p:cNvSpPr/>
            <p:nvPr/>
          </p:nvSpPr>
          <p:spPr>
            <a:xfrm>
              <a:off x="5533500" y="4907100"/>
              <a:ext cx="109900" cy="551475"/>
            </a:xfrm>
            <a:custGeom>
              <a:rect b="b" l="l" r="r" t="t"/>
              <a:pathLst>
                <a:path extrusionOk="0" h="22059" w="4396">
                  <a:moveTo>
                    <a:pt x="0" y="1"/>
                  </a:moveTo>
                  <a:lnTo>
                    <a:pt x="0" y="22058"/>
                  </a:lnTo>
                  <a:lnTo>
                    <a:pt x="4396" y="22058"/>
                  </a:lnTo>
                  <a:lnTo>
                    <a:pt x="439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3" name="Google Shape;1973;p35"/>
            <p:cNvSpPr/>
            <p:nvPr/>
          </p:nvSpPr>
          <p:spPr>
            <a:xfrm>
              <a:off x="5525350" y="4898950"/>
              <a:ext cx="126200" cy="568775"/>
            </a:xfrm>
            <a:custGeom>
              <a:rect b="b" l="l" r="r" t="t"/>
              <a:pathLst>
                <a:path extrusionOk="0" h="22751" w="5048">
                  <a:moveTo>
                    <a:pt x="4355" y="652"/>
                  </a:moveTo>
                  <a:lnTo>
                    <a:pt x="4355" y="22059"/>
                  </a:lnTo>
                  <a:lnTo>
                    <a:pt x="693" y="22059"/>
                  </a:lnTo>
                  <a:lnTo>
                    <a:pt x="693" y="652"/>
                  </a:lnTo>
                  <a:close/>
                  <a:moveTo>
                    <a:pt x="326" y="1"/>
                  </a:moveTo>
                  <a:cubicBezTo>
                    <a:pt x="245" y="1"/>
                    <a:pt x="164" y="1"/>
                    <a:pt x="123" y="82"/>
                  </a:cubicBezTo>
                  <a:cubicBezTo>
                    <a:pt x="41" y="164"/>
                    <a:pt x="1" y="245"/>
                    <a:pt x="1" y="327"/>
                  </a:cubicBezTo>
                  <a:lnTo>
                    <a:pt x="1" y="22384"/>
                  </a:lnTo>
                  <a:cubicBezTo>
                    <a:pt x="1" y="22466"/>
                    <a:pt x="41" y="22588"/>
                    <a:pt x="123" y="22629"/>
                  </a:cubicBezTo>
                  <a:cubicBezTo>
                    <a:pt x="164" y="22710"/>
                    <a:pt x="245" y="22751"/>
                    <a:pt x="326" y="22751"/>
                  </a:cubicBezTo>
                  <a:lnTo>
                    <a:pt x="4722" y="22751"/>
                  </a:lnTo>
                  <a:cubicBezTo>
                    <a:pt x="4803" y="22751"/>
                    <a:pt x="4884" y="22710"/>
                    <a:pt x="4966" y="22629"/>
                  </a:cubicBezTo>
                  <a:cubicBezTo>
                    <a:pt x="5007" y="22547"/>
                    <a:pt x="5047" y="22466"/>
                    <a:pt x="5047" y="22384"/>
                  </a:cubicBezTo>
                  <a:lnTo>
                    <a:pt x="5047" y="327"/>
                  </a:lnTo>
                  <a:cubicBezTo>
                    <a:pt x="5047" y="245"/>
                    <a:pt x="5007" y="164"/>
                    <a:pt x="4966" y="82"/>
                  </a:cubicBezTo>
                  <a:cubicBezTo>
                    <a:pt x="4884" y="1"/>
                    <a:pt x="4803" y="1"/>
                    <a:pt x="47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4" name="Google Shape;1974;p35"/>
            <p:cNvSpPr/>
            <p:nvPr/>
          </p:nvSpPr>
          <p:spPr>
            <a:xfrm>
              <a:off x="5643375" y="4524550"/>
              <a:ext cx="474150" cy="934025"/>
            </a:xfrm>
            <a:custGeom>
              <a:rect b="b" l="l" r="r" t="t"/>
              <a:pathLst>
                <a:path extrusionOk="0" h="37361" w="18966">
                  <a:moveTo>
                    <a:pt x="18965" y="0"/>
                  </a:moveTo>
                  <a:lnTo>
                    <a:pt x="1" y="15303"/>
                  </a:lnTo>
                  <a:lnTo>
                    <a:pt x="1" y="37360"/>
                  </a:lnTo>
                  <a:lnTo>
                    <a:pt x="18965" y="37360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5" name="Google Shape;1975;p35"/>
            <p:cNvSpPr/>
            <p:nvPr/>
          </p:nvSpPr>
          <p:spPr>
            <a:xfrm>
              <a:off x="5634225" y="4516325"/>
              <a:ext cx="491450" cy="951400"/>
            </a:xfrm>
            <a:custGeom>
              <a:rect b="b" l="l" r="r" t="t"/>
              <a:pathLst>
                <a:path extrusionOk="0" h="38056" w="19658">
                  <a:moveTo>
                    <a:pt x="19006" y="1062"/>
                  </a:moveTo>
                  <a:lnTo>
                    <a:pt x="19006" y="37364"/>
                  </a:lnTo>
                  <a:lnTo>
                    <a:pt x="692" y="37364"/>
                  </a:lnTo>
                  <a:lnTo>
                    <a:pt x="692" y="15794"/>
                  </a:lnTo>
                  <a:lnTo>
                    <a:pt x="19006" y="1062"/>
                  </a:lnTo>
                  <a:close/>
                  <a:moveTo>
                    <a:pt x="19343" y="0"/>
                  </a:moveTo>
                  <a:cubicBezTo>
                    <a:pt x="19260" y="0"/>
                    <a:pt x="19178" y="35"/>
                    <a:pt x="19128" y="85"/>
                  </a:cubicBezTo>
                  <a:lnTo>
                    <a:pt x="163" y="15347"/>
                  </a:lnTo>
                  <a:cubicBezTo>
                    <a:pt x="82" y="15428"/>
                    <a:pt x="0" y="15509"/>
                    <a:pt x="0" y="15632"/>
                  </a:cubicBezTo>
                  <a:lnTo>
                    <a:pt x="0" y="37689"/>
                  </a:lnTo>
                  <a:cubicBezTo>
                    <a:pt x="0" y="37771"/>
                    <a:pt x="41" y="37893"/>
                    <a:pt x="122" y="37934"/>
                  </a:cubicBezTo>
                  <a:cubicBezTo>
                    <a:pt x="163" y="38015"/>
                    <a:pt x="285" y="38056"/>
                    <a:pt x="367" y="38056"/>
                  </a:cubicBezTo>
                  <a:lnTo>
                    <a:pt x="19331" y="38056"/>
                  </a:lnTo>
                  <a:cubicBezTo>
                    <a:pt x="19413" y="38056"/>
                    <a:pt x="19494" y="38015"/>
                    <a:pt x="19576" y="37934"/>
                  </a:cubicBezTo>
                  <a:cubicBezTo>
                    <a:pt x="19616" y="37852"/>
                    <a:pt x="19657" y="37771"/>
                    <a:pt x="19657" y="37689"/>
                  </a:cubicBezTo>
                  <a:lnTo>
                    <a:pt x="19657" y="329"/>
                  </a:lnTo>
                  <a:cubicBezTo>
                    <a:pt x="19657" y="207"/>
                    <a:pt x="19576" y="85"/>
                    <a:pt x="19494" y="45"/>
                  </a:cubicBezTo>
                  <a:cubicBezTo>
                    <a:pt x="19448" y="13"/>
                    <a:pt x="19395" y="0"/>
                    <a:pt x="193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6" name="Google Shape;1976;p35"/>
            <p:cNvSpPr/>
            <p:nvPr/>
          </p:nvSpPr>
          <p:spPr>
            <a:xfrm>
              <a:off x="1820900" y="4907100"/>
              <a:ext cx="109900" cy="551475"/>
            </a:xfrm>
            <a:custGeom>
              <a:rect b="b" l="l" r="r" t="t"/>
              <a:pathLst>
                <a:path extrusionOk="0" h="22059" w="4396">
                  <a:moveTo>
                    <a:pt x="1" y="1"/>
                  </a:moveTo>
                  <a:lnTo>
                    <a:pt x="1" y="22058"/>
                  </a:lnTo>
                  <a:lnTo>
                    <a:pt x="4396" y="22058"/>
                  </a:lnTo>
                  <a:lnTo>
                    <a:pt x="439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7" name="Google Shape;1977;p35"/>
            <p:cNvSpPr/>
            <p:nvPr/>
          </p:nvSpPr>
          <p:spPr>
            <a:xfrm>
              <a:off x="1812775" y="4898950"/>
              <a:ext cx="126175" cy="568775"/>
            </a:xfrm>
            <a:custGeom>
              <a:rect b="b" l="l" r="r" t="t"/>
              <a:pathLst>
                <a:path extrusionOk="0" h="22751" w="5047">
                  <a:moveTo>
                    <a:pt x="4355" y="652"/>
                  </a:moveTo>
                  <a:lnTo>
                    <a:pt x="4355" y="22059"/>
                  </a:lnTo>
                  <a:lnTo>
                    <a:pt x="692" y="22059"/>
                  </a:lnTo>
                  <a:lnTo>
                    <a:pt x="692" y="652"/>
                  </a:lnTo>
                  <a:close/>
                  <a:moveTo>
                    <a:pt x="326" y="1"/>
                  </a:moveTo>
                  <a:cubicBezTo>
                    <a:pt x="244" y="1"/>
                    <a:pt x="163" y="1"/>
                    <a:pt x="82" y="82"/>
                  </a:cubicBezTo>
                  <a:cubicBezTo>
                    <a:pt x="41" y="164"/>
                    <a:pt x="0" y="245"/>
                    <a:pt x="0" y="327"/>
                  </a:cubicBezTo>
                  <a:lnTo>
                    <a:pt x="0" y="22384"/>
                  </a:lnTo>
                  <a:cubicBezTo>
                    <a:pt x="0" y="22466"/>
                    <a:pt x="41" y="22588"/>
                    <a:pt x="82" y="22629"/>
                  </a:cubicBezTo>
                  <a:cubicBezTo>
                    <a:pt x="163" y="22710"/>
                    <a:pt x="244" y="22751"/>
                    <a:pt x="326" y="22751"/>
                  </a:cubicBezTo>
                  <a:lnTo>
                    <a:pt x="4721" y="22751"/>
                  </a:lnTo>
                  <a:cubicBezTo>
                    <a:pt x="4802" y="22751"/>
                    <a:pt x="4884" y="22710"/>
                    <a:pt x="4924" y="22629"/>
                  </a:cubicBezTo>
                  <a:cubicBezTo>
                    <a:pt x="5006" y="22547"/>
                    <a:pt x="5047" y="22466"/>
                    <a:pt x="5047" y="22384"/>
                  </a:cubicBezTo>
                  <a:lnTo>
                    <a:pt x="5047" y="327"/>
                  </a:lnTo>
                  <a:cubicBezTo>
                    <a:pt x="5047" y="245"/>
                    <a:pt x="5006" y="164"/>
                    <a:pt x="4924" y="82"/>
                  </a:cubicBezTo>
                  <a:cubicBezTo>
                    <a:pt x="4884" y="1"/>
                    <a:pt x="4802" y="1"/>
                    <a:pt x="47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8" name="Google Shape;1978;p35"/>
            <p:cNvSpPr/>
            <p:nvPr/>
          </p:nvSpPr>
          <p:spPr>
            <a:xfrm>
              <a:off x="1930800" y="4524550"/>
              <a:ext cx="474125" cy="934025"/>
            </a:xfrm>
            <a:custGeom>
              <a:rect b="b" l="l" r="r" t="t"/>
              <a:pathLst>
                <a:path extrusionOk="0" h="37361" w="18965">
                  <a:moveTo>
                    <a:pt x="18965" y="0"/>
                  </a:moveTo>
                  <a:lnTo>
                    <a:pt x="0" y="15303"/>
                  </a:lnTo>
                  <a:lnTo>
                    <a:pt x="0" y="37360"/>
                  </a:lnTo>
                  <a:lnTo>
                    <a:pt x="18965" y="37360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9" name="Google Shape;1979;p35"/>
            <p:cNvSpPr/>
            <p:nvPr/>
          </p:nvSpPr>
          <p:spPr>
            <a:xfrm>
              <a:off x="1921625" y="4516325"/>
              <a:ext cx="491450" cy="951400"/>
            </a:xfrm>
            <a:custGeom>
              <a:rect b="b" l="l" r="r" t="t"/>
              <a:pathLst>
                <a:path extrusionOk="0" h="38056" w="19658">
                  <a:moveTo>
                    <a:pt x="18966" y="1062"/>
                  </a:moveTo>
                  <a:lnTo>
                    <a:pt x="18966" y="37364"/>
                  </a:lnTo>
                  <a:lnTo>
                    <a:pt x="693" y="37364"/>
                  </a:lnTo>
                  <a:lnTo>
                    <a:pt x="693" y="15794"/>
                  </a:lnTo>
                  <a:lnTo>
                    <a:pt x="18966" y="1062"/>
                  </a:lnTo>
                  <a:close/>
                  <a:moveTo>
                    <a:pt x="19314" y="0"/>
                  </a:moveTo>
                  <a:cubicBezTo>
                    <a:pt x="19239" y="0"/>
                    <a:pt x="19163" y="35"/>
                    <a:pt x="19088" y="85"/>
                  </a:cubicBezTo>
                  <a:lnTo>
                    <a:pt x="123" y="15347"/>
                  </a:lnTo>
                  <a:cubicBezTo>
                    <a:pt x="41" y="15428"/>
                    <a:pt x="1" y="15509"/>
                    <a:pt x="1" y="15632"/>
                  </a:cubicBezTo>
                  <a:lnTo>
                    <a:pt x="1" y="37689"/>
                  </a:lnTo>
                  <a:cubicBezTo>
                    <a:pt x="1" y="37771"/>
                    <a:pt x="41" y="37893"/>
                    <a:pt x="123" y="37934"/>
                  </a:cubicBezTo>
                  <a:cubicBezTo>
                    <a:pt x="164" y="38015"/>
                    <a:pt x="245" y="38056"/>
                    <a:pt x="367" y="38056"/>
                  </a:cubicBezTo>
                  <a:lnTo>
                    <a:pt x="19332" y="38056"/>
                  </a:lnTo>
                  <a:cubicBezTo>
                    <a:pt x="19413" y="38056"/>
                    <a:pt x="19495" y="38015"/>
                    <a:pt x="19576" y="37934"/>
                  </a:cubicBezTo>
                  <a:cubicBezTo>
                    <a:pt x="19617" y="37852"/>
                    <a:pt x="19657" y="37771"/>
                    <a:pt x="19657" y="37689"/>
                  </a:cubicBezTo>
                  <a:lnTo>
                    <a:pt x="19657" y="329"/>
                  </a:lnTo>
                  <a:cubicBezTo>
                    <a:pt x="19657" y="207"/>
                    <a:pt x="19576" y="85"/>
                    <a:pt x="19454" y="45"/>
                  </a:cubicBezTo>
                  <a:cubicBezTo>
                    <a:pt x="19407" y="13"/>
                    <a:pt x="19361" y="0"/>
                    <a:pt x="193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0" name="Google Shape;1980;p35"/>
            <p:cNvSpPr/>
            <p:nvPr/>
          </p:nvSpPr>
          <p:spPr>
            <a:xfrm>
              <a:off x="1398675" y="4437050"/>
              <a:ext cx="5067825" cy="567750"/>
            </a:xfrm>
            <a:custGeom>
              <a:rect b="b" l="l" r="r" t="t"/>
              <a:pathLst>
                <a:path extrusionOk="0" h="22710" w="202713">
                  <a:moveTo>
                    <a:pt x="202713" y="0"/>
                  </a:moveTo>
                  <a:lnTo>
                    <a:pt x="0" y="21285"/>
                  </a:lnTo>
                  <a:lnTo>
                    <a:pt x="82" y="22709"/>
                  </a:lnTo>
                  <a:lnTo>
                    <a:pt x="175039" y="22709"/>
                  </a:lnTo>
                  <a:lnTo>
                    <a:pt x="202713" y="1425"/>
                  </a:lnTo>
                  <a:lnTo>
                    <a:pt x="20271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1" name="Google Shape;1981;p35"/>
            <p:cNvSpPr/>
            <p:nvPr/>
          </p:nvSpPr>
          <p:spPr>
            <a:xfrm>
              <a:off x="1390525" y="4428500"/>
              <a:ext cx="5084125" cy="584450"/>
            </a:xfrm>
            <a:custGeom>
              <a:rect b="b" l="l" r="r" t="t"/>
              <a:pathLst>
                <a:path extrusionOk="0" h="23378" w="203365">
                  <a:moveTo>
                    <a:pt x="202713" y="709"/>
                  </a:moveTo>
                  <a:lnTo>
                    <a:pt x="202713" y="1604"/>
                  </a:lnTo>
                  <a:lnTo>
                    <a:pt x="175214" y="22726"/>
                  </a:lnTo>
                  <a:lnTo>
                    <a:pt x="733" y="22726"/>
                  </a:lnTo>
                  <a:lnTo>
                    <a:pt x="693" y="21912"/>
                  </a:lnTo>
                  <a:lnTo>
                    <a:pt x="202713" y="709"/>
                  </a:lnTo>
                  <a:close/>
                  <a:moveTo>
                    <a:pt x="203071" y="1"/>
                  </a:moveTo>
                  <a:cubicBezTo>
                    <a:pt x="203044" y="1"/>
                    <a:pt x="203020" y="6"/>
                    <a:pt x="202998" y="17"/>
                  </a:cubicBezTo>
                  <a:lnTo>
                    <a:pt x="286" y="21261"/>
                  </a:lnTo>
                  <a:cubicBezTo>
                    <a:pt x="123" y="21302"/>
                    <a:pt x="1" y="21464"/>
                    <a:pt x="1" y="21627"/>
                  </a:cubicBezTo>
                  <a:lnTo>
                    <a:pt x="82" y="23051"/>
                  </a:lnTo>
                  <a:cubicBezTo>
                    <a:pt x="82" y="23255"/>
                    <a:pt x="204" y="23377"/>
                    <a:pt x="408" y="23377"/>
                  </a:cubicBezTo>
                  <a:lnTo>
                    <a:pt x="175365" y="23377"/>
                  </a:lnTo>
                  <a:cubicBezTo>
                    <a:pt x="175446" y="23377"/>
                    <a:pt x="175527" y="23377"/>
                    <a:pt x="175568" y="23296"/>
                  </a:cubicBezTo>
                  <a:lnTo>
                    <a:pt x="203242" y="2052"/>
                  </a:lnTo>
                  <a:cubicBezTo>
                    <a:pt x="203323" y="1970"/>
                    <a:pt x="203364" y="1889"/>
                    <a:pt x="203364" y="1767"/>
                  </a:cubicBezTo>
                  <a:lnTo>
                    <a:pt x="203364" y="342"/>
                  </a:lnTo>
                  <a:cubicBezTo>
                    <a:pt x="203364" y="220"/>
                    <a:pt x="203323" y="139"/>
                    <a:pt x="203283" y="98"/>
                  </a:cubicBezTo>
                  <a:cubicBezTo>
                    <a:pt x="203223" y="39"/>
                    <a:pt x="203142" y="1"/>
                    <a:pt x="2030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2" name="Google Shape;1982;p35"/>
            <p:cNvSpPr/>
            <p:nvPr/>
          </p:nvSpPr>
          <p:spPr>
            <a:xfrm>
              <a:off x="1400700" y="4437050"/>
              <a:ext cx="5065800" cy="531125"/>
            </a:xfrm>
            <a:custGeom>
              <a:rect b="b" l="l" r="r" t="t"/>
              <a:pathLst>
                <a:path extrusionOk="0" h="21245" w="202632">
                  <a:moveTo>
                    <a:pt x="44157" y="0"/>
                  </a:moveTo>
                  <a:lnTo>
                    <a:pt x="1" y="21244"/>
                  </a:lnTo>
                  <a:lnTo>
                    <a:pt x="174958" y="21244"/>
                  </a:lnTo>
                  <a:lnTo>
                    <a:pt x="20263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3" name="Google Shape;1983;p35"/>
            <p:cNvSpPr/>
            <p:nvPr/>
          </p:nvSpPr>
          <p:spPr>
            <a:xfrm>
              <a:off x="1391550" y="4427900"/>
              <a:ext cx="5084100" cy="549425"/>
            </a:xfrm>
            <a:custGeom>
              <a:rect b="b" l="l" r="r" t="t"/>
              <a:pathLst>
                <a:path extrusionOk="0" h="21977" w="203364">
                  <a:moveTo>
                    <a:pt x="201980" y="692"/>
                  </a:moveTo>
                  <a:lnTo>
                    <a:pt x="175226" y="21285"/>
                  </a:lnTo>
                  <a:lnTo>
                    <a:pt x="1832" y="21285"/>
                  </a:lnTo>
                  <a:lnTo>
                    <a:pt x="44564" y="692"/>
                  </a:lnTo>
                  <a:close/>
                  <a:moveTo>
                    <a:pt x="44523" y="0"/>
                  </a:moveTo>
                  <a:lnTo>
                    <a:pt x="44360" y="41"/>
                  </a:lnTo>
                  <a:lnTo>
                    <a:pt x="204" y="21326"/>
                  </a:lnTo>
                  <a:cubicBezTo>
                    <a:pt x="82" y="21407"/>
                    <a:pt x="1" y="21570"/>
                    <a:pt x="41" y="21692"/>
                  </a:cubicBezTo>
                  <a:cubicBezTo>
                    <a:pt x="82" y="21855"/>
                    <a:pt x="204" y="21977"/>
                    <a:pt x="367" y="21977"/>
                  </a:cubicBezTo>
                  <a:lnTo>
                    <a:pt x="175324" y="21977"/>
                  </a:lnTo>
                  <a:cubicBezTo>
                    <a:pt x="175405" y="21977"/>
                    <a:pt x="175486" y="21936"/>
                    <a:pt x="175527" y="21895"/>
                  </a:cubicBezTo>
                  <a:lnTo>
                    <a:pt x="203201" y="611"/>
                  </a:lnTo>
                  <a:cubicBezTo>
                    <a:pt x="203323" y="529"/>
                    <a:pt x="203364" y="407"/>
                    <a:pt x="203323" y="244"/>
                  </a:cubicBezTo>
                  <a:cubicBezTo>
                    <a:pt x="203282" y="122"/>
                    <a:pt x="203160" y="0"/>
                    <a:pt x="2029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4" name="Google Shape;1984;p35"/>
            <p:cNvSpPr/>
            <p:nvPr/>
          </p:nvSpPr>
          <p:spPr>
            <a:xfrm>
              <a:off x="5056325" y="4664950"/>
              <a:ext cx="755975" cy="213700"/>
            </a:xfrm>
            <a:custGeom>
              <a:rect b="b" l="l" r="r" t="t"/>
              <a:pathLst>
                <a:path extrusionOk="0" h="8548" w="30239">
                  <a:moveTo>
                    <a:pt x="10704" y="1"/>
                  </a:moveTo>
                  <a:lnTo>
                    <a:pt x="0" y="8547"/>
                  </a:lnTo>
                  <a:lnTo>
                    <a:pt x="18558" y="8547"/>
                  </a:lnTo>
                  <a:lnTo>
                    <a:pt x="30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5" name="Google Shape;1985;p35"/>
            <p:cNvSpPr/>
            <p:nvPr/>
          </p:nvSpPr>
          <p:spPr>
            <a:xfrm>
              <a:off x="5047175" y="4656825"/>
              <a:ext cx="774275" cy="230975"/>
            </a:xfrm>
            <a:custGeom>
              <a:rect b="b" l="l" r="r" t="t"/>
              <a:pathLst>
                <a:path extrusionOk="0" h="9239" w="30971">
                  <a:moveTo>
                    <a:pt x="29546" y="651"/>
                  </a:moveTo>
                  <a:lnTo>
                    <a:pt x="18831" y="8546"/>
                  </a:lnTo>
                  <a:lnTo>
                    <a:pt x="1343" y="8546"/>
                  </a:lnTo>
                  <a:lnTo>
                    <a:pt x="11192" y="651"/>
                  </a:lnTo>
                  <a:close/>
                  <a:moveTo>
                    <a:pt x="11070" y="0"/>
                  </a:moveTo>
                  <a:cubicBezTo>
                    <a:pt x="10988" y="0"/>
                    <a:pt x="10907" y="0"/>
                    <a:pt x="10866" y="41"/>
                  </a:cubicBezTo>
                  <a:lnTo>
                    <a:pt x="163" y="8628"/>
                  </a:lnTo>
                  <a:cubicBezTo>
                    <a:pt x="41" y="8709"/>
                    <a:pt x="0" y="8872"/>
                    <a:pt x="82" y="8994"/>
                  </a:cubicBezTo>
                  <a:cubicBezTo>
                    <a:pt x="122" y="9116"/>
                    <a:pt x="244" y="9238"/>
                    <a:pt x="366" y="9238"/>
                  </a:cubicBezTo>
                  <a:lnTo>
                    <a:pt x="18924" y="9238"/>
                  </a:lnTo>
                  <a:cubicBezTo>
                    <a:pt x="18965" y="9238"/>
                    <a:pt x="19046" y="9198"/>
                    <a:pt x="19128" y="9157"/>
                  </a:cubicBezTo>
                  <a:lnTo>
                    <a:pt x="30808" y="611"/>
                  </a:lnTo>
                  <a:cubicBezTo>
                    <a:pt x="30889" y="529"/>
                    <a:pt x="30971" y="366"/>
                    <a:pt x="30889" y="204"/>
                  </a:cubicBezTo>
                  <a:cubicBezTo>
                    <a:pt x="30849" y="81"/>
                    <a:pt x="30726" y="0"/>
                    <a:pt x="306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6" name="Google Shape;1986;p35"/>
            <p:cNvSpPr/>
            <p:nvPr/>
          </p:nvSpPr>
          <p:spPr>
            <a:xfrm>
              <a:off x="5774625" y="4437050"/>
              <a:ext cx="691875" cy="567750"/>
            </a:xfrm>
            <a:custGeom>
              <a:rect b="b" l="l" r="r" t="t"/>
              <a:pathLst>
                <a:path extrusionOk="0" h="22710" w="27675">
                  <a:moveTo>
                    <a:pt x="27675" y="0"/>
                  </a:moveTo>
                  <a:lnTo>
                    <a:pt x="1" y="21244"/>
                  </a:lnTo>
                  <a:lnTo>
                    <a:pt x="1" y="22709"/>
                  </a:lnTo>
                  <a:lnTo>
                    <a:pt x="27675" y="1425"/>
                  </a:lnTo>
                  <a:lnTo>
                    <a:pt x="2767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7" name="Google Shape;1987;p35"/>
            <p:cNvSpPr/>
            <p:nvPr/>
          </p:nvSpPr>
          <p:spPr>
            <a:xfrm>
              <a:off x="5766475" y="4428250"/>
              <a:ext cx="708175" cy="584775"/>
            </a:xfrm>
            <a:custGeom>
              <a:rect b="b" l="l" r="r" t="t"/>
              <a:pathLst>
                <a:path extrusionOk="0" h="23391" w="28327">
                  <a:moveTo>
                    <a:pt x="27675" y="1044"/>
                  </a:moveTo>
                  <a:lnTo>
                    <a:pt x="27675" y="1614"/>
                  </a:lnTo>
                  <a:lnTo>
                    <a:pt x="652" y="22370"/>
                  </a:lnTo>
                  <a:lnTo>
                    <a:pt x="652" y="22370"/>
                  </a:lnTo>
                  <a:lnTo>
                    <a:pt x="652" y="21800"/>
                  </a:lnTo>
                  <a:lnTo>
                    <a:pt x="27675" y="1044"/>
                  </a:lnTo>
                  <a:close/>
                  <a:moveTo>
                    <a:pt x="27999" y="0"/>
                  </a:moveTo>
                  <a:cubicBezTo>
                    <a:pt x="27920" y="0"/>
                    <a:pt x="27845" y="20"/>
                    <a:pt x="27797" y="68"/>
                  </a:cubicBezTo>
                  <a:lnTo>
                    <a:pt x="123" y="21352"/>
                  </a:lnTo>
                  <a:cubicBezTo>
                    <a:pt x="42" y="21393"/>
                    <a:pt x="1" y="21515"/>
                    <a:pt x="1" y="21596"/>
                  </a:cubicBezTo>
                  <a:lnTo>
                    <a:pt x="1" y="23061"/>
                  </a:lnTo>
                  <a:cubicBezTo>
                    <a:pt x="1" y="23184"/>
                    <a:pt x="82" y="23306"/>
                    <a:pt x="164" y="23346"/>
                  </a:cubicBezTo>
                  <a:cubicBezTo>
                    <a:pt x="210" y="23377"/>
                    <a:pt x="263" y="23391"/>
                    <a:pt x="315" y="23391"/>
                  </a:cubicBezTo>
                  <a:cubicBezTo>
                    <a:pt x="398" y="23391"/>
                    <a:pt x="480" y="23356"/>
                    <a:pt x="530" y="23306"/>
                  </a:cubicBezTo>
                  <a:lnTo>
                    <a:pt x="28204" y="2062"/>
                  </a:lnTo>
                  <a:cubicBezTo>
                    <a:pt x="28285" y="1980"/>
                    <a:pt x="28326" y="1899"/>
                    <a:pt x="28326" y="1777"/>
                  </a:cubicBezTo>
                  <a:lnTo>
                    <a:pt x="28326" y="352"/>
                  </a:lnTo>
                  <a:cubicBezTo>
                    <a:pt x="28326" y="230"/>
                    <a:pt x="28245" y="108"/>
                    <a:pt x="28163" y="27"/>
                  </a:cubicBezTo>
                  <a:cubicBezTo>
                    <a:pt x="28113" y="10"/>
                    <a:pt x="28055" y="0"/>
                    <a:pt x="279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8" name="Google Shape;1988;p35"/>
            <p:cNvSpPr/>
            <p:nvPr/>
          </p:nvSpPr>
          <p:spPr>
            <a:xfrm>
              <a:off x="5189600" y="4452300"/>
              <a:ext cx="914700" cy="283675"/>
            </a:xfrm>
            <a:custGeom>
              <a:rect b="b" l="l" r="r" t="t"/>
              <a:pathLst>
                <a:path extrusionOk="0" h="11347" w="36588">
                  <a:moveTo>
                    <a:pt x="33128" y="1"/>
                  </a:moveTo>
                  <a:cubicBezTo>
                    <a:pt x="32599" y="1"/>
                    <a:pt x="32274" y="42"/>
                    <a:pt x="32233" y="42"/>
                  </a:cubicBezTo>
                  <a:lnTo>
                    <a:pt x="367" y="42"/>
                  </a:lnTo>
                  <a:cubicBezTo>
                    <a:pt x="164" y="42"/>
                    <a:pt x="1" y="204"/>
                    <a:pt x="1" y="367"/>
                  </a:cubicBezTo>
                  <a:cubicBezTo>
                    <a:pt x="1" y="571"/>
                    <a:pt x="164" y="733"/>
                    <a:pt x="367" y="733"/>
                  </a:cubicBezTo>
                  <a:lnTo>
                    <a:pt x="32274" y="733"/>
                  </a:lnTo>
                  <a:lnTo>
                    <a:pt x="32314" y="693"/>
                  </a:lnTo>
                  <a:lnTo>
                    <a:pt x="33128" y="693"/>
                  </a:lnTo>
                  <a:cubicBezTo>
                    <a:pt x="33698" y="693"/>
                    <a:pt x="34430" y="733"/>
                    <a:pt x="35000" y="896"/>
                  </a:cubicBezTo>
                  <a:cubicBezTo>
                    <a:pt x="35285" y="1018"/>
                    <a:pt x="35529" y="1140"/>
                    <a:pt x="35692" y="1263"/>
                  </a:cubicBezTo>
                  <a:cubicBezTo>
                    <a:pt x="35814" y="1385"/>
                    <a:pt x="35896" y="1547"/>
                    <a:pt x="35896" y="1751"/>
                  </a:cubicBezTo>
                  <a:cubicBezTo>
                    <a:pt x="35896" y="1873"/>
                    <a:pt x="35855" y="1995"/>
                    <a:pt x="35814" y="2158"/>
                  </a:cubicBezTo>
                  <a:cubicBezTo>
                    <a:pt x="35611" y="2687"/>
                    <a:pt x="35285" y="3053"/>
                    <a:pt x="34675" y="3379"/>
                  </a:cubicBezTo>
                  <a:cubicBezTo>
                    <a:pt x="33739" y="3867"/>
                    <a:pt x="32274" y="4193"/>
                    <a:pt x="30198" y="4356"/>
                  </a:cubicBezTo>
                  <a:cubicBezTo>
                    <a:pt x="28082" y="4559"/>
                    <a:pt x="25355" y="4640"/>
                    <a:pt x="21936" y="4762"/>
                  </a:cubicBezTo>
                  <a:cubicBezTo>
                    <a:pt x="17256" y="4925"/>
                    <a:pt x="14326" y="6431"/>
                    <a:pt x="12535" y="7896"/>
                  </a:cubicBezTo>
                  <a:cubicBezTo>
                    <a:pt x="10745" y="9402"/>
                    <a:pt x="10094" y="10867"/>
                    <a:pt x="10094" y="10867"/>
                  </a:cubicBezTo>
                  <a:cubicBezTo>
                    <a:pt x="10012" y="11071"/>
                    <a:pt x="10094" y="11274"/>
                    <a:pt x="10256" y="11315"/>
                  </a:cubicBezTo>
                  <a:cubicBezTo>
                    <a:pt x="10311" y="11337"/>
                    <a:pt x="10365" y="11347"/>
                    <a:pt x="10417" y="11347"/>
                  </a:cubicBezTo>
                  <a:cubicBezTo>
                    <a:pt x="10557" y="11347"/>
                    <a:pt x="10674" y="11271"/>
                    <a:pt x="10704" y="11152"/>
                  </a:cubicBezTo>
                  <a:cubicBezTo>
                    <a:pt x="10785" y="11030"/>
                    <a:pt x="11396" y="9646"/>
                    <a:pt x="13105" y="8303"/>
                  </a:cubicBezTo>
                  <a:cubicBezTo>
                    <a:pt x="14814" y="6960"/>
                    <a:pt x="17582" y="5576"/>
                    <a:pt x="21936" y="5454"/>
                  </a:cubicBezTo>
                  <a:cubicBezTo>
                    <a:pt x="26535" y="5292"/>
                    <a:pt x="29872" y="5169"/>
                    <a:pt x="32192" y="4803"/>
                  </a:cubicBezTo>
                  <a:cubicBezTo>
                    <a:pt x="33372" y="4640"/>
                    <a:pt x="34268" y="4356"/>
                    <a:pt x="35000" y="3989"/>
                  </a:cubicBezTo>
                  <a:cubicBezTo>
                    <a:pt x="35692" y="3623"/>
                    <a:pt x="36180" y="3094"/>
                    <a:pt x="36425" y="2402"/>
                  </a:cubicBezTo>
                  <a:cubicBezTo>
                    <a:pt x="36547" y="2199"/>
                    <a:pt x="36587" y="1954"/>
                    <a:pt x="36587" y="1751"/>
                  </a:cubicBezTo>
                  <a:cubicBezTo>
                    <a:pt x="36587" y="1344"/>
                    <a:pt x="36384" y="1018"/>
                    <a:pt x="36140" y="774"/>
                  </a:cubicBezTo>
                  <a:cubicBezTo>
                    <a:pt x="35773" y="408"/>
                    <a:pt x="35244" y="245"/>
                    <a:pt x="34675" y="123"/>
                  </a:cubicBezTo>
                  <a:cubicBezTo>
                    <a:pt x="34146" y="42"/>
                    <a:pt x="33576" y="1"/>
                    <a:pt x="331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9" name="Google Shape;1989;p35"/>
            <p:cNvSpPr/>
            <p:nvPr/>
          </p:nvSpPr>
          <p:spPr>
            <a:xfrm>
              <a:off x="5292375" y="4676900"/>
              <a:ext cx="262500" cy="176300"/>
            </a:xfrm>
            <a:custGeom>
              <a:rect b="b" l="l" r="r" t="t"/>
              <a:pathLst>
                <a:path extrusionOk="0" h="7052" w="10500">
                  <a:moveTo>
                    <a:pt x="6975" y="1"/>
                  </a:moveTo>
                  <a:cubicBezTo>
                    <a:pt x="5952" y="1"/>
                    <a:pt x="4660" y="133"/>
                    <a:pt x="3581" y="662"/>
                  </a:cubicBezTo>
                  <a:cubicBezTo>
                    <a:pt x="2279" y="1354"/>
                    <a:pt x="1058" y="3714"/>
                    <a:pt x="366" y="5342"/>
                  </a:cubicBezTo>
                  <a:cubicBezTo>
                    <a:pt x="0" y="6156"/>
                    <a:pt x="611" y="7052"/>
                    <a:pt x="1506" y="7052"/>
                  </a:cubicBezTo>
                  <a:lnTo>
                    <a:pt x="5535" y="7052"/>
                  </a:lnTo>
                  <a:cubicBezTo>
                    <a:pt x="5861" y="7052"/>
                    <a:pt x="6227" y="6930"/>
                    <a:pt x="6430" y="6645"/>
                  </a:cubicBezTo>
                  <a:lnTo>
                    <a:pt x="10500" y="2087"/>
                  </a:lnTo>
                  <a:cubicBezTo>
                    <a:pt x="10500" y="2087"/>
                    <a:pt x="10337" y="337"/>
                    <a:pt x="8750" y="133"/>
                  </a:cubicBezTo>
                  <a:cubicBezTo>
                    <a:pt x="8750" y="133"/>
                    <a:pt x="7997" y="1"/>
                    <a:pt x="6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0" name="Google Shape;1990;p35"/>
            <p:cNvSpPr/>
            <p:nvPr/>
          </p:nvSpPr>
          <p:spPr>
            <a:xfrm>
              <a:off x="5442950" y="4707275"/>
              <a:ext cx="72250" cy="119475"/>
            </a:xfrm>
            <a:custGeom>
              <a:rect b="b" l="l" r="r" t="t"/>
              <a:pathLst>
                <a:path extrusionOk="0" h="4779" w="2890">
                  <a:moveTo>
                    <a:pt x="2677" y="1"/>
                  </a:moveTo>
                  <a:cubicBezTo>
                    <a:pt x="2651" y="1"/>
                    <a:pt x="2627" y="6"/>
                    <a:pt x="2605" y="17"/>
                  </a:cubicBezTo>
                  <a:cubicBezTo>
                    <a:pt x="244" y="1360"/>
                    <a:pt x="0" y="3435"/>
                    <a:pt x="0" y="4249"/>
                  </a:cubicBezTo>
                  <a:cubicBezTo>
                    <a:pt x="0" y="4494"/>
                    <a:pt x="0" y="4616"/>
                    <a:pt x="0" y="4616"/>
                  </a:cubicBezTo>
                  <a:cubicBezTo>
                    <a:pt x="41" y="4738"/>
                    <a:pt x="122" y="4778"/>
                    <a:pt x="204" y="4778"/>
                  </a:cubicBezTo>
                  <a:cubicBezTo>
                    <a:pt x="285" y="4738"/>
                    <a:pt x="367" y="4656"/>
                    <a:pt x="367" y="4575"/>
                  </a:cubicBezTo>
                  <a:lnTo>
                    <a:pt x="326" y="4494"/>
                  </a:lnTo>
                  <a:cubicBezTo>
                    <a:pt x="326" y="4453"/>
                    <a:pt x="326" y="4372"/>
                    <a:pt x="326" y="4249"/>
                  </a:cubicBezTo>
                  <a:cubicBezTo>
                    <a:pt x="326" y="3476"/>
                    <a:pt x="570" y="1563"/>
                    <a:pt x="2768" y="302"/>
                  </a:cubicBezTo>
                  <a:cubicBezTo>
                    <a:pt x="2849" y="261"/>
                    <a:pt x="2890" y="180"/>
                    <a:pt x="2849" y="98"/>
                  </a:cubicBezTo>
                  <a:cubicBezTo>
                    <a:pt x="2819" y="39"/>
                    <a:pt x="2746" y="1"/>
                    <a:pt x="267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1" name="Google Shape;1991;p35"/>
            <p:cNvSpPr/>
            <p:nvPr/>
          </p:nvSpPr>
          <p:spPr>
            <a:xfrm>
              <a:off x="3283975" y="4592725"/>
              <a:ext cx="2022650" cy="316425"/>
            </a:xfrm>
            <a:custGeom>
              <a:rect b="b" l="l" r="r" t="t"/>
              <a:pathLst>
                <a:path extrusionOk="0" h="12657" w="80906">
                  <a:moveTo>
                    <a:pt x="15831" y="0"/>
                  </a:moveTo>
                  <a:lnTo>
                    <a:pt x="0" y="12657"/>
                  </a:lnTo>
                  <a:lnTo>
                    <a:pt x="65075" y="12657"/>
                  </a:lnTo>
                  <a:lnTo>
                    <a:pt x="8090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2" name="Google Shape;1992;p35"/>
            <p:cNvSpPr/>
            <p:nvPr/>
          </p:nvSpPr>
          <p:spPr>
            <a:xfrm>
              <a:off x="3274800" y="4584575"/>
              <a:ext cx="2041000" cy="332725"/>
            </a:xfrm>
            <a:custGeom>
              <a:rect b="b" l="l" r="r" t="t"/>
              <a:pathLst>
                <a:path extrusionOk="0" h="13309" w="81640">
                  <a:moveTo>
                    <a:pt x="80296" y="692"/>
                  </a:moveTo>
                  <a:lnTo>
                    <a:pt x="65340" y="12617"/>
                  </a:lnTo>
                  <a:lnTo>
                    <a:pt x="1344" y="12617"/>
                  </a:lnTo>
                  <a:lnTo>
                    <a:pt x="16320" y="692"/>
                  </a:lnTo>
                  <a:close/>
                  <a:moveTo>
                    <a:pt x="16198" y="1"/>
                  </a:moveTo>
                  <a:cubicBezTo>
                    <a:pt x="16117" y="1"/>
                    <a:pt x="16035" y="41"/>
                    <a:pt x="15995" y="82"/>
                  </a:cubicBezTo>
                  <a:lnTo>
                    <a:pt x="164" y="12698"/>
                  </a:lnTo>
                  <a:cubicBezTo>
                    <a:pt x="42" y="12779"/>
                    <a:pt x="1" y="12942"/>
                    <a:pt x="42" y="13064"/>
                  </a:cubicBezTo>
                  <a:cubicBezTo>
                    <a:pt x="82" y="13227"/>
                    <a:pt x="204" y="13309"/>
                    <a:pt x="367" y="13309"/>
                  </a:cubicBezTo>
                  <a:lnTo>
                    <a:pt x="65442" y="13309"/>
                  </a:lnTo>
                  <a:cubicBezTo>
                    <a:pt x="65523" y="13309"/>
                    <a:pt x="65605" y="13268"/>
                    <a:pt x="65645" y="13227"/>
                  </a:cubicBezTo>
                  <a:lnTo>
                    <a:pt x="81476" y="611"/>
                  </a:lnTo>
                  <a:cubicBezTo>
                    <a:pt x="81598" y="530"/>
                    <a:pt x="81639" y="367"/>
                    <a:pt x="81598" y="245"/>
                  </a:cubicBezTo>
                  <a:cubicBezTo>
                    <a:pt x="81558" y="82"/>
                    <a:pt x="81436" y="1"/>
                    <a:pt x="812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3" name="Google Shape;1993;p35"/>
            <p:cNvSpPr/>
            <p:nvPr/>
          </p:nvSpPr>
          <p:spPr>
            <a:xfrm>
              <a:off x="4902700" y="4584475"/>
              <a:ext cx="413100" cy="352825"/>
            </a:xfrm>
            <a:custGeom>
              <a:rect b="b" l="l" r="r" t="t"/>
              <a:pathLst>
                <a:path extrusionOk="0" h="14113" w="16524">
                  <a:moveTo>
                    <a:pt x="16180" y="1"/>
                  </a:moveTo>
                  <a:cubicBezTo>
                    <a:pt x="16104" y="1"/>
                    <a:pt x="16029" y="36"/>
                    <a:pt x="15953" y="86"/>
                  </a:cubicBezTo>
                  <a:lnTo>
                    <a:pt x="122" y="12702"/>
                  </a:lnTo>
                  <a:cubicBezTo>
                    <a:pt x="41" y="12783"/>
                    <a:pt x="0" y="12865"/>
                    <a:pt x="0" y="12987"/>
                  </a:cubicBezTo>
                  <a:lnTo>
                    <a:pt x="0" y="13760"/>
                  </a:lnTo>
                  <a:cubicBezTo>
                    <a:pt x="0" y="13882"/>
                    <a:pt x="82" y="14004"/>
                    <a:pt x="204" y="14086"/>
                  </a:cubicBezTo>
                  <a:cubicBezTo>
                    <a:pt x="254" y="14103"/>
                    <a:pt x="305" y="14113"/>
                    <a:pt x="352" y="14113"/>
                  </a:cubicBezTo>
                  <a:cubicBezTo>
                    <a:pt x="420" y="14113"/>
                    <a:pt x="482" y="14093"/>
                    <a:pt x="529" y="14045"/>
                  </a:cubicBezTo>
                  <a:lnTo>
                    <a:pt x="16360" y="1388"/>
                  </a:lnTo>
                  <a:cubicBezTo>
                    <a:pt x="16442" y="1348"/>
                    <a:pt x="16523" y="1225"/>
                    <a:pt x="16523" y="1144"/>
                  </a:cubicBezTo>
                  <a:lnTo>
                    <a:pt x="16523" y="330"/>
                  </a:lnTo>
                  <a:cubicBezTo>
                    <a:pt x="16523" y="208"/>
                    <a:pt x="16442" y="86"/>
                    <a:pt x="16320" y="45"/>
                  </a:cubicBezTo>
                  <a:cubicBezTo>
                    <a:pt x="16273" y="14"/>
                    <a:pt x="16226" y="1"/>
                    <a:pt x="161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4" name="Google Shape;1994;p35"/>
            <p:cNvSpPr/>
            <p:nvPr/>
          </p:nvSpPr>
          <p:spPr>
            <a:xfrm>
              <a:off x="3283975" y="4909125"/>
              <a:ext cx="1626875" cy="19375"/>
            </a:xfrm>
            <a:custGeom>
              <a:rect b="b" l="l" r="r" t="t"/>
              <a:pathLst>
                <a:path extrusionOk="0" h="775" w="65075">
                  <a:moveTo>
                    <a:pt x="0" y="1"/>
                  </a:moveTo>
                  <a:lnTo>
                    <a:pt x="0" y="774"/>
                  </a:lnTo>
                  <a:lnTo>
                    <a:pt x="65075" y="774"/>
                  </a:lnTo>
                  <a:lnTo>
                    <a:pt x="6507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5" name="Google Shape;1995;p35"/>
            <p:cNvSpPr/>
            <p:nvPr/>
          </p:nvSpPr>
          <p:spPr>
            <a:xfrm>
              <a:off x="3274800" y="4899975"/>
              <a:ext cx="1645225" cy="37675"/>
            </a:xfrm>
            <a:custGeom>
              <a:rect b="b" l="l" r="r" t="t"/>
              <a:pathLst>
                <a:path extrusionOk="0" h="1507" w="65809">
                  <a:moveTo>
                    <a:pt x="65116" y="693"/>
                  </a:moveTo>
                  <a:lnTo>
                    <a:pt x="65116" y="815"/>
                  </a:lnTo>
                  <a:lnTo>
                    <a:pt x="693" y="815"/>
                  </a:lnTo>
                  <a:lnTo>
                    <a:pt x="693" y="693"/>
                  </a:lnTo>
                  <a:close/>
                  <a:moveTo>
                    <a:pt x="367" y="1"/>
                  </a:moveTo>
                  <a:cubicBezTo>
                    <a:pt x="286" y="1"/>
                    <a:pt x="164" y="41"/>
                    <a:pt x="123" y="123"/>
                  </a:cubicBezTo>
                  <a:cubicBezTo>
                    <a:pt x="42" y="163"/>
                    <a:pt x="1" y="286"/>
                    <a:pt x="1" y="367"/>
                  </a:cubicBezTo>
                  <a:lnTo>
                    <a:pt x="1" y="1140"/>
                  </a:lnTo>
                  <a:cubicBezTo>
                    <a:pt x="1" y="1222"/>
                    <a:pt x="42" y="1344"/>
                    <a:pt x="123" y="1384"/>
                  </a:cubicBezTo>
                  <a:cubicBezTo>
                    <a:pt x="164" y="1466"/>
                    <a:pt x="286" y="1506"/>
                    <a:pt x="367" y="1506"/>
                  </a:cubicBezTo>
                  <a:lnTo>
                    <a:pt x="65442" y="1506"/>
                  </a:lnTo>
                  <a:cubicBezTo>
                    <a:pt x="65523" y="1506"/>
                    <a:pt x="65645" y="1466"/>
                    <a:pt x="65686" y="1384"/>
                  </a:cubicBezTo>
                  <a:cubicBezTo>
                    <a:pt x="65767" y="1344"/>
                    <a:pt x="65808" y="1222"/>
                    <a:pt x="65808" y="1140"/>
                  </a:cubicBezTo>
                  <a:lnTo>
                    <a:pt x="65808" y="367"/>
                  </a:lnTo>
                  <a:cubicBezTo>
                    <a:pt x="65808" y="286"/>
                    <a:pt x="65767" y="163"/>
                    <a:pt x="65686" y="123"/>
                  </a:cubicBezTo>
                  <a:cubicBezTo>
                    <a:pt x="65645" y="41"/>
                    <a:pt x="65523" y="1"/>
                    <a:pt x="65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6" name="Google Shape;1996;p35"/>
            <p:cNvSpPr/>
            <p:nvPr/>
          </p:nvSpPr>
          <p:spPr>
            <a:xfrm>
              <a:off x="3753000" y="476365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79" y="692"/>
                  </a:moveTo>
                  <a:lnTo>
                    <a:pt x="4559" y="1710"/>
                  </a:lnTo>
                  <a:lnTo>
                    <a:pt x="1343" y="1710"/>
                  </a:lnTo>
                  <a:lnTo>
                    <a:pt x="2587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81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7" name="Google Shape;1997;p35"/>
            <p:cNvSpPr/>
            <p:nvPr/>
          </p:nvSpPr>
          <p:spPr>
            <a:xfrm>
              <a:off x="3860850" y="476365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43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41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8" name="Google Shape;1998;p35"/>
            <p:cNvSpPr/>
            <p:nvPr/>
          </p:nvSpPr>
          <p:spPr>
            <a:xfrm>
              <a:off x="3645150" y="476365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9" name="Google Shape;1999;p35"/>
            <p:cNvSpPr/>
            <p:nvPr/>
          </p:nvSpPr>
          <p:spPr>
            <a:xfrm>
              <a:off x="3698050" y="472192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45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0" name="Google Shape;2000;p35"/>
            <p:cNvSpPr/>
            <p:nvPr/>
          </p:nvSpPr>
          <p:spPr>
            <a:xfrm>
              <a:off x="3857800" y="467920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1" name="Google Shape;2001;p35"/>
            <p:cNvSpPr/>
            <p:nvPr/>
          </p:nvSpPr>
          <p:spPr>
            <a:xfrm>
              <a:off x="3749950" y="467920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805" y="692"/>
                  </a:moveTo>
                  <a:lnTo>
                    <a:pt x="4558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2" name="Google Shape;2002;p35"/>
            <p:cNvSpPr/>
            <p:nvPr/>
          </p:nvSpPr>
          <p:spPr>
            <a:xfrm>
              <a:off x="3967675" y="476365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3" name="Google Shape;2003;p35"/>
            <p:cNvSpPr/>
            <p:nvPr/>
          </p:nvSpPr>
          <p:spPr>
            <a:xfrm>
              <a:off x="4504875" y="476365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4" name="Google Shape;2004;p35"/>
            <p:cNvSpPr/>
            <p:nvPr/>
          </p:nvSpPr>
          <p:spPr>
            <a:xfrm>
              <a:off x="3964625" y="467920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820" y="692"/>
                  </a:moveTo>
                  <a:lnTo>
                    <a:pt x="4577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7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5" name="Google Shape;2005;p35"/>
            <p:cNvSpPr/>
            <p:nvPr/>
          </p:nvSpPr>
          <p:spPr>
            <a:xfrm>
              <a:off x="4075525" y="476365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6" name="Google Shape;2006;p35"/>
            <p:cNvSpPr/>
            <p:nvPr/>
          </p:nvSpPr>
          <p:spPr>
            <a:xfrm>
              <a:off x="4719550" y="476365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820" y="692"/>
                  </a:moveTo>
                  <a:lnTo>
                    <a:pt x="4559" y="1710"/>
                  </a:lnTo>
                  <a:lnTo>
                    <a:pt x="1359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1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7" name="Google Shape;2007;p35"/>
            <p:cNvSpPr/>
            <p:nvPr/>
          </p:nvSpPr>
          <p:spPr>
            <a:xfrm>
              <a:off x="4772450" y="472192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80" y="693"/>
                  </a:moveTo>
                  <a:lnTo>
                    <a:pt x="4559" y="1669"/>
                  </a:lnTo>
                  <a:lnTo>
                    <a:pt x="1338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8" name="Google Shape;2008;p35"/>
            <p:cNvSpPr/>
            <p:nvPr/>
          </p:nvSpPr>
          <p:spPr>
            <a:xfrm>
              <a:off x="4612725" y="476365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79" y="692"/>
                  </a:moveTo>
                  <a:lnTo>
                    <a:pt x="4559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8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9" name="Google Shape;2009;p35"/>
            <p:cNvSpPr/>
            <p:nvPr/>
          </p:nvSpPr>
          <p:spPr>
            <a:xfrm>
              <a:off x="4398050" y="476365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43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41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0" name="Google Shape;2010;p35"/>
            <p:cNvSpPr/>
            <p:nvPr/>
          </p:nvSpPr>
          <p:spPr>
            <a:xfrm>
              <a:off x="4182350" y="476365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1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1" name="Google Shape;2011;p35"/>
            <p:cNvSpPr/>
            <p:nvPr/>
          </p:nvSpPr>
          <p:spPr>
            <a:xfrm>
              <a:off x="4290200" y="476365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8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2" name="Google Shape;2012;p35"/>
            <p:cNvSpPr/>
            <p:nvPr/>
          </p:nvSpPr>
          <p:spPr>
            <a:xfrm>
              <a:off x="4395000" y="467920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3" name="Google Shape;2013;p35"/>
            <p:cNvSpPr/>
            <p:nvPr/>
          </p:nvSpPr>
          <p:spPr>
            <a:xfrm>
              <a:off x="4557775" y="472192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4" name="Google Shape;2014;p35"/>
            <p:cNvSpPr/>
            <p:nvPr/>
          </p:nvSpPr>
          <p:spPr>
            <a:xfrm>
              <a:off x="4342100" y="472192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820" y="693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5" name="Google Shape;2015;p35"/>
            <p:cNvSpPr/>
            <p:nvPr/>
          </p:nvSpPr>
          <p:spPr>
            <a:xfrm>
              <a:off x="4127400" y="472192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821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84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44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6" name="Google Shape;2016;p35"/>
            <p:cNvSpPr/>
            <p:nvPr/>
          </p:nvSpPr>
          <p:spPr>
            <a:xfrm>
              <a:off x="4449925" y="472192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80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4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7" name="Google Shape;2017;p35"/>
            <p:cNvSpPr/>
            <p:nvPr/>
          </p:nvSpPr>
          <p:spPr>
            <a:xfrm>
              <a:off x="4072475" y="467920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79" y="692"/>
                  </a:moveTo>
                  <a:lnTo>
                    <a:pt x="4536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81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8" name="Google Shape;2018;p35"/>
            <p:cNvSpPr/>
            <p:nvPr/>
          </p:nvSpPr>
          <p:spPr>
            <a:xfrm>
              <a:off x="3804900" y="4721925"/>
              <a:ext cx="178050" cy="59050"/>
            </a:xfrm>
            <a:custGeom>
              <a:rect b="b" l="l" r="r" t="t"/>
              <a:pathLst>
                <a:path extrusionOk="0" h="2362" w="7122">
                  <a:moveTo>
                    <a:pt x="5820" y="693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9" name="Google Shape;2019;p35"/>
            <p:cNvSpPr/>
            <p:nvPr/>
          </p:nvSpPr>
          <p:spPr>
            <a:xfrm>
              <a:off x="4020575" y="472192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0" name="Google Shape;2020;p35"/>
            <p:cNvSpPr/>
            <p:nvPr/>
          </p:nvSpPr>
          <p:spPr>
            <a:xfrm>
              <a:off x="3912725" y="472192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80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43" y="1"/>
                  </a:moveTo>
                  <a:cubicBezTo>
                    <a:pt x="2361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1" name="Google Shape;2021;p35"/>
            <p:cNvSpPr/>
            <p:nvPr/>
          </p:nvSpPr>
          <p:spPr>
            <a:xfrm>
              <a:off x="4235250" y="472192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2" name="Google Shape;2022;p35"/>
            <p:cNvSpPr/>
            <p:nvPr/>
          </p:nvSpPr>
          <p:spPr>
            <a:xfrm>
              <a:off x="4287150" y="467920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820" y="692"/>
                  </a:moveTo>
                  <a:lnTo>
                    <a:pt x="4577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" name="Google Shape;2023;p35"/>
            <p:cNvSpPr/>
            <p:nvPr/>
          </p:nvSpPr>
          <p:spPr>
            <a:xfrm>
              <a:off x="4824350" y="467920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820" y="692"/>
                  </a:moveTo>
                  <a:lnTo>
                    <a:pt x="4559" y="1710"/>
                  </a:lnTo>
                  <a:lnTo>
                    <a:pt x="133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4" name="Google Shape;2024;p35"/>
            <p:cNvSpPr/>
            <p:nvPr/>
          </p:nvSpPr>
          <p:spPr>
            <a:xfrm>
              <a:off x="4180325" y="467920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2" y="2361"/>
                    <a:pt x="4843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41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5" name="Google Shape;2025;p35"/>
            <p:cNvSpPr/>
            <p:nvPr/>
          </p:nvSpPr>
          <p:spPr>
            <a:xfrm>
              <a:off x="4609675" y="467920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79" y="692"/>
                  </a:moveTo>
                  <a:lnTo>
                    <a:pt x="4536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" name="Google Shape;2026;p35"/>
            <p:cNvSpPr/>
            <p:nvPr/>
          </p:nvSpPr>
          <p:spPr>
            <a:xfrm>
              <a:off x="4717525" y="467920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43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" name="Google Shape;2027;p35"/>
            <p:cNvSpPr/>
            <p:nvPr/>
          </p:nvSpPr>
          <p:spPr>
            <a:xfrm>
              <a:off x="4664625" y="472192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820" y="693"/>
                  </a:moveTo>
                  <a:lnTo>
                    <a:pt x="4558" y="1669"/>
                  </a:lnTo>
                  <a:lnTo>
                    <a:pt x="1352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" name="Google Shape;2028;p35"/>
            <p:cNvSpPr/>
            <p:nvPr/>
          </p:nvSpPr>
          <p:spPr>
            <a:xfrm>
              <a:off x="4501825" y="467920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820" y="692"/>
                  </a:moveTo>
                  <a:lnTo>
                    <a:pt x="4577" y="1710"/>
                  </a:lnTo>
                  <a:lnTo>
                    <a:pt x="1344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3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" name="Google Shape;2029;p35"/>
            <p:cNvSpPr/>
            <p:nvPr/>
          </p:nvSpPr>
          <p:spPr>
            <a:xfrm>
              <a:off x="4238300" y="4806375"/>
              <a:ext cx="178075" cy="59025"/>
            </a:xfrm>
            <a:custGeom>
              <a:rect b="b" l="l" r="r" t="t"/>
              <a:pathLst>
                <a:path extrusionOk="0" h="2361" w="7123">
                  <a:moveTo>
                    <a:pt x="5780" y="692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2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0" name="Google Shape;2030;p35"/>
            <p:cNvSpPr/>
            <p:nvPr/>
          </p:nvSpPr>
          <p:spPr>
            <a:xfrm>
              <a:off x="4345150" y="4806375"/>
              <a:ext cx="178075" cy="59025"/>
            </a:xfrm>
            <a:custGeom>
              <a:rect b="b" l="l" r="r" t="t"/>
              <a:pathLst>
                <a:path extrusionOk="0" h="2361" w="7123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1" name="Google Shape;2031;p35"/>
            <p:cNvSpPr/>
            <p:nvPr/>
          </p:nvSpPr>
          <p:spPr>
            <a:xfrm>
              <a:off x="4130475" y="4806375"/>
              <a:ext cx="178075" cy="59025"/>
            </a:xfrm>
            <a:custGeom>
              <a:rect b="b" l="l" r="r" t="t"/>
              <a:pathLst>
                <a:path extrusionOk="0" h="2361" w="7123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8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2" name="Google Shape;2032;p35"/>
            <p:cNvSpPr/>
            <p:nvPr/>
          </p:nvSpPr>
          <p:spPr>
            <a:xfrm>
              <a:off x="4453000" y="4806375"/>
              <a:ext cx="178075" cy="59025"/>
            </a:xfrm>
            <a:custGeom>
              <a:rect b="b" l="l" r="r" t="t"/>
              <a:pathLst>
                <a:path extrusionOk="0" h="2361" w="7123">
                  <a:moveTo>
                    <a:pt x="5779" y="692"/>
                  </a:moveTo>
                  <a:lnTo>
                    <a:pt x="4517" y="1669"/>
                  </a:lnTo>
                  <a:lnTo>
                    <a:pt x="1302" y="1669"/>
                  </a:lnTo>
                  <a:lnTo>
                    <a:pt x="2542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4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3" name="Google Shape;2033;p35"/>
            <p:cNvSpPr/>
            <p:nvPr/>
          </p:nvSpPr>
          <p:spPr>
            <a:xfrm>
              <a:off x="4022625" y="4806375"/>
              <a:ext cx="178075" cy="59025"/>
            </a:xfrm>
            <a:custGeom>
              <a:rect b="b" l="l" r="r" t="t"/>
              <a:pathLst>
                <a:path extrusionOk="0" h="2361" w="7123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4" name="Google Shape;2034;p35"/>
            <p:cNvSpPr/>
            <p:nvPr/>
          </p:nvSpPr>
          <p:spPr>
            <a:xfrm>
              <a:off x="3915800" y="4806375"/>
              <a:ext cx="178050" cy="59025"/>
            </a:xfrm>
            <a:custGeom>
              <a:rect b="b" l="l" r="r" t="t"/>
              <a:pathLst>
                <a:path extrusionOk="0" h="2361" w="7122">
                  <a:moveTo>
                    <a:pt x="5779" y="692"/>
                  </a:moveTo>
                  <a:lnTo>
                    <a:pt x="4517" y="1669"/>
                  </a:lnTo>
                  <a:lnTo>
                    <a:pt x="1302" y="1669"/>
                  </a:lnTo>
                  <a:lnTo>
                    <a:pt x="2542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3" y="2361"/>
                    <a:pt x="366" y="2361"/>
                  </a:cubicBezTo>
                  <a:lnTo>
                    <a:pt x="4639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00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5" name="Google Shape;2035;p35"/>
            <p:cNvSpPr/>
            <p:nvPr/>
          </p:nvSpPr>
          <p:spPr>
            <a:xfrm>
              <a:off x="4559825" y="4806375"/>
              <a:ext cx="178075" cy="59025"/>
            </a:xfrm>
            <a:custGeom>
              <a:rect b="b" l="l" r="r" t="t"/>
              <a:pathLst>
                <a:path extrusionOk="0" h="2361" w="7123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7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2" y="489"/>
                    <a:pt x="7122" y="367"/>
                    <a:pt x="7082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6" name="Google Shape;2036;p35"/>
            <p:cNvSpPr/>
            <p:nvPr/>
          </p:nvSpPr>
          <p:spPr>
            <a:xfrm>
              <a:off x="3700100" y="4806375"/>
              <a:ext cx="179075" cy="59025"/>
            </a:xfrm>
            <a:custGeom>
              <a:rect b="b" l="l" r="r" t="t"/>
              <a:pathLst>
                <a:path extrusionOk="0" h="2361" w="7163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82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407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122" y="489"/>
                    <a:pt x="7163" y="367"/>
                    <a:pt x="7082" y="204"/>
                  </a:cubicBezTo>
                  <a:cubicBezTo>
                    <a:pt x="7041" y="82"/>
                    <a:pt x="6919" y="1"/>
                    <a:pt x="67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7" name="Google Shape;2037;p35"/>
            <p:cNvSpPr/>
            <p:nvPr/>
          </p:nvSpPr>
          <p:spPr>
            <a:xfrm>
              <a:off x="3807950" y="4806375"/>
              <a:ext cx="178075" cy="59025"/>
            </a:xfrm>
            <a:custGeom>
              <a:rect b="b" l="l" r="r" t="t"/>
              <a:pathLst>
                <a:path extrusionOk="0" h="2361" w="7123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8" name="Google Shape;2038;p35"/>
            <p:cNvSpPr/>
            <p:nvPr/>
          </p:nvSpPr>
          <p:spPr>
            <a:xfrm>
              <a:off x="4879300" y="4721925"/>
              <a:ext cx="179075" cy="59050"/>
            </a:xfrm>
            <a:custGeom>
              <a:rect b="b" l="l" r="r" t="t"/>
              <a:pathLst>
                <a:path extrusionOk="0" h="2362" w="7163">
                  <a:moveTo>
                    <a:pt x="5820" y="693"/>
                  </a:moveTo>
                  <a:lnTo>
                    <a:pt x="4558" y="1669"/>
                  </a:lnTo>
                  <a:lnTo>
                    <a:pt x="1378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63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9" name="Google Shape;2039;p35"/>
            <p:cNvSpPr/>
            <p:nvPr/>
          </p:nvSpPr>
          <p:spPr>
            <a:xfrm>
              <a:off x="4984075" y="463747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821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0" name="Google Shape;2040;p35"/>
            <p:cNvSpPr/>
            <p:nvPr/>
          </p:nvSpPr>
          <p:spPr>
            <a:xfrm>
              <a:off x="4932200" y="467920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79" y="692"/>
                  </a:moveTo>
                  <a:lnTo>
                    <a:pt x="4558" y="1710"/>
                  </a:lnTo>
                  <a:lnTo>
                    <a:pt x="1318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1" name="Google Shape;2041;p35"/>
            <p:cNvSpPr/>
            <p:nvPr/>
          </p:nvSpPr>
          <p:spPr>
            <a:xfrm>
              <a:off x="3593275" y="4806375"/>
              <a:ext cx="178075" cy="59025"/>
            </a:xfrm>
            <a:custGeom>
              <a:rect b="b" l="l" r="r" t="t"/>
              <a:pathLst>
                <a:path extrusionOk="0" h="2361" w="7123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360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8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2" name="Google Shape;2042;p35"/>
            <p:cNvSpPr/>
            <p:nvPr/>
          </p:nvSpPr>
          <p:spPr>
            <a:xfrm>
              <a:off x="4667675" y="4806375"/>
              <a:ext cx="178075" cy="59025"/>
            </a:xfrm>
            <a:custGeom>
              <a:rect b="b" l="l" r="r" t="t"/>
              <a:pathLst>
                <a:path extrusionOk="0" h="2361" w="7123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3" name="Google Shape;2043;p35"/>
            <p:cNvSpPr/>
            <p:nvPr/>
          </p:nvSpPr>
          <p:spPr>
            <a:xfrm>
              <a:off x="4775525" y="4806375"/>
              <a:ext cx="178075" cy="59025"/>
            </a:xfrm>
            <a:custGeom>
              <a:rect b="b" l="l" r="r" t="t"/>
              <a:pathLst>
                <a:path extrusionOk="0" h="2361" w="7123">
                  <a:moveTo>
                    <a:pt x="5779" y="692"/>
                  </a:moveTo>
                  <a:lnTo>
                    <a:pt x="4517" y="1669"/>
                  </a:lnTo>
                  <a:lnTo>
                    <a:pt x="1337" y="1669"/>
                  </a:lnTo>
                  <a:lnTo>
                    <a:pt x="2564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22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39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00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4" name="Google Shape;2044;p35"/>
            <p:cNvSpPr/>
            <p:nvPr/>
          </p:nvSpPr>
          <p:spPr>
            <a:xfrm>
              <a:off x="4827400" y="476365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80" y="692"/>
                  </a:moveTo>
                  <a:lnTo>
                    <a:pt x="4559" y="1710"/>
                  </a:lnTo>
                  <a:lnTo>
                    <a:pt x="1318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5" name="Google Shape;2045;p35"/>
            <p:cNvSpPr/>
            <p:nvPr/>
          </p:nvSpPr>
          <p:spPr>
            <a:xfrm>
              <a:off x="3590200" y="472192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86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6" name="Google Shape;2046;p35"/>
            <p:cNvSpPr/>
            <p:nvPr/>
          </p:nvSpPr>
          <p:spPr>
            <a:xfrm>
              <a:off x="4340050" y="463747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7" name="Google Shape;2047;p35"/>
            <p:cNvSpPr/>
            <p:nvPr/>
          </p:nvSpPr>
          <p:spPr>
            <a:xfrm>
              <a:off x="4446875" y="463747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8" name="Google Shape;2048;p35"/>
            <p:cNvSpPr/>
            <p:nvPr/>
          </p:nvSpPr>
          <p:spPr>
            <a:xfrm>
              <a:off x="4232200" y="463747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80" y="693"/>
                  </a:moveTo>
                  <a:lnTo>
                    <a:pt x="4540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9" name="Google Shape;2049;p35"/>
            <p:cNvSpPr/>
            <p:nvPr/>
          </p:nvSpPr>
          <p:spPr>
            <a:xfrm>
              <a:off x="4554725" y="463747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0" name="Google Shape;2050;p35"/>
            <p:cNvSpPr/>
            <p:nvPr/>
          </p:nvSpPr>
          <p:spPr>
            <a:xfrm>
              <a:off x="4769400" y="463747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80" y="693"/>
                  </a:moveTo>
                  <a:lnTo>
                    <a:pt x="4540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1" name="Google Shape;2051;p35"/>
            <p:cNvSpPr/>
            <p:nvPr/>
          </p:nvSpPr>
          <p:spPr>
            <a:xfrm>
              <a:off x="4661550" y="463747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2" name="Google Shape;2052;p35"/>
            <p:cNvSpPr/>
            <p:nvPr/>
          </p:nvSpPr>
          <p:spPr>
            <a:xfrm>
              <a:off x="4124350" y="463747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3" name="Google Shape;2053;p35"/>
            <p:cNvSpPr/>
            <p:nvPr/>
          </p:nvSpPr>
          <p:spPr>
            <a:xfrm>
              <a:off x="3538325" y="4763650"/>
              <a:ext cx="178075" cy="60050"/>
            </a:xfrm>
            <a:custGeom>
              <a:rect b="b" l="l" r="r" t="t"/>
              <a:pathLst>
                <a:path extrusionOk="0" h="2402" w="7123">
                  <a:moveTo>
                    <a:pt x="5764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4" name="Google Shape;2054;p35"/>
            <p:cNvSpPr/>
            <p:nvPr/>
          </p:nvSpPr>
          <p:spPr>
            <a:xfrm>
              <a:off x="3642100" y="4679200"/>
              <a:ext cx="179100" cy="60050"/>
            </a:xfrm>
            <a:custGeom>
              <a:rect b="b" l="l" r="r" t="t"/>
              <a:pathLst>
                <a:path extrusionOk="0" h="2402" w="7164">
                  <a:moveTo>
                    <a:pt x="5805" y="692"/>
                  </a:moveTo>
                  <a:lnTo>
                    <a:pt x="4559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82" y="1872"/>
                    <a:pt x="0" y="2035"/>
                    <a:pt x="82" y="2157"/>
                  </a:cubicBezTo>
                  <a:cubicBezTo>
                    <a:pt x="123" y="2279"/>
                    <a:pt x="245" y="2402"/>
                    <a:pt x="40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63" y="367"/>
                    <a:pt x="7082" y="245"/>
                  </a:cubicBezTo>
                  <a:cubicBezTo>
                    <a:pt x="7041" y="122"/>
                    <a:pt x="6919" y="0"/>
                    <a:pt x="67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5" name="Google Shape;2055;p35"/>
            <p:cNvSpPr/>
            <p:nvPr/>
          </p:nvSpPr>
          <p:spPr>
            <a:xfrm>
              <a:off x="4877250" y="463747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6" name="Google Shape;2056;p35"/>
            <p:cNvSpPr/>
            <p:nvPr/>
          </p:nvSpPr>
          <p:spPr>
            <a:xfrm>
              <a:off x="3485425" y="4806375"/>
              <a:ext cx="178075" cy="59025"/>
            </a:xfrm>
            <a:custGeom>
              <a:rect b="b" l="l" r="r" t="t"/>
              <a:pathLst>
                <a:path extrusionOk="0" h="2361" w="7123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7" name="Google Shape;2057;p35"/>
            <p:cNvSpPr/>
            <p:nvPr/>
          </p:nvSpPr>
          <p:spPr>
            <a:xfrm>
              <a:off x="3695000" y="463747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86" y="693"/>
                  </a:moveTo>
                  <a:lnTo>
                    <a:pt x="4559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320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8" name="Google Shape;2058;p35"/>
            <p:cNvSpPr/>
            <p:nvPr/>
          </p:nvSpPr>
          <p:spPr>
            <a:xfrm>
              <a:off x="3909675" y="463747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9" name="Google Shape;2059;p35"/>
            <p:cNvSpPr/>
            <p:nvPr/>
          </p:nvSpPr>
          <p:spPr>
            <a:xfrm>
              <a:off x="3801825" y="4637475"/>
              <a:ext cx="179100" cy="59050"/>
            </a:xfrm>
            <a:custGeom>
              <a:rect b="b" l="l" r="r" t="t"/>
              <a:pathLst>
                <a:path extrusionOk="0" h="2362" w="7164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8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408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123" y="489"/>
                    <a:pt x="7164" y="367"/>
                    <a:pt x="7082" y="204"/>
                  </a:cubicBezTo>
                  <a:cubicBezTo>
                    <a:pt x="7042" y="82"/>
                    <a:pt x="6919" y="1"/>
                    <a:pt x="67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0" name="Google Shape;2060;p35"/>
            <p:cNvSpPr/>
            <p:nvPr/>
          </p:nvSpPr>
          <p:spPr>
            <a:xfrm>
              <a:off x="4017525" y="4637475"/>
              <a:ext cx="178075" cy="59050"/>
            </a:xfrm>
            <a:custGeom>
              <a:rect b="b" l="l" r="r" t="t"/>
              <a:pathLst>
                <a:path extrusionOk="0" h="2362" w="7123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1" name="Google Shape;2061;p35"/>
            <p:cNvSpPr/>
            <p:nvPr/>
          </p:nvSpPr>
          <p:spPr>
            <a:xfrm>
              <a:off x="4791800" y="4478775"/>
              <a:ext cx="657275" cy="73275"/>
            </a:xfrm>
            <a:custGeom>
              <a:rect b="b" l="l" r="r" t="t"/>
              <a:pathLst>
                <a:path extrusionOk="0" h="2931" w="26291">
                  <a:moveTo>
                    <a:pt x="5087" y="0"/>
                  </a:moveTo>
                  <a:lnTo>
                    <a:pt x="4925" y="41"/>
                  </a:lnTo>
                  <a:lnTo>
                    <a:pt x="326" y="2238"/>
                  </a:lnTo>
                  <a:cubicBezTo>
                    <a:pt x="0" y="2401"/>
                    <a:pt x="122" y="2930"/>
                    <a:pt x="489" y="2930"/>
                  </a:cubicBezTo>
                  <a:lnTo>
                    <a:pt x="22913" y="2930"/>
                  </a:lnTo>
                  <a:cubicBezTo>
                    <a:pt x="22994" y="2930"/>
                    <a:pt x="23075" y="2890"/>
                    <a:pt x="23116" y="2849"/>
                  </a:cubicBezTo>
                  <a:lnTo>
                    <a:pt x="26006" y="651"/>
                  </a:lnTo>
                  <a:cubicBezTo>
                    <a:pt x="26290" y="448"/>
                    <a:pt x="26128" y="0"/>
                    <a:pt x="258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2" name="Google Shape;2062;p35"/>
            <p:cNvSpPr/>
            <p:nvPr/>
          </p:nvSpPr>
          <p:spPr>
            <a:xfrm>
              <a:off x="4786700" y="4470625"/>
              <a:ext cx="667450" cy="89550"/>
            </a:xfrm>
            <a:custGeom>
              <a:rect b="b" l="l" r="r" t="t"/>
              <a:pathLst>
                <a:path extrusionOk="0" h="3582" w="26698">
                  <a:moveTo>
                    <a:pt x="26006" y="652"/>
                  </a:moveTo>
                  <a:lnTo>
                    <a:pt x="26047" y="692"/>
                  </a:lnTo>
                  <a:lnTo>
                    <a:pt x="26006" y="692"/>
                  </a:lnTo>
                  <a:lnTo>
                    <a:pt x="23117" y="2931"/>
                  </a:lnTo>
                  <a:lnTo>
                    <a:pt x="693" y="2931"/>
                  </a:lnTo>
                  <a:lnTo>
                    <a:pt x="652" y="2890"/>
                  </a:lnTo>
                  <a:lnTo>
                    <a:pt x="693" y="2890"/>
                  </a:lnTo>
                  <a:lnTo>
                    <a:pt x="5251" y="692"/>
                  </a:lnTo>
                  <a:lnTo>
                    <a:pt x="5332" y="652"/>
                  </a:lnTo>
                  <a:close/>
                  <a:moveTo>
                    <a:pt x="5210" y="0"/>
                  </a:moveTo>
                  <a:lnTo>
                    <a:pt x="5047" y="41"/>
                  </a:lnTo>
                  <a:lnTo>
                    <a:pt x="5006" y="41"/>
                  </a:lnTo>
                  <a:lnTo>
                    <a:pt x="367" y="2279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41" y="3256"/>
                    <a:pt x="163" y="3378"/>
                  </a:cubicBezTo>
                  <a:cubicBezTo>
                    <a:pt x="286" y="3500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79" y="3582"/>
                    <a:pt x="23442" y="3541"/>
                    <a:pt x="23524" y="3460"/>
                  </a:cubicBezTo>
                  <a:lnTo>
                    <a:pt x="23564" y="3460"/>
                  </a:lnTo>
                  <a:lnTo>
                    <a:pt x="26454" y="1221"/>
                  </a:lnTo>
                  <a:cubicBezTo>
                    <a:pt x="26617" y="1099"/>
                    <a:pt x="26698" y="896"/>
                    <a:pt x="26698" y="692"/>
                  </a:cubicBezTo>
                  <a:cubicBezTo>
                    <a:pt x="26698" y="489"/>
                    <a:pt x="26657" y="326"/>
                    <a:pt x="26535" y="204"/>
                  </a:cubicBezTo>
                  <a:cubicBezTo>
                    <a:pt x="26413" y="82"/>
                    <a:pt x="26210" y="0"/>
                    <a:pt x="260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3" name="Google Shape;2063;p35"/>
            <p:cNvSpPr/>
            <p:nvPr/>
          </p:nvSpPr>
          <p:spPr>
            <a:xfrm>
              <a:off x="5097025" y="4128775"/>
              <a:ext cx="102775" cy="392750"/>
            </a:xfrm>
            <a:custGeom>
              <a:rect b="b" l="l" r="r" t="t"/>
              <a:pathLst>
                <a:path extrusionOk="0" h="15710" w="4111">
                  <a:moveTo>
                    <a:pt x="0" y="0"/>
                  </a:moveTo>
                  <a:lnTo>
                    <a:pt x="0" y="15709"/>
                  </a:lnTo>
                  <a:lnTo>
                    <a:pt x="4111" y="15709"/>
                  </a:lnTo>
                  <a:lnTo>
                    <a:pt x="411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4" name="Google Shape;2064;p35"/>
            <p:cNvSpPr/>
            <p:nvPr/>
          </p:nvSpPr>
          <p:spPr>
            <a:xfrm>
              <a:off x="5088875" y="4119600"/>
              <a:ext cx="120075" cy="410050"/>
            </a:xfrm>
            <a:custGeom>
              <a:rect b="b" l="l" r="r" t="t"/>
              <a:pathLst>
                <a:path extrusionOk="0" h="16402" w="4803">
                  <a:moveTo>
                    <a:pt x="4111" y="693"/>
                  </a:moveTo>
                  <a:lnTo>
                    <a:pt x="4111" y="15751"/>
                  </a:lnTo>
                  <a:lnTo>
                    <a:pt x="652" y="15751"/>
                  </a:lnTo>
                  <a:lnTo>
                    <a:pt x="652" y="693"/>
                  </a:lnTo>
                  <a:close/>
                  <a:moveTo>
                    <a:pt x="326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1" y="164"/>
                    <a:pt x="1" y="286"/>
                    <a:pt x="1" y="367"/>
                  </a:cubicBezTo>
                  <a:lnTo>
                    <a:pt x="1" y="16076"/>
                  </a:lnTo>
                  <a:cubicBezTo>
                    <a:pt x="1" y="16158"/>
                    <a:pt x="41" y="16239"/>
                    <a:pt x="82" y="16320"/>
                  </a:cubicBezTo>
                  <a:cubicBezTo>
                    <a:pt x="164" y="16361"/>
                    <a:pt x="245" y="16402"/>
                    <a:pt x="326" y="16402"/>
                  </a:cubicBezTo>
                  <a:lnTo>
                    <a:pt x="4437" y="16402"/>
                  </a:lnTo>
                  <a:cubicBezTo>
                    <a:pt x="4559" y="16402"/>
                    <a:pt x="4640" y="16361"/>
                    <a:pt x="4681" y="16320"/>
                  </a:cubicBezTo>
                  <a:cubicBezTo>
                    <a:pt x="4762" y="16239"/>
                    <a:pt x="4803" y="16158"/>
                    <a:pt x="4803" y="16076"/>
                  </a:cubicBezTo>
                  <a:lnTo>
                    <a:pt x="4803" y="367"/>
                  </a:lnTo>
                  <a:cubicBezTo>
                    <a:pt x="4803" y="286"/>
                    <a:pt x="4762" y="164"/>
                    <a:pt x="4681" y="123"/>
                  </a:cubicBezTo>
                  <a:cubicBezTo>
                    <a:pt x="4640" y="42"/>
                    <a:pt x="4559" y="1"/>
                    <a:pt x="44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5" name="Google Shape;2065;p35"/>
            <p:cNvSpPr/>
            <p:nvPr/>
          </p:nvSpPr>
          <p:spPr>
            <a:xfrm>
              <a:off x="5080750" y="4128775"/>
              <a:ext cx="135325" cy="284900"/>
            </a:xfrm>
            <a:custGeom>
              <a:rect b="b" l="l" r="r" t="t"/>
              <a:pathLst>
                <a:path extrusionOk="0" h="11396" w="5413">
                  <a:moveTo>
                    <a:pt x="0" y="0"/>
                  </a:moveTo>
                  <a:lnTo>
                    <a:pt x="0" y="11395"/>
                  </a:lnTo>
                  <a:lnTo>
                    <a:pt x="5413" y="11395"/>
                  </a:lnTo>
                  <a:lnTo>
                    <a:pt x="54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6" name="Google Shape;2066;p35"/>
            <p:cNvSpPr/>
            <p:nvPr/>
          </p:nvSpPr>
          <p:spPr>
            <a:xfrm>
              <a:off x="5072600" y="4119600"/>
              <a:ext cx="152650" cy="302200"/>
            </a:xfrm>
            <a:custGeom>
              <a:rect b="b" l="l" r="r" t="t"/>
              <a:pathLst>
                <a:path extrusionOk="0" h="12088" w="6106">
                  <a:moveTo>
                    <a:pt x="5413" y="693"/>
                  </a:moveTo>
                  <a:lnTo>
                    <a:pt x="5413" y="11437"/>
                  </a:lnTo>
                  <a:lnTo>
                    <a:pt x="652" y="11437"/>
                  </a:lnTo>
                  <a:lnTo>
                    <a:pt x="652" y="693"/>
                  </a:lnTo>
                  <a:close/>
                  <a:moveTo>
                    <a:pt x="326" y="1"/>
                  </a:moveTo>
                  <a:cubicBezTo>
                    <a:pt x="245" y="1"/>
                    <a:pt x="163" y="42"/>
                    <a:pt x="82" y="123"/>
                  </a:cubicBezTo>
                  <a:cubicBezTo>
                    <a:pt x="41" y="164"/>
                    <a:pt x="1" y="286"/>
                    <a:pt x="1" y="367"/>
                  </a:cubicBezTo>
                  <a:lnTo>
                    <a:pt x="1" y="11762"/>
                  </a:lnTo>
                  <a:cubicBezTo>
                    <a:pt x="1" y="11844"/>
                    <a:pt x="41" y="11925"/>
                    <a:pt x="82" y="12007"/>
                  </a:cubicBezTo>
                  <a:cubicBezTo>
                    <a:pt x="163" y="12088"/>
                    <a:pt x="245" y="12088"/>
                    <a:pt x="326" y="12088"/>
                  </a:cubicBezTo>
                  <a:lnTo>
                    <a:pt x="5739" y="12088"/>
                  </a:lnTo>
                  <a:cubicBezTo>
                    <a:pt x="5820" y="12088"/>
                    <a:pt x="5942" y="12088"/>
                    <a:pt x="5983" y="12007"/>
                  </a:cubicBezTo>
                  <a:cubicBezTo>
                    <a:pt x="6064" y="11925"/>
                    <a:pt x="6105" y="11844"/>
                    <a:pt x="6105" y="11762"/>
                  </a:cubicBezTo>
                  <a:lnTo>
                    <a:pt x="6105" y="367"/>
                  </a:lnTo>
                  <a:cubicBezTo>
                    <a:pt x="6105" y="286"/>
                    <a:pt x="6064" y="164"/>
                    <a:pt x="5983" y="123"/>
                  </a:cubicBezTo>
                  <a:cubicBezTo>
                    <a:pt x="5942" y="42"/>
                    <a:pt x="5820" y="1"/>
                    <a:pt x="57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7" name="Google Shape;2067;p35"/>
            <p:cNvSpPr/>
            <p:nvPr/>
          </p:nvSpPr>
          <p:spPr>
            <a:xfrm>
              <a:off x="4319700" y="2821375"/>
              <a:ext cx="1707275" cy="1335900"/>
            </a:xfrm>
            <a:custGeom>
              <a:rect b="b" l="l" r="r" t="t"/>
              <a:pathLst>
                <a:path extrusionOk="0" h="53436" w="68291">
                  <a:moveTo>
                    <a:pt x="1" y="0"/>
                  </a:moveTo>
                  <a:lnTo>
                    <a:pt x="1" y="53436"/>
                  </a:lnTo>
                  <a:lnTo>
                    <a:pt x="68290" y="53436"/>
                  </a:lnTo>
                  <a:lnTo>
                    <a:pt x="6829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" name="Google Shape;2068;p35"/>
            <p:cNvSpPr/>
            <p:nvPr/>
          </p:nvSpPr>
          <p:spPr>
            <a:xfrm>
              <a:off x="4310550" y="2813225"/>
              <a:ext cx="1724550" cy="1352200"/>
            </a:xfrm>
            <a:custGeom>
              <a:rect b="b" l="l" r="r" t="t"/>
              <a:pathLst>
                <a:path extrusionOk="0" h="54088" w="68982">
                  <a:moveTo>
                    <a:pt x="68290" y="693"/>
                  </a:moveTo>
                  <a:lnTo>
                    <a:pt x="68290" y="53395"/>
                  </a:lnTo>
                  <a:lnTo>
                    <a:pt x="692" y="53395"/>
                  </a:lnTo>
                  <a:lnTo>
                    <a:pt x="692" y="693"/>
                  </a:lnTo>
                  <a:close/>
                  <a:moveTo>
                    <a:pt x="367" y="1"/>
                  </a:moveTo>
                  <a:cubicBezTo>
                    <a:pt x="245" y="1"/>
                    <a:pt x="163" y="41"/>
                    <a:pt x="123" y="82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53762"/>
                  </a:lnTo>
                  <a:cubicBezTo>
                    <a:pt x="0" y="53843"/>
                    <a:pt x="41" y="53924"/>
                    <a:pt x="123" y="54006"/>
                  </a:cubicBezTo>
                  <a:cubicBezTo>
                    <a:pt x="163" y="54047"/>
                    <a:pt x="245" y="54087"/>
                    <a:pt x="367" y="54087"/>
                  </a:cubicBezTo>
                  <a:lnTo>
                    <a:pt x="68656" y="54087"/>
                  </a:lnTo>
                  <a:cubicBezTo>
                    <a:pt x="68738" y="54087"/>
                    <a:pt x="68819" y="54047"/>
                    <a:pt x="68901" y="54006"/>
                  </a:cubicBezTo>
                  <a:cubicBezTo>
                    <a:pt x="68941" y="53924"/>
                    <a:pt x="68982" y="53843"/>
                    <a:pt x="68982" y="53762"/>
                  </a:cubicBezTo>
                  <a:lnTo>
                    <a:pt x="68982" y="326"/>
                  </a:lnTo>
                  <a:cubicBezTo>
                    <a:pt x="68982" y="245"/>
                    <a:pt x="68941" y="163"/>
                    <a:pt x="68901" y="82"/>
                  </a:cubicBezTo>
                  <a:cubicBezTo>
                    <a:pt x="68819" y="41"/>
                    <a:pt x="68738" y="1"/>
                    <a:pt x="686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" name="Google Shape;2069;p35"/>
            <p:cNvSpPr/>
            <p:nvPr/>
          </p:nvSpPr>
          <p:spPr>
            <a:xfrm>
              <a:off x="4410250" y="2892600"/>
              <a:ext cx="1525150" cy="1193450"/>
            </a:xfrm>
            <a:custGeom>
              <a:rect b="b" l="l" r="r" t="t"/>
              <a:pathLst>
                <a:path extrusionOk="0" h="47738" w="61006">
                  <a:moveTo>
                    <a:pt x="1" y="0"/>
                  </a:moveTo>
                  <a:lnTo>
                    <a:pt x="1" y="47738"/>
                  </a:lnTo>
                  <a:lnTo>
                    <a:pt x="61006" y="47738"/>
                  </a:lnTo>
                  <a:lnTo>
                    <a:pt x="610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0" name="Google Shape;2070;p35"/>
            <p:cNvSpPr/>
            <p:nvPr/>
          </p:nvSpPr>
          <p:spPr>
            <a:xfrm>
              <a:off x="4402125" y="2884450"/>
              <a:ext cx="1541425" cy="1209750"/>
            </a:xfrm>
            <a:custGeom>
              <a:rect b="b" l="l" r="r" t="t"/>
              <a:pathLst>
                <a:path extrusionOk="0" h="48390" w="61657">
                  <a:moveTo>
                    <a:pt x="61005" y="692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2"/>
                  </a:lnTo>
                  <a:close/>
                  <a:moveTo>
                    <a:pt x="326" y="0"/>
                  </a:moveTo>
                  <a:cubicBezTo>
                    <a:pt x="244" y="0"/>
                    <a:pt x="163" y="41"/>
                    <a:pt x="122" y="123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48064"/>
                  </a:lnTo>
                  <a:cubicBezTo>
                    <a:pt x="0" y="48145"/>
                    <a:pt x="41" y="48227"/>
                    <a:pt x="122" y="48267"/>
                  </a:cubicBezTo>
                  <a:cubicBezTo>
                    <a:pt x="163" y="48349"/>
                    <a:pt x="244" y="48389"/>
                    <a:pt x="326" y="48389"/>
                  </a:cubicBezTo>
                  <a:lnTo>
                    <a:pt x="61331" y="48389"/>
                  </a:lnTo>
                  <a:cubicBezTo>
                    <a:pt x="61412" y="48389"/>
                    <a:pt x="61493" y="48349"/>
                    <a:pt x="61575" y="48267"/>
                  </a:cubicBezTo>
                  <a:cubicBezTo>
                    <a:pt x="61616" y="48227"/>
                    <a:pt x="61656" y="48145"/>
                    <a:pt x="61656" y="48064"/>
                  </a:cubicBezTo>
                  <a:lnTo>
                    <a:pt x="61656" y="326"/>
                  </a:lnTo>
                  <a:cubicBezTo>
                    <a:pt x="61656" y="245"/>
                    <a:pt x="61616" y="163"/>
                    <a:pt x="61575" y="123"/>
                  </a:cubicBezTo>
                  <a:cubicBezTo>
                    <a:pt x="61493" y="41"/>
                    <a:pt x="61412" y="0"/>
                    <a:pt x="613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1" name="Google Shape;2071;p35"/>
            <p:cNvSpPr/>
            <p:nvPr/>
          </p:nvSpPr>
          <p:spPr>
            <a:xfrm>
              <a:off x="4506925" y="2953625"/>
              <a:ext cx="534150" cy="335775"/>
            </a:xfrm>
            <a:custGeom>
              <a:rect b="b" l="l" r="r" t="t"/>
              <a:pathLst>
                <a:path extrusionOk="0" h="13431" w="21366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6" y="856"/>
                  </a:cubicBezTo>
                  <a:lnTo>
                    <a:pt x="1953" y="856"/>
                  </a:lnTo>
                  <a:cubicBezTo>
                    <a:pt x="2157" y="856"/>
                    <a:pt x="2320" y="693"/>
                    <a:pt x="2320" y="489"/>
                  </a:cubicBezTo>
                  <a:cubicBezTo>
                    <a:pt x="2320" y="245"/>
                    <a:pt x="2157" y="82"/>
                    <a:pt x="1953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3"/>
                    <a:pt x="3500" y="856"/>
                    <a:pt x="3703" y="856"/>
                  </a:cubicBezTo>
                  <a:lnTo>
                    <a:pt x="7814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1"/>
                  </a:moveTo>
                  <a:cubicBezTo>
                    <a:pt x="9320" y="1"/>
                    <a:pt x="9157" y="204"/>
                    <a:pt x="9157" y="489"/>
                  </a:cubicBezTo>
                  <a:cubicBezTo>
                    <a:pt x="9157" y="733"/>
                    <a:pt x="9320" y="937"/>
                    <a:pt x="9605" y="937"/>
                  </a:cubicBezTo>
                  <a:cubicBezTo>
                    <a:pt x="9849" y="937"/>
                    <a:pt x="10052" y="733"/>
                    <a:pt x="10052" y="489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89"/>
                  </a:cubicBezTo>
                  <a:cubicBezTo>
                    <a:pt x="10500" y="733"/>
                    <a:pt x="10703" y="937"/>
                    <a:pt x="10948" y="937"/>
                  </a:cubicBezTo>
                  <a:cubicBezTo>
                    <a:pt x="11192" y="937"/>
                    <a:pt x="11395" y="733"/>
                    <a:pt x="11395" y="489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89"/>
                  </a:cubicBezTo>
                  <a:cubicBezTo>
                    <a:pt x="11843" y="733"/>
                    <a:pt x="12046" y="937"/>
                    <a:pt x="12291" y="937"/>
                  </a:cubicBezTo>
                  <a:cubicBezTo>
                    <a:pt x="12535" y="937"/>
                    <a:pt x="12738" y="733"/>
                    <a:pt x="12738" y="489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89"/>
                  </a:cubicBezTo>
                  <a:cubicBezTo>
                    <a:pt x="13186" y="733"/>
                    <a:pt x="13389" y="937"/>
                    <a:pt x="13634" y="937"/>
                  </a:cubicBezTo>
                  <a:cubicBezTo>
                    <a:pt x="13878" y="937"/>
                    <a:pt x="14081" y="733"/>
                    <a:pt x="14081" y="489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89"/>
                  </a:cubicBezTo>
                  <a:cubicBezTo>
                    <a:pt x="14529" y="733"/>
                    <a:pt x="14732" y="937"/>
                    <a:pt x="14977" y="937"/>
                  </a:cubicBezTo>
                  <a:cubicBezTo>
                    <a:pt x="15221" y="937"/>
                    <a:pt x="15424" y="733"/>
                    <a:pt x="15424" y="489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89"/>
                  </a:cubicBezTo>
                  <a:cubicBezTo>
                    <a:pt x="15872" y="733"/>
                    <a:pt x="16075" y="937"/>
                    <a:pt x="16320" y="937"/>
                  </a:cubicBezTo>
                  <a:cubicBezTo>
                    <a:pt x="16564" y="937"/>
                    <a:pt x="16767" y="733"/>
                    <a:pt x="16767" y="489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3" y="2646"/>
                  </a:lnTo>
                  <a:cubicBezTo>
                    <a:pt x="2157" y="2646"/>
                    <a:pt x="2320" y="2483"/>
                    <a:pt x="2320" y="2280"/>
                  </a:cubicBezTo>
                  <a:cubicBezTo>
                    <a:pt x="2320" y="2036"/>
                    <a:pt x="2157" y="1873"/>
                    <a:pt x="1953" y="1873"/>
                  </a:cubicBezTo>
                  <a:close/>
                  <a:moveTo>
                    <a:pt x="3703" y="1873"/>
                  </a:moveTo>
                  <a:cubicBezTo>
                    <a:pt x="3500" y="1873"/>
                    <a:pt x="3337" y="2036"/>
                    <a:pt x="3337" y="2280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14" y="1873"/>
                  </a:cubicBezTo>
                  <a:close/>
                  <a:moveTo>
                    <a:pt x="366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6" y="4437"/>
                  </a:cubicBezTo>
                  <a:lnTo>
                    <a:pt x="1953" y="4437"/>
                  </a:lnTo>
                  <a:cubicBezTo>
                    <a:pt x="2157" y="4437"/>
                    <a:pt x="2320" y="4274"/>
                    <a:pt x="2320" y="4071"/>
                  </a:cubicBezTo>
                  <a:cubicBezTo>
                    <a:pt x="2320" y="3867"/>
                    <a:pt x="2157" y="3664"/>
                    <a:pt x="1953" y="3664"/>
                  </a:cubicBezTo>
                  <a:close/>
                  <a:moveTo>
                    <a:pt x="3703" y="3664"/>
                  </a:moveTo>
                  <a:cubicBezTo>
                    <a:pt x="3500" y="3664"/>
                    <a:pt x="3337" y="3867"/>
                    <a:pt x="3337" y="4071"/>
                  </a:cubicBezTo>
                  <a:cubicBezTo>
                    <a:pt x="3337" y="4274"/>
                    <a:pt x="3500" y="4437"/>
                    <a:pt x="3703" y="4437"/>
                  </a:cubicBezTo>
                  <a:lnTo>
                    <a:pt x="7814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14" y="3664"/>
                  </a:cubicBezTo>
                  <a:close/>
                  <a:moveTo>
                    <a:pt x="9605" y="3623"/>
                  </a:moveTo>
                  <a:cubicBezTo>
                    <a:pt x="9320" y="3623"/>
                    <a:pt x="9157" y="3826"/>
                    <a:pt x="9157" y="4071"/>
                  </a:cubicBezTo>
                  <a:cubicBezTo>
                    <a:pt x="9157" y="4315"/>
                    <a:pt x="9320" y="4518"/>
                    <a:pt x="9605" y="4518"/>
                  </a:cubicBezTo>
                  <a:cubicBezTo>
                    <a:pt x="9849" y="4518"/>
                    <a:pt x="10052" y="4315"/>
                    <a:pt x="10052" y="4071"/>
                  </a:cubicBezTo>
                  <a:cubicBezTo>
                    <a:pt x="10052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3" y="3623"/>
                    <a:pt x="10500" y="3826"/>
                    <a:pt x="10500" y="4071"/>
                  </a:cubicBezTo>
                  <a:cubicBezTo>
                    <a:pt x="10500" y="4315"/>
                    <a:pt x="10703" y="4518"/>
                    <a:pt x="10948" y="4518"/>
                  </a:cubicBezTo>
                  <a:cubicBezTo>
                    <a:pt x="11192" y="4518"/>
                    <a:pt x="11395" y="4315"/>
                    <a:pt x="11395" y="4071"/>
                  </a:cubicBezTo>
                  <a:cubicBezTo>
                    <a:pt x="11395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6" y="3623"/>
                    <a:pt x="11843" y="3826"/>
                    <a:pt x="11843" y="4071"/>
                  </a:cubicBezTo>
                  <a:cubicBezTo>
                    <a:pt x="11843" y="4315"/>
                    <a:pt x="12046" y="4518"/>
                    <a:pt x="12291" y="4518"/>
                  </a:cubicBezTo>
                  <a:cubicBezTo>
                    <a:pt x="12535" y="4518"/>
                    <a:pt x="12738" y="4315"/>
                    <a:pt x="12738" y="4071"/>
                  </a:cubicBezTo>
                  <a:cubicBezTo>
                    <a:pt x="12738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89" y="3623"/>
                    <a:pt x="13186" y="3826"/>
                    <a:pt x="13186" y="4071"/>
                  </a:cubicBezTo>
                  <a:cubicBezTo>
                    <a:pt x="13186" y="4315"/>
                    <a:pt x="13389" y="4518"/>
                    <a:pt x="13634" y="4518"/>
                  </a:cubicBezTo>
                  <a:cubicBezTo>
                    <a:pt x="13878" y="4518"/>
                    <a:pt x="14081" y="4315"/>
                    <a:pt x="14081" y="4071"/>
                  </a:cubicBezTo>
                  <a:cubicBezTo>
                    <a:pt x="14081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2" y="3623"/>
                    <a:pt x="14529" y="3826"/>
                    <a:pt x="14529" y="4071"/>
                  </a:cubicBezTo>
                  <a:cubicBezTo>
                    <a:pt x="14529" y="4315"/>
                    <a:pt x="14732" y="4518"/>
                    <a:pt x="14977" y="4518"/>
                  </a:cubicBezTo>
                  <a:cubicBezTo>
                    <a:pt x="15221" y="4518"/>
                    <a:pt x="15424" y="4315"/>
                    <a:pt x="15424" y="4071"/>
                  </a:cubicBezTo>
                  <a:cubicBezTo>
                    <a:pt x="15424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5" y="3623"/>
                    <a:pt x="15872" y="3826"/>
                    <a:pt x="15872" y="4071"/>
                  </a:cubicBezTo>
                  <a:cubicBezTo>
                    <a:pt x="15872" y="4315"/>
                    <a:pt x="16075" y="4518"/>
                    <a:pt x="16320" y="4518"/>
                  </a:cubicBezTo>
                  <a:cubicBezTo>
                    <a:pt x="16564" y="4518"/>
                    <a:pt x="16767" y="4315"/>
                    <a:pt x="16767" y="4071"/>
                  </a:cubicBezTo>
                  <a:cubicBezTo>
                    <a:pt x="16767" y="3826"/>
                    <a:pt x="16564" y="3623"/>
                    <a:pt x="16320" y="3623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6" y="6228"/>
                  </a:cubicBezTo>
                  <a:lnTo>
                    <a:pt x="1953" y="6228"/>
                  </a:lnTo>
                  <a:cubicBezTo>
                    <a:pt x="2157" y="6228"/>
                    <a:pt x="2320" y="6065"/>
                    <a:pt x="2320" y="5861"/>
                  </a:cubicBezTo>
                  <a:cubicBezTo>
                    <a:pt x="2320" y="5658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8"/>
                    <a:pt x="3337" y="5861"/>
                  </a:cubicBezTo>
                  <a:cubicBezTo>
                    <a:pt x="3337" y="6065"/>
                    <a:pt x="3500" y="6228"/>
                    <a:pt x="3703" y="6228"/>
                  </a:cubicBezTo>
                  <a:lnTo>
                    <a:pt x="7814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14" y="5454"/>
                  </a:cubicBezTo>
                  <a:close/>
                  <a:moveTo>
                    <a:pt x="366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6" y="8059"/>
                  </a:cubicBezTo>
                  <a:lnTo>
                    <a:pt x="1953" y="8059"/>
                  </a:lnTo>
                  <a:cubicBezTo>
                    <a:pt x="2157" y="8059"/>
                    <a:pt x="2320" y="7855"/>
                    <a:pt x="2320" y="7652"/>
                  </a:cubicBezTo>
                  <a:cubicBezTo>
                    <a:pt x="2320" y="7448"/>
                    <a:pt x="2157" y="7286"/>
                    <a:pt x="1953" y="7286"/>
                  </a:cubicBezTo>
                  <a:close/>
                  <a:moveTo>
                    <a:pt x="3703" y="7286"/>
                  </a:moveTo>
                  <a:cubicBezTo>
                    <a:pt x="3500" y="7286"/>
                    <a:pt x="3337" y="7448"/>
                    <a:pt x="3337" y="7652"/>
                  </a:cubicBezTo>
                  <a:cubicBezTo>
                    <a:pt x="3337" y="7855"/>
                    <a:pt x="3500" y="8059"/>
                    <a:pt x="3703" y="8059"/>
                  </a:cubicBezTo>
                  <a:lnTo>
                    <a:pt x="7814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14" y="7286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3" y="9687"/>
                  </a:cubicBezTo>
                  <a:cubicBezTo>
                    <a:pt x="14447" y="9687"/>
                    <a:pt x="14651" y="9483"/>
                    <a:pt x="14651" y="9239"/>
                  </a:cubicBezTo>
                  <a:cubicBezTo>
                    <a:pt x="14651" y="8995"/>
                    <a:pt x="14447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6" y="9687"/>
                  </a:cubicBezTo>
                  <a:cubicBezTo>
                    <a:pt x="15790" y="9687"/>
                    <a:pt x="15994" y="9483"/>
                    <a:pt x="15994" y="9239"/>
                  </a:cubicBezTo>
                  <a:cubicBezTo>
                    <a:pt x="15994" y="8995"/>
                    <a:pt x="15790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89" y="9687"/>
                  </a:cubicBezTo>
                  <a:cubicBezTo>
                    <a:pt x="17133" y="9687"/>
                    <a:pt x="17337" y="9483"/>
                    <a:pt x="17337" y="9239"/>
                  </a:cubicBezTo>
                  <a:cubicBezTo>
                    <a:pt x="17337" y="8995"/>
                    <a:pt x="17133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2" y="9687"/>
                  </a:cubicBezTo>
                  <a:cubicBezTo>
                    <a:pt x="18476" y="9687"/>
                    <a:pt x="18680" y="9483"/>
                    <a:pt x="18680" y="9239"/>
                  </a:cubicBezTo>
                  <a:cubicBezTo>
                    <a:pt x="18680" y="8995"/>
                    <a:pt x="18476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5" y="9687"/>
                  </a:cubicBezTo>
                  <a:cubicBezTo>
                    <a:pt x="19819" y="9687"/>
                    <a:pt x="20023" y="9483"/>
                    <a:pt x="20023" y="9239"/>
                  </a:cubicBezTo>
                  <a:cubicBezTo>
                    <a:pt x="20023" y="8995"/>
                    <a:pt x="19819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8" y="9687"/>
                  </a:cubicBezTo>
                  <a:cubicBezTo>
                    <a:pt x="21162" y="9687"/>
                    <a:pt x="21366" y="9483"/>
                    <a:pt x="21366" y="9239"/>
                  </a:cubicBezTo>
                  <a:cubicBezTo>
                    <a:pt x="21366" y="8995"/>
                    <a:pt x="21162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6" y="9850"/>
                  </a:cubicBezTo>
                  <a:lnTo>
                    <a:pt x="1953" y="9850"/>
                  </a:lnTo>
                  <a:cubicBezTo>
                    <a:pt x="2157" y="9850"/>
                    <a:pt x="2320" y="9646"/>
                    <a:pt x="2320" y="9443"/>
                  </a:cubicBezTo>
                  <a:cubicBezTo>
                    <a:pt x="2320" y="9239"/>
                    <a:pt x="2157" y="9076"/>
                    <a:pt x="1953" y="9076"/>
                  </a:cubicBezTo>
                  <a:close/>
                  <a:moveTo>
                    <a:pt x="8628" y="9076"/>
                  </a:moveTo>
                  <a:cubicBezTo>
                    <a:pt x="8424" y="9076"/>
                    <a:pt x="8262" y="9239"/>
                    <a:pt x="8262" y="9443"/>
                  </a:cubicBezTo>
                  <a:cubicBezTo>
                    <a:pt x="8262" y="9646"/>
                    <a:pt x="8424" y="9850"/>
                    <a:pt x="8628" y="9850"/>
                  </a:cubicBezTo>
                  <a:lnTo>
                    <a:pt x="12779" y="9850"/>
                  </a:lnTo>
                  <a:cubicBezTo>
                    <a:pt x="12982" y="9850"/>
                    <a:pt x="13145" y="9646"/>
                    <a:pt x="13145" y="9443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6" y="11640"/>
                  </a:cubicBezTo>
                  <a:lnTo>
                    <a:pt x="1953" y="11640"/>
                  </a:lnTo>
                  <a:cubicBezTo>
                    <a:pt x="2157" y="11640"/>
                    <a:pt x="2320" y="11478"/>
                    <a:pt x="2320" y="11233"/>
                  </a:cubicBezTo>
                  <a:cubicBezTo>
                    <a:pt x="2320" y="11030"/>
                    <a:pt x="2157" y="10867"/>
                    <a:pt x="1953" y="10867"/>
                  </a:cubicBezTo>
                  <a:close/>
                  <a:moveTo>
                    <a:pt x="8628" y="10867"/>
                  </a:moveTo>
                  <a:cubicBezTo>
                    <a:pt x="8424" y="10867"/>
                    <a:pt x="8262" y="11030"/>
                    <a:pt x="8262" y="11233"/>
                  </a:cubicBezTo>
                  <a:cubicBezTo>
                    <a:pt x="8262" y="11478"/>
                    <a:pt x="8424" y="11640"/>
                    <a:pt x="8628" y="11640"/>
                  </a:cubicBezTo>
                  <a:lnTo>
                    <a:pt x="12779" y="11640"/>
                  </a:lnTo>
                  <a:cubicBezTo>
                    <a:pt x="12982" y="11640"/>
                    <a:pt x="13145" y="11478"/>
                    <a:pt x="13145" y="11233"/>
                  </a:cubicBezTo>
                  <a:cubicBezTo>
                    <a:pt x="13145" y="11030"/>
                    <a:pt x="12982" y="10867"/>
                    <a:pt x="12779" y="10867"/>
                  </a:cubicBezTo>
                  <a:close/>
                  <a:moveTo>
                    <a:pt x="14203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3" y="13390"/>
                  </a:cubicBezTo>
                  <a:cubicBezTo>
                    <a:pt x="14447" y="13390"/>
                    <a:pt x="14651" y="13187"/>
                    <a:pt x="14651" y="12943"/>
                  </a:cubicBezTo>
                  <a:cubicBezTo>
                    <a:pt x="14651" y="12698"/>
                    <a:pt x="14447" y="12495"/>
                    <a:pt x="14203" y="12495"/>
                  </a:cubicBezTo>
                  <a:close/>
                  <a:moveTo>
                    <a:pt x="15546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6" y="13390"/>
                  </a:cubicBezTo>
                  <a:cubicBezTo>
                    <a:pt x="15790" y="13390"/>
                    <a:pt x="15994" y="13187"/>
                    <a:pt x="15994" y="12943"/>
                  </a:cubicBezTo>
                  <a:cubicBezTo>
                    <a:pt x="15994" y="12698"/>
                    <a:pt x="15790" y="12495"/>
                    <a:pt x="15546" y="12495"/>
                  </a:cubicBezTo>
                  <a:close/>
                  <a:moveTo>
                    <a:pt x="16889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89" y="13390"/>
                  </a:cubicBezTo>
                  <a:cubicBezTo>
                    <a:pt x="17133" y="13390"/>
                    <a:pt x="17337" y="13187"/>
                    <a:pt x="17337" y="12943"/>
                  </a:cubicBezTo>
                  <a:cubicBezTo>
                    <a:pt x="17337" y="12698"/>
                    <a:pt x="17133" y="12495"/>
                    <a:pt x="16889" y="12495"/>
                  </a:cubicBezTo>
                  <a:close/>
                  <a:moveTo>
                    <a:pt x="18232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2" y="13390"/>
                  </a:cubicBezTo>
                  <a:cubicBezTo>
                    <a:pt x="18476" y="13390"/>
                    <a:pt x="18680" y="13187"/>
                    <a:pt x="18680" y="12943"/>
                  </a:cubicBezTo>
                  <a:cubicBezTo>
                    <a:pt x="18680" y="12698"/>
                    <a:pt x="18476" y="12495"/>
                    <a:pt x="18232" y="12495"/>
                  </a:cubicBezTo>
                  <a:close/>
                  <a:moveTo>
                    <a:pt x="19575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5" y="13390"/>
                  </a:cubicBezTo>
                  <a:cubicBezTo>
                    <a:pt x="19819" y="13390"/>
                    <a:pt x="20023" y="13187"/>
                    <a:pt x="20023" y="12943"/>
                  </a:cubicBezTo>
                  <a:cubicBezTo>
                    <a:pt x="20023" y="12698"/>
                    <a:pt x="19819" y="12495"/>
                    <a:pt x="19575" y="12495"/>
                  </a:cubicBezTo>
                  <a:close/>
                  <a:moveTo>
                    <a:pt x="20918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8" y="13390"/>
                  </a:cubicBezTo>
                  <a:cubicBezTo>
                    <a:pt x="21162" y="13390"/>
                    <a:pt x="21366" y="13187"/>
                    <a:pt x="21366" y="12943"/>
                  </a:cubicBezTo>
                  <a:cubicBezTo>
                    <a:pt x="21366" y="12698"/>
                    <a:pt x="21162" y="12495"/>
                    <a:pt x="20918" y="12495"/>
                  </a:cubicBezTo>
                  <a:close/>
                  <a:moveTo>
                    <a:pt x="366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6" y="13431"/>
                  </a:cubicBezTo>
                  <a:lnTo>
                    <a:pt x="1953" y="13431"/>
                  </a:lnTo>
                  <a:cubicBezTo>
                    <a:pt x="2157" y="13431"/>
                    <a:pt x="2320" y="13268"/>
                    <a:pt x="2320" y="13065"/>
                  </a:cubicBezTo>
                  <a:cubicBezTo>
                    <a:pt x="2320" y="12821"/>
                    <a:pt x="2157" y="12658"/>
                    <a:pt x="1953" y="12658"/>
                  </a:cubicBezTo>
                  <a:close/>
                  <a:moveTo>
                    <a:pt x="8628" y="12658"/>
                  </a:moveTo>
                  <a:cubicBezTo>
                    <a:pt x="8424" y="12658"/>
                    <a:pt x="8262" y="12821"/>
                    <a:pt x="8262" y="13065"/>
                  </a:cubicBezTo>
                  <a:cubicBezTo>
                    <a:pt x="8262" y="13268"/>
                    <a:pt x="8424" y="13431"/>
                    <a:pt x="8628" y="13431"/>
                  </a:cubicBezTo>
                  <a:lnTo>
                    <a:pt x="12779" y="13431"/>
                  </a:lnTo>
                  <a:cubicBezTo>
                    <a:pt x="12982" y="13431"/>
                    <a:pt x="13145" y="13268"/>
                    <a:pt x="13145" y="13065"/>
                  </a:cubicBezTo>
                  <a:cubicBezTo>
                    <a:pt x="13145" y="12821"/>
                    <a:pt x="12982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2" name="Google Shape;2072;p35"/>
            <p:cNvSpPr/>
            <p:nvPr/>
          </p:nvSpPr>
          <p:spPr>
            <a:xfrm>
              <a:off x="4506925" y="3313800"/>
              <a:ext cx="534150" cy="334775"/>
            </a:xfrm>
            <a:custGeom>
              <a:rect b="b" l="l" r="r" t="t"/>
              <a:pathLst>
                <a:path extrusionOk="0" h="13391" w="21366">
                  <a:moveTo>
                    <a:pt x="366" y="41"/>
                  </a:moveTo>
                  <a:cubicBezTo>
                    <a:pt x="163" y="41"/>
                    <a:pt x="0" y="204"/>
                    <a:pt x="0" y="448"/>
                  </a:cubicBezTo>
                  <a:cubicBezTo>
                    <a:pt x="0" y="652"/>
                    <a:pt x="163" y="815"/>
                    <a:pt x="366" y="815"/>
                  </a:cubicBezTo>
                  <a:lnTo>
                    <a:pt x="1953" y="815"/>
                  </a:lnTo>
                  <a:cubicBezTo>
                    <a:pt x="2157" y="815"/>
                    <a:pt x="2320" y="652"/>
                    <a:pt x="2320" y="448"/>
                  </a:cubicBezTo>
                  <a:cubicBezTo>
                    <a:pt x="2320" y="204"/>
                    <a:pt x="2157" y="41"/>
                    <a:pt x="1953" y="41"/>
                  </a:cubicBezTo>
                  <a:close/>
                  <a:moveTo>
                    <a:pt x="3703" y="41"/>
                  </a:moveTo>
                  <a:cubicBezTo>
                    <a:pt x="3500" y="41"/>
                    <a:pt x="3337" y="204"/>
                    <a:pt x="3337" y="448"/>
                  </a:cubicBezTo>
                  <a:cubicBezTo>
                    <a:pt x="3337" y="652"/>
                    <a:pt x="3500" y="815"/>
                    <a:pt x="3703" y="815"/>
                  </a:cubicBezTo>
                  <a:lnTo>
                    <a:pt x="7814" y="815"/>
                  </a:lnTo>
                  <a:cubicBezTo>
                    <a:pt x="8058" y="815"/>
                    <a:pt x="8221" y="652"/>
                    <a:pt x="8221" y="448"/>
                  </a:cubicBezTo>
                  <a:cubicBezTo>
                    <a:pt x="8221" y="204"/>
                    <a:pt x="8058" y="41"/>
                    <a:pt x="7814" y="41"/>
                  </a:cubicBezTo>
                  <a:close/>
                  <a:moveTo>
                    <a:pt x="9605" y="1"/>
                  </a:moveTo>
                  <a:cubicBezTo>
                    <a:pt x="9320" y="1"/>
                    <a:pt x="9157" y="204"/>
                    <a:pt x="9157" y="448"/>
                  </a:cubicBezTo>
                  <a:cubicBezTo>
                    <a:pt x="9157" y="693"/>
                    <a:pt x="9320" y="896"/>
                    <a:pt x="9605" y="896"/>
                  </a:cubicBezTo>
                  <a:cubicBezTo>
                    <a:pt x="9849" y="896"/>
                    <a:pt x="10052" y="693"/>
                    <a:pt x="10052" y="448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48"/>
                  </a:cubicBezTo>
                  <a:cubicBezTo>
                    <a:pt x="10500" y="693"/>
                    <a:pt x="10703" y="896"/>
                    <a:pt x="10948" y="896"/>
                  </a:cubicBezTo>
                  <a:cubicBezTo>
                    <a:pt x="11192" y="896"/>
                    <a:pt x="11395" y="693"/>
                    <a:pt x="11395" y="448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48"/>
                  </a:cubicBezTo>
                  <a:cubicBezTo>
                    <a:pt x="11843" y="693"/>
                    <a:pt x="12046" y="896"/>
                    <a:pt x="12291" y="896"/>
                  </a:cubicBezTo>
                  <a:cubicBezTo>
                    <a:pt x="12535" y="896"/>
                    <a:pt x="12738" y="693"/>
                    <a:pt x="12738" y="448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48"/>
                  </a:cubicBezTo>
                  <a:cubicBezTo>
                    <a:pt x="13186" y="693"/>
                    <a:pt x="13389" y="896"/>
                    <a:pt x="13634" y="896"/>
                  </a:cubicBezTo>
                  <a:cubicBezTo>
                    <a:pt x="13878" y="896"/>
                    <a:pt x="14081" y="693"/>
                    <a:pt x="14081" y="448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48"/>
                  </a:cubicBezTo>
                  <a:cubicBezTo>
                    <a:pt x="14529" y="693"/>
                    <a:pt x="14732" y="896"/>
                    <a:pt x="14977" y="896"/>
                  </a:cubicBezTo>
                  <a:cubicBezTo>
                    <a:pt x="15221" y="896"/>
                    <a:pt x="15424" y="693"/>
                    <a:pt x="15424" y="448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48"/>
                  </a:cubicBezTo>
                  <a:cubicBezTo>
                    <a:pt x="15872" y="693"/>
                    <a:pt x="16075" y="896"/>
                    <a:pt x="16320" y="896"/>
                  </a:cubicBezTo>
                  <a:cubicBezTo>
                    <a:pt x="16564" y="896"/>
                    <a:pt x="16767" y="693"/>
                    <a:pt x="16767" y="448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32"/>
                  </a:moveTo>
                  <a:cubicBezTo>
                    <a:pt x="163" y="1832"/>
                    <a:pt x="0" y="2036"/>
                    <a:pt x="0" y="2239"/>
                  </a:cubicBezTo>
                  <a:cubicBezTo>
                    <a:pt x="0" y="2443"/>
                    <a:pt x="163" y="2605"/>
                    <a:pt x="366" y="2605"/>
                  </a:cubicBezTo>
                  <a:lnTo>
                    <a:pt x="1953" y="2605"/>
                  </a:lnTo>
                  <a:cubicBezTo>
                    <a:pt x="2157" y="2605"/>
                    <a:pt x="2320" y="2443"/>
                    <a:pt x="2320" y="2239"/>
                  </a:cubicBezTo>
                  <a:cubicBezTo>
                    <a:pt x="2320" y="2036"/>
                    <a:pt x="2157" y="1832"/>
                    <a:pt x="1953" y="1832"/>
                  </a:cubicBezTo>
                  <a:close/>
                  <a:moveTo>
                    <a:pt x="3703" y="1832"/>
                  </a:moveTo>
                  <a:cubicBezTo>
                    <a:pt x="3500" y="1832"/>
                    <a:pt x="3337" y="2036"/>
                    <a:pt x="3337" y="2239"/>
                  </a:cubicBezTo>
                  <a:cubicBezTo>
                    <a:pt x="3337" y="2443"/>
                    <a:pt x="3500" y="2605"/>
                    <a:pt x="3703" y="2605"/>
                  </a:cubicBezTo>
                  <a:lnTo>
                    <a:pt x="7814" y="2605"/>
                  </a:lnTo>
                  <a:cubicBezTo>
                    <a:pt x="8058" y="2605"/>
                    <a:pt x="8221" y="2443"/>
                    <a:pt x="8221" y="2239"/>
                  </a:cubicBezTo>
                  <a:cubicBezTo>
                    <a:pt x="8221" y="2036"/>
                    <a:pt x="8058" y="1832"/>
                    <a:pt x="7814" y="183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26"/>
                    <a:pt x="0" y="4030"/>
                  </a:cubicBezTo>
                  <a:cubicBezTo>
                    <a:pt x="0" y="4233"/>
                    <a:pt x="163" y="4437"/>
                    <a:pt x="366" y="4437"/>
                  </a:cubicBezTo>
                  <a:lnTo>
                    <a:pt x="1953" y="4437"/>
                  </a:lnTo>
                  <a:cubicBezTo>
                    <a:pt x="2157" y="4437"/>
                    <a:pt x="2320" y="4233"/>
                    <a:pt x="2320" y="4030"/>
                  </a:cubicBezTo>
                  <a:cubicBezTo>
                    <a:pt x="2320" y="3826"/>
                    <a:pt x="2157" y="3663"/>
                    <a:pt x="1953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26"/>
                    <a:pt x="3337" y="4030"/>
                  </a:cubicBezTo>
                  <a:cubicBezTo>
                    <a:pt x="3337" y="4233"/>
                    <a:pt x="3500" y="4437"/>
                    <a:pt x="3703" y="4437"/>
                  </a:cubicBezTo>
                  <a:lnTo>
                    <a:pt x="7814" y="4437"/>
                  </a:lnTo>
                  <a:cubicBezTo>
                    <a:pt x="8058" y="4437"/>
                    <a:pt x="8221" y="4233"/>
                    <a:pt x="8221" y="4030"/>
                  </a:cubicBezTo>
                  <a:cubicBezTo>
                    <a:pt x="8221" y="3826"/>
                    <a:pt x="8058" y="3663"/>
                    <a:pt x="7814" y="3663"/>
                  </a:cubicBezTo>
                  <a:close/>
                  <a:moveTo>
                    <a:pt x="9605" y="3582"/>
                  </a:moveTo>
                  <a:cubicBezTo>
                    <a:pt x="9320" y="3582"/>
                    <a:pt x="9157" y="3786"/>
                    <a:pt x="9157" y="4030"/>
                  </a:cubicBezTo>
                  <a:cubicBezTo>
                    <a:pt x="9157" y="4274"/>
                    <a:pt x="9320" y="4477"/>
                    <a:pt x="9605" y="4477"/>
                  </a:cubicBezTo>
                  <a:cubicBezTo>
                    <a:pt x="9849" y="4477"/>
                    <a:pt x="10052" y="4274"/>
                    <a:pt x="10052" y="4030"/>
                  </a:cubicBezTo>
                  <a:cubicBezTo>
                    <a:pt x="10052" y="3786"/>
                    <a:pt x="9849" y="3582"/>
                    <a:pt x="9605" y="3582"/>
                  </a:cubicBezTo>
                  <a:close/>
                  <a:moveTo>
                    <a:pt x="10948" y="3582"/>
                  </a:moveTo>
                  <a:cubicBezTo>
                    <a:pt x="10703" y="3582"/>
                    <a:pt x="10500" y="3786"/>
                    <a:pt x="10500" y="4030"/>
                  </a:cubicBezTo>
                  <a:cubicBezTo>
                    <a:pt x="10500" y="4274"/>
                    <a:pt x="10703" y="4477"/>
                    <a:pt x="10948" y="4477"/>
                  </a:cubicBezTo>
                  <a:cubicBezTo>
                    <a:pt x="11192" y="4477"/>
                    <a:pt x="11395" y="4274"/>
                    <a:pt x="11395" y="4030"/>
                  </a:cubicBezTo>
                  <a:cubicBezTo>
                    <a:pt x="11395" y="3786"/>
                    <a:pt x="11192" y="3582"/>
                    <a:pt x="10948" y="3582"/>
                  </a:cubicBezTo>
                  <a:close/>
                  <a:moveTo>
                    <a:pt x="12291" y="3582"/>
                  </a:moveTo>
                  <a:cubicBezTo>
                    <a:pt x="12046" y="3582"/>
                    <a:pt x="11843" y="3786"/>
                    <a:pt x="11843" y="4030"/>
                  </a:cubicBezTo>
                  <a:cubicBezTo>
                    <a:pt x="11843" y="4274"/>
                    <a:pt x="12046" y="4477"/>
                    <a:pt x="12291" y="4477"/>
                  </a:cubicBezTo>
                  <a:cubicBezTo>
                    <a:pt x="12535" y="4477"/>
                    <a:pt x="12738" y="4274"/>
                    <a:pt x="12738" y="4030"/>
                  </a:cubicBezTo>
                  <a:cubicBezTo>
                    <a:pt x="12738" y="3786"/>
                    <a:pt x="12535" y="3582"/>
                    <a:pt x="12291" y="3582"/>
                  </a:cubicBezTo>
                  <a:close/>
                  <a:moveTo>
                    <a:pt x="13634" y="3582"/>
                  </a:moveTo>
                  <a:cubicBezTo>
                    <a:pt x="13389" y="3582"/>
                    <a:pt x="13186" y="3786"/>
                    <a:pt x="13186" y="4030"/>
                  </a:cubicBezTo>
                  <a:cubicBezTo>
                    <a:pt x="13186" y="4274"/>
                    <a:pt x="13389" y="4477"/>
                    <a:pt x="13634" y="4477"/>
                  </a:cubicBezTo>
                  <a:cubicBezTo>
                    <a:pt x="13878" y="4477"/>
                    <a:pt x="14081" y="4274"/>
                    <a:pt x="14081" y="4030"/>
                  </a:cubicBezTo>
                  <a:cubicBezTo>
                    <a:pt x="14081" y="3786"/>
                    <a:pt x="13878" y="3582"/>
                    <a:pt x="13634" y="3582"/>
                  </a:cubicBezTo>
                  <a:close/>
                  <a:moveTo>
                    <a:pt x="14977" y="3582"/>
                  </a:moveTo>
                  <a:cubicBezTo>
                    <a:pt x="14732" y="3582"/>
                    <a:pt x="14529" y="3786"/>
                    <a:pt x="14529" y="4030"/>
                  </a:cubicBezTo>
                  <a:cubicBezTo>
                    <a:pt x="14529" y="4274"/>
                    <a:pt x="14732" y="4477"/>
                    <a:pt x="14977" y="4477"/>
                  </a:cubicBezTo>
                  <a:cubicBezTo>
                    <a:pt x="15221" y="4477"/>
                    <a:pt x="15424" y="4274"/>
                    <a:pt x="15424" y="4030"/>
                  </a:cubicBezTo>
                  <a:cubicBezTo>
                    <a:pt x="15424" y="3786"/>
                    <a:pt x="15221" y="3582"/>
                    <a:pt x="14977" y="3582"/>
                  </a:cubicBezTo>
                  <a:close/>
                  <a:moveTo>
                    <a:pt x="16320" y="3582"/>
                  </a:moveTo>
                  <a:cubicBezTo>
                    <a:pt x="16075" y="3582"/>
                    <a:pt x="15872" y="3786"/>
                    <a:pt x="15872" y="4030"/>
                  </a:cubicBezTo>
                  <a:cubicBezTo>
                    <a:pt x="15872" y="4274"/>
                    <a:pt x="16075" y="4477"/>
                    <a:pt x="16320" y="4477"/>
                  </a:cubicBezTo>
                  <a:cubicBezTo>
                    <a:pt x="16564" y="4477"/>
                    <a:pt x="16767" y="4274"/>
                    <a:pt x="16767" y="4030"/>
                  </a:cubicBezTo>
                  <a:cubicBezTo>
                    <a:pt x="16767" y="3786"/>
                    <a:pt x="16564" y="3582"/>
                    <a:pt x="16320" y="358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17"/>
                    <a:pt x="0" y="5820"/>
                  </a:cubicBezTo>
                  <a:cubicBezTo>
                    <a:pt x="0" y="6024"/>
                    <a:pt x="163" y="6227"/>
                    <a:pt x="366" y="6227"/>
                  </a:cubicBezTo>
                  <a:lnTo>
                    <a:pt x="1953" y="6227"/>
                  </a:lnTo>
                  <a:cubicBezTo>
                    <a:pt x="2157" y="6227"/>
                    <a:pt x="2320" y="6024"/>
                    <a:pt x="2320" y="5820"/>
                  </a:cubicBezTo>
                  <a:cubicBezTo>
                    <a:pt x="2320" y="5617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17"/>
                    <a:pt x="3337" y="5820"/>
                  </a:cubicBezTo>
                  <a:cubicBezTo>
                    <a:pt x="3337" y="6024"/>
                    <a:pt x="3500" y="6227"/>
                    <a:pt x="3703" y="6227"/>
                  </a:cubicBezTo>
                  <a:lnTo>
                    <a:pt x="7814" y="6227"/>
                  </a:lnTo>
                  <a:cubicBezTo>
                    <a:pt x="8058" y="6227"/>
                    <a:pt x="8221" y="6024"/>
                    <a:pt x="8221" y="5820"/>
                  </a:cubicBezTo>
                  <a:cubicBezTo>
                    <a:pt x="8221" y="5617"/>
                    <a:pt x="8058" y="5454"/>
                    <a:pt x="7814" y="5454"/>
                  </a:cubicBezTo>
                  <a:close/>
                  <a:moveTo>
                    <a:pt x="366" y="7245"/>
                  </a:moveTo>
                  <a:cubicBezTo>
                    <a:pt x="163" y="7245"/>
                    <a:pt x="0" y="7408"/>
                    <a:pt x="0" y="7611"/>
                  </a:cubicBezTo>
                  <a:cubicBezTo>
                    <a:pt x="0" y="7855"/>
                    <a:pt x="163" y="8018"/>
                    <a:pt x="366" y="8018"/>
                  </a:cubicBezTo>
                  <a:lnTo>
                    <a:pt x="1953" y="8018"/>
                  </a:lnTo>
                  <a:cubicBezTo>
                    <a:pt x="2157" y="8018"/>
                    <a:pt x="2320" y="7855"/>
                    <a:pt x="2320" y="7611"/>
                  </a:cubicBezTo>
                  <a:cubicBezTo>
                    <a:pt x="2320" y="7408"/>
                    <a:pt x="2157" y="7245"/>
                    <a:pt x="1953" y="7245"/>
                  </a:cubicBezTo>
                  <a:close/>
                  <a:moveTo>
                    <a:pt x="3703" y="7245"/>
                  </a:moveTo>
                  <a:cubicBezTo>
                    <a:pt x="3500" y="7245"/>
                    <a:pt x="3337" y="7408"/>
                    <a:pt x="3337" y="7611"/>
                  </a:cubicBezTo>
                  <a:cubicBezTo>
                    <a:pt x="3337" y="7855"/>
                    <a:pt x="3500" y="8018"/>
                    <a:pt x="3703" y="8018"/>
                  </a:cubicBezTo>
                  <a:lnTo>
                    <a:pt x="7814" y="8018"/>
                  </a:lnTo>
                  <a:cubicBezTo>
                    <a:pt x="8058" y="8018"/>
                    <a:pt x="8221" y="7855"/>
                    <a:pt x="8221" y="7611"/>
                  </a:cubicBezTo>
                  <a:cubicBezTo>
                    <a:pt x="8221" y="7408"/>
                    <a:pt x="8058" y="7245"/>
                    <a:pt x="7814" y="7245"/>
                  </a:cubicBezTo>
                  <a:close/>
                  <a:moveTo>
                    <a:pt x="14203" y="8751"/>
                  </a:moveTo>
                  <a:cubicBezTo>
                    <a:pt x="13959" y="8751"/>
                    <a:pt x="13756" y="8954"/>
                    <a:pt x="13756" y="9198"/>
                  </a:cubicBezTo>
                  <a:cubicBezTo>
                    <a:pt x="13756" y="9442"/>
                    <a:pt x="13959" y="9646"/>
                    <a:pt x="14203" y="9646"/>
                  </a:cubicBezTo>
                  <a:cubicBezTo>
                    <a:pt x="14447" y="9646"/>
                    <a:pt x="14651" y="9442"/>
                    <a:pt x="14651" y="9198"/>
                  </a:cubicBezTo>
                  <a:cubicBezTo>
                    <a:pt x="14651" y="8954"/>
                    <a:pt x="14447" y="8751"/>
                    <a:pt x="14203" y="8751"/>
                  </a:cubicBezTo>
                  <a:close/>
                  <a:moveTo>
                    <a:pt x="15546" y="8751"/>
                  </a:moveTo>
                  <a:cubicBezTo>
                    <a:pt x="15302" y="8751"/>
                    <a:pt x="15099" y="8954"/>
                    <a:pt x="15099" y="9198"/>
                  </a:cubicBezTo>
                  <a:cubicBezTo>
                    <a:pt x="15099" y="9442"/>
                    <a:pt x="15302" y="9646"/>
                    <a:pt x="15546" y="9646"/>
                  </a:cubicBezTo>
                  <a:cubicBezTo>
                    <a:pt x="15790" y="9646"/>
                    <a:pt x="15994" y="9442"/>
                    <a:pt x="15994" y="9198"/>
                  </a:cubicBezTo>
                  <a:cubicBezTo>
                    <a:pt x="15994" y="8954"/>
                    <a:pt x="15790" y="8751"/>
                    <a:pt x="15546" y="8751"/>
                  </a:cubicBezTo>
                  <a:close/>
                  <a:moveTo>
                    <a:pt x="16889" y="8751"/>
                  </a:moveTo>
                  <a:cubicBezTo>
                    <a:pt x="16645" y="8751"/>
                    <a:pt x="16442" y="8954"/>
                    <a:pt x="16442" y="9198"/>
                  </a:cubicBezTo>
                  <a:cubicBezTo>
                    <a:pt x="16442" y="9442"/>
                    <a:pt x="16645" y="9646"/>
                    <a:pt x="16889" y="9646"/>
                  </a:cubicBezTo>
                  <a:cubicBezTo>
                    <a:pt x="17133" y="9646"/>
                    <a:pt x="17337" y="9442"/>
                    <a:pt x="17337" y="9198"/>
                  </a:cubicBezTo>
                  <a:cubicBezTo>
                    <a:pt x="17337" y="8954"/>
                    <a:pt x="17133" y="8751"/>
                    <a:pt x="16889" y="8751"/>
                  </a:cubicBezTo>
                  <a:close/>
                  <a:moveTo>
                    <a:pt x="18232" y="8751"/>
                  </a:moveTo>
                  <a:cubicBezTo>
                    <a:pt x="17988" y="8751"/>
                    <a:pt x="17785" y="8954"/>
                    <a:pt x="17785" y="9198"/>
                  </a:cubicBezTo>
                  <a:cubicBezTo>
                    <a:pt x="17785" y="9442"/>
                    <a:pt x="17988" y="9646"/>
                    <a:pt x="18232" y="9646"/>
                  </a:cubicBezTo>
                  <a:cubicBezTo>
                    <a:pt x="18476" y="9646"/>
                    <a:pt x="18680" y="9442"/>
                    <a:pt x="18680" y="9198"/>
                  </a:cubicBezTo>
                  <a:cubicBezTo>
                    <a:pt x="18680" y="8954"/>
                    <a:pt x="18476" y="8751"/>
                    <a:pt x="18232" y="8751"/>
                  </a:cubicBezTo>
                  <a:close/>
                  <a:moveTo>
                    <a:pt x="19575" y="8751"/>
                  </a:moveTo>
                  <a:cubicBezTo>
                    <a:pt x="19331" y="8751"/>
                    <a:pt x="19128" y="8954"/>
                    <a:pt x="19128" y="9198"/>
                  </a:cubicBezTo>
                  <a:cubicBezTo>
                    <a:pt x="19128" y="9442"/>
                    <a:pt x="19331" y="9646"/>
                    <a:pt x="19575" y="9646"/>
                  </a:cubicBezTo>
                  <a:cubicBezTo>
                    <a:pt x="19819" y="9646"/>
                    <a:pt x="20023" y="9442"/>
                    <a:pt x="20023" y="9198"/>
                  </a:cubicBezTo>
                  <a:cubicBezTo>
                    <a:pt x="20023" y="8954"/>
                    <a:pt x="19819" y="8751"/>
                    <a:pt x="19575" y="8751"/>
                  </a:cubicBezTo>
                  <a:close/>
                  <a:moveTo>
                    <a:pt x="20918" y="8751"/>
                  </a:moveTo>
                  <a:cubicBezTo>
                    <a:pt x="20674" y="8751"/>
                    <a:pt x="20471" y="8954"/>
                    <a:pt x="20471" y="9198"/>
                  </a:cubicBezTo>
                  <a:cubicBezTo>
                    <a:pt x="20471" y="9442"/>
                    <a:pt x="20674" y="9646"/>
                    <a:pt x="20918" y="9646"/>
                  </a:cubicBezTo>
                  <a:cubicBezTo>
                    <a:pt x="21162" y="9646"/>
                    <a:pt x="21366" y="9442"/>
                    <a:pt x="21366" y="9198"/>
                  </a:cubicBezTo>
                  <a:cubicBezTo>
                    <a:pt x="21366" y="8954"/>
                    <a:pt x="21162" y="8751"/>
                    <a:pt x="20918" y="8751"/>
                  </a:cubicBezTo>
                  <a:close/>
                  <a:moveTo>
                    <a:pt x="366" y="9035"/>
                  </a:moveTo>
                  <a:cubicBezTo>
                    <a:pt x="163" y="9035"/>
                    <a:pt x="0" y="9198"/>
                    <a:pt x="0" y="9402"/>
                  </a:cubicBezTo>
                  <a:cubicBezTo>
                    <a:pt x="0" y="9646"/>
                    <a:pt x="163" y="9809"/>
                    <a:pt x="366" y="9809"/>
                  </a:cubicBezTo>
                  <a:lnTo>
                    <a:pt x="1953" y="9809"/>
                  </a:lnTo>
                  <a:cubicBezTo>
                    <a:pt x="2157" y="9809"/>
                    <a:pt x="2320" y="9646"/>
                    <a:pt x="2320" y="9402"/>
                  </a:cubicBezTo>
                  <a:cubicBezTo>
                    <a:pt x="2320" y="9198"/>
                    <a:pt x="2157" y="9035"/>
                    <a:pt x="1953" y="9035"/>
                  </a:cubicBezTo>
                  <a:close/>
                  <a:moveTo>
                    <a:pt x="8628" y="9035"/>
                  </a:moveTo>
                  <a:cubicBezTo>
                    <a:pt x="8424" y="9035"/>
                    <a:pt x="8262" y="9198"/>
                    <a:pt x="8262" y="9402"/>
                  </a:cubicBezTo>
                  <a:cubicBezTo>
                    <a:pt x="8262" y="9646"/>
                    <a:pt x="8424" y="9809"/>
                    <a:pt x="8628" y="9809"/>
                  </a:cubicBezTo>
                  <a:lnTo>
                    <a:pt x="12779" y="9809"/>
                  </a:lnTo>
                  <a:cubicBezTo>
                    <a:pt x="12982" y="9809"/>
                    <a:pt x="13145" y="9646"/>
                    <a:pt x="13145" y="9402"/>
                  </a:cubicBezTo>
                  <a:cubicBezTo>
                    <a:pt x="13145" y="9198"/>
                    <a:pt x="12982" y="9035"/>
                    <a:pt x="12779" y="9035"/>
                  </a:cubicBezTo>
                  <a:close/>
                  <a:moveTo>
                    <a:pt x="366" y="10826"/>
                  </a:moveTo>
                  <a:cubicBezTo>
                    <a:pt x="163" y="10826"/>
                    <a:pt x="0" y="10989"/>
                    <a:pt x="0" y="11233"/>
                  </a:cubicBezTo>
                  <a:cubicBezTo>
                    <a:pt x="0" y="11437"/>
                    <a:pt x="163" y="11599"/>
                    <a:pt x="366" y="11599"/>
                  </a:cubicBezTo>
                  <a:lnTo>
                    <a:pt x="1953" y="11599"/>
                  </a:lnTo>
                  <a:cubicBezTo>
                    <a:pt x="2157" y="11599"/>
                    <a:pt x="2320" y="11437"/>
                    <a:pt x="2320" y="11233"/>
                  </a:cubicBezTo>
                  <a:cubicBezTo>
                    <a:pt x="2320" y="10989"/>
                    <a:pt x="2157" y="10826"/>
                    <a:pt x="1953" y="10826"/>
                  </a:cubicBezTo>
                  <a:close/>
                  <a:moveTo>
                    <a:pt x="8628" y="10826"/>
                  </a:moveTo>
                  <a:cubicBezTo>
                    <a:pt x="8424" y="10826"/>
                    <a:pt x="8262" y="10989"/>
                    <a:pt x="8262" y="11233"/>
                  </a:cubicBezTo>
                  <a:cubicBezTo>
                    <a:pt x="8262" y="11437"/>
                    <a:pt x="8424" y="11599"/>
                    <a:pt x="8628" y="11599"/>
                  </a:cubicBezTo>
                  <a:lnTo>
                    <a:pt x="12779" y="11599"/>
                  </a:lnTo>
                  <a:cubicBezTo>
                    <a:pt x="12982" y="11599"/>
                    <a:pt x="13145" y="11437"/>
                    <a:pt x="13145" y="11233"/>
                  </a:cubicBezTo>
                  <a:cubicBezTo>
                    <a:pt x="13145" y="10989"/>
                    <a:pt x="12982" y="10826"/>
                    <a:pt x="12779" y="10826"/>
                  </a:cubicBezTo>
                  <a:close/>
                  <a:moveTo>
                    <a:pt x="14203" y="12454"/>
                  </a:moveTo>
                  <a:cubicBezTo>
                    <a:pt x="13959" y="12454"/>
                    <a:pt x="13756" y="12658"/>
                    <a:pt x="13756" y="12902"/>
                  </a:cubicBezTo>
                  <a:cubicBezTo>
                    <a:pt x="13756" y="13146"/>
                    <a:pt x="13959" y="13349"/>
                    <a:pt x="14203" y="13349"/>
                  </a:cubicBezTo>
                  <a:cubicBezTo>
                    <a:pt x="14447" y="13349"/>
                    <a:pt x="14651" y="13146"/>
                    <a:pt x="14651" y="12902"/>
                  </a:cubicBezTo>
                  <a:cubicBezTo>
                    <a:pt x="14651" y="12658"/>
                    <a:pt x="14447" y="12454"/>
                    <a:pt x="14203" y="12454"/>
                  </a:cubicBezTo>
                  <a:close/>
                  <a:moveTo>
                    <a:pt x="15546" y="12454"/>
                  </a:moveTo>
                  <a:cubicBezTo>
                    <a:pt x="15302" y="12454"/>
                    <a:pt x="15099" y="12658"/>
                    <a:pt x="15099" y="12902"/>
                  </a:cubicBezTo>
                  <a:cubicBezTo>
                    <a:pt x="15099" y="13146"/>
                    <a:pt x="15302" y="13349"/>
                    <a:pt x="15546" y="13349"/>
                  </a:cubicBezTo>
                  <a:cubicBezTo>
                    <a:pt x="15790" y="13349"/>
                    <a:pt x="15994" y="13146"/>
                    <a:pt x="15994" y="12902"/>
                  </a:cubicBezTo>
                  <a:cubicBezTo>
                    <a:pt x="15994" y="12658"/>
                    <a:pt x="15790" y="12454"/>
                    <a:pt x="15546" y="12454"/>
                  </a:cubicBezTo>
                  <a:close/>
                  <a:moveTo>
                    <a:pt x="16889" y="12454"/>
                  </a:moveTo>
                  <a:cubicBezTo>
                    <a:pt x="16645" y="12454"/>
                    <a:pt x="16442" y="12658"/>
                    <a:pt x="16442" y="12902"/>
                  </a:cubicBezTo>
                  <a:cubicBezTo>
                    <a:pt x="16442" y="13146"/>
                    <a:pt x="16645" y="13349"/>
                    <a:pt x="16889" y="13349"/>
                  </a:cubicBezTo>
                  <a:cubicBezTo>
                    <a:pt x="17133" y="13349"/>
                    <a:pt x="17337" y="13146"/>
                    <a:pt x="17337" y="12902"/>
                  </a:cubicBezTo>
                  <a:cubicBezTo>
                    <a:pt x="17337" y="12658"/>
                    <a:pt x="17133" y="12454"/>
                    <a:pt x="16889" y="12454"/>
                  </a:cubicBezTo>
                  <a:close/>
                  <a:moveTo>
                    <a:pt x="18232" y="12454"/>
                  </a:moveTo>
                  <a:cubicBezTo>
                    <a:pt x="17988" y="12454"/>
                    <a:pt x="17785" y="12658"/>
                    <a:pt x="17785" y="12902"/>
                  </a:cubicBezTo>
                  <a:cubicBezTo>
                    <a:pt x="17785" y="13146"/>
                    <a:pt x="17988" y="13349"/>
                    <a:pt x="18232" y="13349"/>
                  </a:cubicBezTo>
                  <a:cubicBezTo>
                    <a:pt x="18476" y="13349"/>
                    <a:pt x="18680" y="13146"/>
                    <a:pt x="18680" y="12902"/>
                  </a:cubicBezTo>
                  <a:cubicBezTo>
                    <a:pt x="18680" y="12658"/>
                    <a:pt x="18476" y="12454"/>
                    <a:pt x="18232" y="12454"/>
                  </a:cubicBezTo>
                  <a:close/>
                  <a:moveTo>
                    <a:pt x="19575" y="12454"/>
                  </a:moveTo>
                  <a:cubicBezTo>
                    <a:pt x="19331" y="12454"/>
                    <a:pt x="19128" y="12658"/>
                    <a:pt x="19128" y="12902"/>
                  </a:cubicBezTo>
                  <a:cubicBezTo>
                    <a:pt x="19128" y="13146"/>
                    <a:pt x="19331" y="13349"/>
                    <a:pt x="19575" y="13349"/>
                  </a:cubicBezTo>
                  <a:cubicBezTo>
                    <a:pt x="19819" y="13349"/>
                    <a:pt x="20023" y="13146"/>
                    <a:pt x="20023" y="12902"/>
                  </a:cubicBezTo>
                  <a:cubicBezTo>
                    <a:pt x="20023" y="12658"/>
                    <a:pt x="19819" y="12454"/>
                    <a:pt x="19575" y="12454"/>
                  </a:cubicBezTo>
                  <a:close/>
                  <a:moveTo>
                    <a:pt x="20918" y="12454"/>
                  </a:moveTo>
                  <a:cubicBezTo>
                    <a:pt x="20674" y="12454"/>
                    <a:pt x="20471" y="12658"/>
                    <a:pt x="20471" y="12902"/>
                  </a:cubicBezTo>
                  <a:cubicBezTo>
                    <a:pt x="20471" y="13146"/>
                    <a:pt x="20674" y="13349"/>
                    <a:pt x="20918" y="13349"/>
                  </a:cubicBezTo>
                  <a:cubicBezTo>
                    <a:pt x="21162" y="13349"/>
                    <a:pt x="21366" y="13146"/>
                    <a:pt x="21366" y="12902"/>
                  </a:cubicBezTo>
                  <a:cubicBezTo>
                    <a:pt x="21366" y="12658"/>
                    <a:pt x="21162" y="12454"/>
                    <a:pt x="20918" y="12454"/>
                  </a:cubicBezTo>
                  <a:close/>
                  <a:moveTo>
                    <a:pt x="366" y="12617"/>
                  </a:moveTo>
                  <a:cubicBezTo>
                    <a:pt x="163" y="12617"/>
                    <a:pt x="0" y="12780"/>
                    <a:pt x="0" y="13024"/>
                  </a:cubicBezTo>
                  <a:cubicBezTo>
                    <a:pt x="0" y="13227"/>
                    <a:pt x="163" y="13390"/>
                    <a:pt x="366" y="13390"/>
                  </a:cubicBezTo>
                  <a:lnTo>
                    <a:pt x="1953" y="13390"/>
                  </a:lnTo>
                  <a:cubicBezTo>
                    <a:pt x="2157" y="13390"/>
                    <a:pt x="2320" y="13227"/>
                    <a:pt x="2320" y="13024"/>
                  </a:cubicBezTo>
                  <a:cubicBezTo>
                    <a:pt x="2320" y="12780"/>
                    <a:pt x="2157" y="12617"/>
                    <a:pt x="1953" y="12617"/>
                  </a:cubicBezTo>
                  <a:close/>
                  <a:moveTo>
                    <a:pt x="8628" y="12617"/>
                  </a:moveTo>
                  <a:cubicBezTo>
                    <a:pt x="8424" y="12617"/>
                    <a:pt x="8262" y="12780"/>
                    <a:pt x="8262" y="13024"/>
                  </a:cubicBezTo>
                  <a:cubicBezTo>
                    <a:pt x="8262" y="13227"/>
                    <a:pt x="8424" y="13390"/>
                    <a:pt x="8628" y="13390"/>
                  </a:cubicBezTo>
                  <a:lnTo>
                    <a:pt x="12779" y="13390"/>
                  </a:lnTo>
                  <a:cubicBezTo>
                    <a:pt x="12982" y="13390"/>
                    <a:pt x="13145" y="13227"/>
                    <a:pt x="13145" y="13024"/>
                  </a:cubicBezTo>
                  <a:cubicBezTo>
                    <a:pt x="13145" y="12780"/>
                    <a:pt x="12982" y="12617"/>
                    <a:pt x="12779" y="1261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3" name="Google Shape;2073;p35"/>
            <p:cNvSpPr/>
            <p:nvPr/>
          </p:nvSpPr>
          <p:spPr>
            <a:xfrm>
              <a:off x="4506925" y="3681100"/>
              <a:ext cx="534150" cy="335775"/>
            </a:xfrm>
            <a:custGeom>
              <a:rect b="b" l="l" r="r" t="t"/>
              <a:pathLst>
                <a:path extrusionOk="0" h="13431" w="21366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2"/>
                    <a:pt x="163" y="855"/>
                    <a:pt x="366" y="855"/>
                  </a:cubicBezTo>
                  <a:lnTo>
                    <a:pt x="1953" y="855"/>
                  </a:lnTo>
                  <a:cubicBezTo>
                    <a:pt x="2157" y="855"/>
                    <a:pt x="2320" y="692"/>
                    <a:pt x="2320" y="489"/>
                  </a:cubicBezTo>
                  <a:cubicBezTo>
                    <a:pt x="2320" y="245"/>
                    <a:pt x="2157" y="82"/>
                    <a:pt x="1953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2"/>
                    <a:pt x="3500" y="855"/>
                    <a:pt x="3703" y="855"/>
                  </a:cubicBezTo>
                  <a:lnTo>
                    <a:pt x="7814" y="855"/>
                  </a:lnTo>
                  <a:cubicBezTo>
                    <a:pt x="8058" y="855"/>
                    <a:pt x="8221" y="692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0"/>
                  </a:moveTo>
                  <a:cubicBezTo>
                    <a:pt x="9320" y="0"/>
                    <a:pt x="9157" y="204"/>
                    <a:pt x="9157" y="489"/>
                  </a:cubicBezTo>
                  <a:cubicBezTo>
                    <a:pt x="9157" y="733"/>
                    <a:pt x="9320" y="936"/>
                    <a:pt x="9605" y="936"/>
                  </a:cubicBezTo>
                  <a:cubicBezTo>
                    <a:pt x="9849" y="936"/>
                    <a:pt x="10052" y="733"/>
                    <a:pt x="10052" y="489"/>
                  </a:cubicBezTo>
                  <a:cubicBezTo>
                    <a:pt x="10052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3" y="0"/>
                    <a:pt x="10500" y="204"/>
                    <a:pt x="10500" y="489"/>
                  </a:cubicBezTo>
                  <a:cubicBezTo>
                    <a:pt x="10500" y="733"/>
                    <a:pt x="10703" y="936"/>
                    <a:pt x="10948" y="936"/>
                  </a:cubicBezTo>
                  <a:cubicBezTo>
                    <a:pt x="11192" y="936"/>
                    <a:pt x="11395" y="733"/>
                    <a:pt x="11395" y="489"/>
                  </a:cubicBezTo>
                  <a:cubicBezTo>
                    <a:pt x="11395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6" y="0"/>
                    <a:pt x="11843" y="204"/>
                    <a:pt x="11843" y="489"/>
                  </a:cubicBezTo>
                  <a:cubicBezTo>
                    <a:pt x="11843" y="733"/>
                    <a:pt x="12046" y="936"/>
                    <a:pt x="12291" y="936"/>
                  </a:cubicBezTo>
                  <a:cubicBezTo>
                    <a:pt x="12535" y="936"/>
                    <a:pt x="12738" y="733"/>
                    <a:pt x="12738" y="489"/>
                  </a:cubicBezTo>
                  <a:cubicBezTo>
                    <a:pt x="12738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89" y="0"/>
                    <a:pt x="13186" y="204"/>
                    <a:pt x="13186" y="489"/>
                  </a:cubicBezTo>
                  <a:cubicBezTo>
                    <a:pt x="13186" y="733"/>
                    <a:pt x="13389" y="936"/>
                    <a:pt x="13634" y="936"/>
                  </a:cubicBezTo>
                  <a:cubicBezTo>
                    <a:pt x="13878" y="936"/>
                    <a:pt x="14081" y="733"/>
                    <a:pt x="14081" y="489"/>
                  </a:cubicBezTo>
                  <a:cubicBezTo>
                    <a:pt x="14081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2" y="0"/>
                    <a:pt x="14529" y="204"/>
                    <a:pt x="14529" y="489"/>
                  </a:cubicBezTo>
                  <a:cubicBezTo>
                    <a:pt x="14529" y="733"/>
                    <a:pt x="14732" y="936"/>
                    <a:pt x="14977" y="936"/>
                  </a:cubicBezTo>
                  <a:cubicBezTo>
                    <a:pt x="15221" y="936"/>
                    <a:pt x="15424" y="733"/>
                    <a:pt x="15424" y="489"/>
                  </a:cubicBezTo>
                  <a:cubicBezTo>
                    <a:pt x="15424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5" y="0"/>
                    <a:pt x="15872" y="204"/>
                    <a:pt x="15872" y="489"/>
                  </a:cubicBezTo>
                  <a:cubicBezTo>
                    <a:pt x="15872" y="733"/>
                    <a:pt x="16075" y="936"/>
                    <a:pt x="16320" y="936"/>
                  </a:cubicBezTo>
                  <a:cubicBezTo>
                    <a:pt x="16564" y="936"/>
                    <a:pt x="16767" y="733"/>
                    <a:pt x="16767" y="489"/>
                  </a:cubicBezTo>
                  <a:cubicBezTo>
                    <a:pt x="16767" y="204"/>
                    <a:pt x="16564" y="0"/>
                    <a:pt x="16320" y="0"/>
                  </a:cubicBezTo>
                  <a:close/>
                  <a:moveTo>
                    <a:pt x="366" y="1872"/>
                  </a:moveTo>
                  <a:cubicBezTo>
                    <a:pt x="163" y="1872"/>
                    <a:pt x="0" y="2035"/>
                    <a:pt x="0" y="2279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3" y="2646"/>
                  </a:lnTo>
                  <a:cubicBezTo>
                    <a:pt x="2157" y="2646"/>
                    <a:pt x="2320" y="2483"/>
                    <a:pt x="2320" y="2279"/>
                  </a:cubicBezTo>
                  <a:cubicBezTo>
                    <a:pt x="2320" y="2035"/>
                    <a:pt x="2157" y="1872"/>
                    <a:pt x="1953" y="1872"/>
                  </a:cubicBezTo>
                  <a:close/>
                  <a:moveTo>
                    <a:pt x="3703" y="1872"/>
                  </a:moveTo>
                  <a:cubicBezTo>
                    <a:pt x="3500" y="1872"/>
                    <a:pt x="3337" y="2035"/>
                    <a:pt x="3337" y="2279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79"/>
                  </a:cubicBezTo>
                  <a:cubicBezTo>
                    <a:pt x="8221" y="2035"/>
                    <a:pt x="8058" y="1872"/>
                    <a:pt x="7814" y="187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67"/>
                    <a:pt x="0" y="4070"/>
                  </a:cubicBezTo>
                  <a:cubicBezTo>
                    <a:pt x="0" y="4274"/>
                    <a:pt x="163" y="4436"/>
                    <a:pt x="366" y="4436"/>
                  </a:cubicBezTo>
                  <a:lnTo>
                    <a:pt x="1953" y="4436"/>
                  </a:lnTo>
                  <a:cubicBezTo>
                    <a:pt x="2157" y="4436"/>
                    <a:pt x="2320" y="4274"/>
                    <a:pt x="2320" y="4070"/>
                  </a:cubicBezTo>
                  <a:cubicBezTo>
                    <a:pt x="2320" y="3867"/>
                    <a:pt x="2157" y="3663"/>
                    <a:pt x="1953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67"/>
                    <a:pt x="3337" y="4070"/>
                  </a:cubicBezTo>
                  <a:cubicBezTo>
                    <a:pt x="3337" y="4274"/>
                    <a:pt x="3500" y="4436"/>
                    <a:pt x="3703" y="4436"/>
                  </a:cubicBezTo>
                  <a:lnTo>
                    <a:pt x="7814" y="4436"/>
                  </a:lnTo>
                  <a:cubicBezTo>
                    <a:pt x="8058" y="4436"/>
                    <a:pt x="8221" y="4274"/>
                    <a:pt x="8221" y="4070"/>
                  </a:cubicBezTo>
                  <a:cubicBezTo>
                    <a:pt x="8221" y="3867"/>
                    <a:pt x="8058" y="3663"/>
                    <a:pt x="7814" y="3663"/>
                  </a:cubicBezTo>
                  <a:close/>
                  <a:moveTo>
                    <a:pt x="9605" y="3622"/>
                  </a:moveTo>
                  <a:cubicBezTo>
                    <a:pt x="9320" y="3622"/>
                    <a:pt x="9157" y="3826"/>
                    <a:pt x="9157" y="4070"/>
                  </a:cubicBezTo>
                  <a:cubicBezTo>
                    <a:pt x="9157" y="4314"/>
                    <a:pt x="9320" y="4518"/>
                    <a:pt x="9605" y="4518"/>
                  </a:cubicBezTo>
                  <a:cubicBezTo>
                    <a:pt x="9849" y="4518"/>
                    <a:pt x="10052" y="4314"/>
                    <a:pt x="10052" y="4070"/>
                  </a:cubicBezTo>
                  <a:cubicBezTo>
                    <a:pt x="10052" y="3826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3" y="3622"/>
                    <a:pt x="10500" y="3826"/>
                    <a:pt x="10500" y="4070"/>
                  </a:cubicBezTo>
                  <a:cubicBezTo>
                    <a:pt x="10500" y="4314"/>
                    <a:pt x="10703" y="4518"/>
                    <a:pt x="10948" y="4518"/>
                  </a:cubicBezTo>
                  <a:cubicBezTo>
                    <a:pt x="11192" y="4518"/>
                    <a:pt x="11395" y="4314"/>
                    <a:pt x="11395" y="4070"/>
                  </a:cubicBezTo>
                  <a:cubicBezTo>
                    <a:pt x="11395" y="3826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6" y="3622"/>
                    <a:pt x="11843" y="3826"/>
                    <a:pt x="11843" y="4070"/>
                  </a:cubicBezTo>
                  <a:cubicBezTo>
                    <a:pt x="11843" y="4314"/>
                    <a:pt x="12046" y="4518"/>
                    <a:pt x="12291" y="4518"/>
                  </a:cubicBezTo>
                  <a:cubicBezTo>
                    <a:pt x="12535" y="4518"/>
                    <a:pt x="12738" y="4314"/>
                    <a:pt x="12738" y="4070"/>
                  </a:cubicBezTo>
                  <a:cubicBezTo>
                    <a:pt x="12738" y="3826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89" y="3622"/>
                    <a:pt x="13186" y="3826"/>
                    <a:pt x="13186" y="4070"/>
                  </a:cubicBezTo>
                  <a:cubicBezTo>
                    <a:pt x="13186" y="4314"/>
                    <a:pt x="13389" y="4518"/>
                    <a:pt x="13634" y="4518"/>
                  </a:cubicBezTo>
                  <a:cubicBezTo>
                    <a:pt x="13878" y="4518"/>
                    <a:pt x="14081" y="4314"/>
                    <a:pt x="14081" y="4070"/>
                  </a:cubicBezTo>
                  <a:cubicBezTo>
                    <a:pt x="14081" y="3826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2" y="3622"/>
                    <a:pt x="14529" y="3826"/>
                    <a:pt x="14529" y="4070"/>
                  </a:cubicBezTo>
                  <a:cubicBezTo>
                    <a:pt x="14529" y="4314"/>
                    <a:pt x="14732" y="4518"/>
                    <a:pt x="14977" y="4518"/>
                  </a:cubicBezTo>
                  <a:cubicBezTo>
                    <a:pt x="15221" y="4518"/>
                    <a:pt x="15424" y="4314"/>
                    <a:pt x="15424" y="4070"/>
                  </a:cubicBezTo>
                  <a:cubicBezTo>
                    <a:pt x="15424" y="3826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5" y="3622"/>
                    <a:pt x="15872" y="3826"/>
                    <a:pt x="15872" y="4070"/>
                  </a:cubicBezTo>
                  <a:cubicBezTo>
                    <a:pt x="15872" y="4314"/>
                    <a:pt x="16075" y="4518"/>
                    <a:pt x="16320" y="4518"/>
                  </a:cubicBezTo>
                  <a:cubicBezTo>
                    <a:pt x="16564" y="4518"/>
                    <a:pt x="16767" y="4314"/>
                    <a:pt x="16767" y="4070"/>
                  </a:cubicBezTo>
                  <a:cubicBezTo>
                    <a:pt x="16767" y="3826"/>
                    <a:pt x="16564" y="3622"/>
                    <a:pt x="16320" y="362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7"/>
                    <a:pt x="0" y="5861"/>
                  </a:cubicBezTo>
                  <a:cubicBezTo>
                    <a:pt x="0" y="6064"/>
                    <a:pt x="163" y="6227"/>
                    <a:pt x="366" y="6227"/>
                  </a:cubicBezTo>
                  <a:lnTo>
                    <a:pt x="1953" y="6227"/>
                  </a:lnTo>
                  <a:cubicBezTo>
                    <a:pt x="2157" y="6227"/>
                    <a:pt x="2320" y="6064"/>
                    <a:pt x="2320" y="5861"/>
                  </a:cubicBezTo>
                  <a:cubicBezTo>
                    <a:pt x="2320" y="5657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7"/>
                    <a:pt x="3337" y="5861"/>
                  </a:cubicBezTo>
                  <a:cubicBezTo>
                    <a:pt x="3337" y="6064"/>
                    <a:pt x="3500" y="6227"/>
                    <a:pt x="3703" y="6227"/>
                  </a:cubicBezTo>
                  <a:lnTo>
                    <a:pt x="7814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57"/>
                    <a:pt x="8058" y="5454"/>
                    <a:pt x="7814" y="5454"/>
                  </a:cubicBezTo>
                  <a:close/>
                  <a:moveTo>
                    <a:pt x="366" y="7285"/>
                  </a:moveTo>
                  <a:cubicBezTo>
                    <a:pt x="163" y="7285"/>
                    <a:pt x="0" y="7448"/>
                    <a:pt x="0" y="7651"/>
                  </a:cubicBezTo>
                  <a:cubicBezTo>
                    <a:pt x="0" y="7855"/>
                    <a:pt x="163" y="8058"/>
                    <a:pt x="366" y="8058"/>
                  </a:cubicBezTo>
                  <a:lnTo>
                    <a:pt x="1953" y="8058"/>
                  </a:lnTo>
                  <a:cubicBezTo>
                    <a:pt x="2157" y="8058"/>
                    <a:pt x="2320" y="7855"/>
                    <a:pt x="2320" y="7651"/>
                  </a:cubicBezTo>
                  <a:cubicBezTo>
                    <a:pt x="2320" y="7448"/>
                    <a:pt x="2157" y="7285"/>
                    <a:pt x="1953" y="7285"/>
                  </a:cubicBezTo>
                  <a:close/>
                  <a:moveTo>
                    <a:pt x="3703" y="7285"/>
                  </a:moveTo>
                  <a:cubicBezTo>
                    <a:pt x="3500" y="7285"/>
                    <a:pt x="3337" y="7448"/>
                    <a:pt x="3337" y="7651"/>
                  </a:cubicBezTo>
                  <a:cubicBezTo>
                    <a:pt x="3337" y="7855"/>
                    <a:pt x="3500" y="8058"/>
                    <a:pt x="3703" y="8058"/>
                  </a:cubicBezTo>
                  <a:lnTo>
                    <a:pt x="7814" y="8058"/>
                  </a:lnTo>
                  <a:cubicBezTo>
                    <a:pt x="8058" y="8058"/>
                    <a:pt x="8221" y="7855"/>
                    <a:pt x="8221" y="7651"/>
                  </a:cubicBezTo>
                  <a:cubicBezTo>
                    <a:pt x="8221" y="7448"/>
                    <a:pt x="8058" y="7285"/>
                    <a:pt x="7814" y="7285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4"/>
                    <a:pt x="13756" y="9239"/>
                  </a:cubicBezTo>
                  <a:cubicBezTo>
                    <a:pt x="13756" y="9483"/>
                    <a:pt x="13959" y="9686"/>
                    <a:pt x="14203" y="9686"/>
                  </a:cubicBezTo>
                  <a:cubicBezTo>
                    <a:pt x="14447" y="9686"/>
                    <a:pt x="14651" y="9483"/>
                    <a:pt x="14651" y="9239"/>
                  </a:cubicBezTo>
                  <a:cubicBezTo>
                    <a:pt x="14651" y="8994"/>
                    <a:pt x="14447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4"/>
                    <a:pt x="15099" y="9239"/>
                  </a:cubicBezTo>
                  <a:cubicBezTo>
                    <a:pt x="15099" y="9483"/>
                    <a:pt x="15302" y="9686"/>
                    <a:pt x="15546" y="9686"/>
                  </a:cubicBezTo>
                  <a:cubicBezTo>
                    <a:pt x="15790" y="9686"/>
                    <a:pt x="15994" y="9483"/>
                    <a:pt x="15994" y="9239"/>
                  </a:cubicBezTo>
                  <a:cubicBezTo>
                    <a:pt x="15994" y="8994"/>
                    <a:pt x="15790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4"/>
                    <a:pt x="16442" y="9239"/>
                  </a:cubicBezTo>
                  <a:cubicBezTo>
                    <a:pt x="16442" y="9483"/>
                    <a:pt x="16645" y="9686"/>
                    <a:pt x="16889" y="9686"/>
                  </a:cubicBezTo>
                  <a:cubicBezTo>
                    <a:pt x="17133" y="9686"/>
                    <a:pt x="17337" y="9483"/>
                    <a:pt x="17337" y="9239"/>
                  </a:cubicBezTo>
                  <a:cubicBezTo>
                    <a:pt x="17337" y="8994"/>
                    <a:pt x="17133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4"/>
                    <a:pt x="17785" y="9239"/>
                  </a:cubicBezTo>
                  <a:cubicBezTo>
                    <a:pt x="17785" y="9483"/>
                    <a:pt x="17988" y="9686"/>
                    <a:pt x="18232" y="9686"/>
                  </a:cubicBezTo>
                  <a:cubicBezTo>
                    <a:pt x="18476" y="9686"/>
                    <a:pt x="18680" y="9483"/>
                    <a:pt x="18680" y="9239"/>
                  </a:cubicBezTo>
                  <a:cubicBezTo>
                    <a:pt x="18680" y="8994"/>
                    <a:pt x="18476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4"/>
                    <a:pt x="19128" y="9239"/>
                  </a:cubicBezTo>
                  <a:cubicBezTo>
                    <a:pt x="19128" y="9483"/>
                    <a:pt x="19331" y="9686"/>
                    <a:pt x="19575" y="9686"/>
                  </a:cubicBezTo>
                  <a:cubicBezTo>
                    <a:pt x="19819" y="9686"/>
                    <a:pt x="20023" y="9483"/>
                    <a:pt x="20023" y="9239"/>
                  </a:cubicBezTo>
                  <a:cubicBezTo>
                    <a:pt x="20023" y="8994"/>
                    <a:pt x="19819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4"/>
                    <a:pt x="20471" y="9239"/>
                  </a:cubicBezTo>
                  <a:cubicBezTo>
                    <a:pt x="20471" y="9483"/>
                    <a:pt x="20674" y="9686"/>
                    <a:pt x="20918" y="9686"/>
                  </a:cubicBezTo>
                  <a:cubicBezTo>
                    <a:pt x="21162" y="9686"/>
                    <a:pt x="21366" y="9483"/>
                    <a:pt x="21366" y="9239"/>
                  </a:cubicBezTo>
                  <a:cubicBezTo>
                    <a:pt x="21366" y="8994"/>
                    <a:pt x="21162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2"/>
                  </a:cubicBezTo>
                  <a:cubicBezTo>
                    <a:pt x="0" y="9646"/>
                    <a:pt x="163" y="9849"/>
                    <a:pt x="366" y="9849"/>
                  </a:cubicBezTo>
                  <a:lnTo>
                    <a:pt x="1953" y="9849"/>
                  </a:lnTo>
                  <a:cubicBezTo>
                    <a:pt x="2157" y="9849"/>
                    <a:pt x="2320" y="9646"/>
                    <a:pt x="2320" y="9442"/>
                  </a:cubicBezTo>
                  <a:cubicBezTo>
                    <a:pt x="2320" y="9239"/>
                    <a:pt x="2157" y="9076"/>
                    <a:pt x="1953" y="9076"/>
                  </a:cubicBezTo>
                  <a:close/>
                  <a:moveTo>
                    <a:pt x="8628" y="9076"/>
                  </a:moveTo>
                  <a:cubicBezTo>
                    <a:pt x="8424" y="9076"/>
                    <a:pt x="8262" y="9239"/>
                    <a:pt x="8262" y="9442"/>
                  </a:cubicBezTo>
                  <a:cubicBezTo>
                    <a:pt x="8262" y="9646"/>
                    <a:pt x="8424" y="9849"/>
                    <a:pt x="8628" y="9849"/>
                  </a:cubicBezTo>
                  <a:lnTo>
                    <a:pt x="12779" y="9849"/>
                  </a:lnTo>
                  <a:cubicBezTo>
                    <a:pt x="12982" y="9849"/>
                    <a:pt x="13145" y="9646"/>
                    <a:pt x="13145" y="9442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29"/>
                    <a:pt x="0" y="11233"/>
                  </a:cubicBezTo>
                  <a:cubicBezTo>
                    <a:pt x="0" y="11477"/>
                    <a:pt x="163" y="11640"/>
                    <a:pt x="366" y="11640"/>
                  </a:cubicBezTo>
                  <a:lnTo>
                    <a:pt x="1953" y="11640"/>
                  </a:lnTo>
                  <a:cubicBezTo>
                    <a:pt x="2157" y="11640"/>
                    <a:pt x="2320" y="11477"/>
                    <a:pt x="2320" y="11233"/>
                  </a:cubicBezTo>
                  <a:cubicBezTo>
                    <a:pt x="2320" y="11029"/>
                    <a:pt x="2157" y="10867"/>
                    <a:pt x="1953" y="10867"/>
                  </a:cubicBezTo>
                  <a:close/>
                  <a:moveTo>
                    <a:pt x="8628" y="10867"/>
                  </a:moveTo>
                  <a:cubicBezTo>
                    <a:pt x="8424" y="10867"/>
                    <a:pt x="8262" y="11029"/>
                    <a:pt x="8262" y="11233"/>
                  </a:cubicBezTo>
                  <a:cubicBezTo>
                    <a:pt x="8262" y="11477"/>
                    <a:pt x="8424" y="11640"/>
                    <a:pt x="8628" y="11640"/>
                  </a:cubicBezTo>
                  <a:lnTo>
                    <a:pt x="12779" y="11640"/>
                  </a:lnTo>
                  <a:cubicBezTo>
                    <a:pt x="12982" y="11640"/>
                    <a:pt x="13145" y="11477"/>
                    <a:pt x="13145" y="11233"/>
                  </a:cubicBezTo>
                  <a:cubicBezTo>
                    <a:pt x="13145" y="11029"/>
                    <a:pt x="12982" y="10867"/>
                    <a:pt x="12779" y="10867"/>
                  </a:cubicBezTo>
                  <a:close/>
                  <a:moveTo>
                    <a:pt x="14203" y="12494"/>
                  </a:moveTo>
                  <a:cubicBezTo>
                    <a:pt x="13959" y="12494"/>
                    <a:pt x="13756" y="12698"/>
                    <a:pt x="13756" y="12942"/>
                  </a:cubicBezTo>
                  <a:cubicBezTo>
                    <a:pt x="13756" y="13186"/>
                    <a:pt x="13959" y="13390"/>
                    <a:pt x="14203" y="13390"/>
                  </a:cubicBezTo>
                  <a:cubicBezTo>
                    <a:pt x="14447" y="13390"/>
                    <a:pt x="14651" y="13186"/>
                    <a:pt x="14651" y="12942"/>
                  </a:cubicBezTo>
                  <a:cubicBezTo>
                    <a:pt x="14651" y="12698"/>
                    <a:pt x="14447" y="12494"/>
                    <a:pt x="14203" y="12494"/>
                  </a:cubicBezTo>
                  <a:close/>
                  <a:moveTo>
                    <a:pt x="15546" y="12494"/>
                  </a:moveTo>
                  <a:cubicBezTo>
                    <a:pt x="15302" y="12494"/>
                    <a:pt x="15099" y="12698"/>
                    <a:pt x="15099" y="12942"/>
                  </a:cubicBezTo>
                  <a:cubicBezTo>
                    <a:pt x="15099" y="13186"/>
                    <a:pt x="15302" y="13390"/>
                    <a:pt x="15546" y="13390"/>
                  </a:cubicBezTo>
                  <a:cubicBezTo>
                    <a:pt x="15790" y="13390"/>
                    <a:pt x="15994" y="13186"/>
                    <a:pt x="15994" y="12942"/>
                  </a:cubicBezTo>
                  <a:cubicBezTo>
                    <a:pt x="15994" y="12698"/>
                    <a:pt x="15790" y="12494"/>
                    <a:pt x="15546" y="12494"/>
                  </a:cubicBezTo>
                  <a:close/>
                  <a:moveTo>
                    <a:pt x="16889" y="12494"/>
                  </a:moveTo>
                  <a:cubicBezTo>
                    <a:pt x="16645" y="12494"/>
                    <a:pt x="16442" y="12698"/>
                    <a:pt x="16442" y="12942"/>
                  </a:cubicBezTo>
                  <a:cubicBezTo>
                    <a:pt x="16442" y="13186"/>
                    <a:pt x="16645" y="13390"/>
                    <a:pt x="16889" y="13390"/>
                  </a:cubicBezTo>
                  <a:cubicBezTo>
                    <a:pt x="17133" y="13390"/>
                    <a:pt x="17337" y="13186"/>
                    <a:pt x="17337" y="12942"/>
                  </a:cubicBezTo>
                  <a:cubicBezTo>
                    <a:pt x="17337" y="12698"/>
                    <a:pt x="17133" y="12494"/>
                    <a:pt x="16889" y="12494"/>
                  </a:cubicBezTo>
                  <a:close/>
                  <a:moveTo>
                    <a:pt x="18232" y="12494"/>
                  </a:moveTo>
                  <a:cubicBezTo>
                    <a:pt x="17988" y="12494"/>
                    <a:pt x="17785" y="12698"/>
                    <a:pt x="17785" y="12942"/>
                  </a:cubicBezTo>
                  <a:cubicBezTo>
                    <a:pt x="17785" y="13186"/>
                    <a:pt x="17988" y="13390"/>
                    <a:pt x="18232" y="13390"/>
                  </a:cubicBezTo>
                  <a:cubicBezTo>
                    <a:pt x="18476" y="13390"/>
                    <a:pt x="18680" y="13186"/>
                    <a:pt x="18680" y="12942"/>
                  </a:cubicBezTo>
                  <a:cubicBezTo>
                    <a:pt x="18680" y="12698"/>
                    <a:pt x="18476" y="12494"/>
                    <a:pt x="18232" y="12494"/>
                  </a:cubicBezTo>
                  <a:close/>
                  <a:moveTo>
                    <a:pt x="19575" y="12494"/>
                  </a:moveTo>
                  <a:cubicBezTo>
                    <a:pt x="19331" y="12494"/>
                    <a:pt x="19128" y="12698"/>
                    <a:pt x="19128" y="12942"/>
                  </a:cubicBezTo>
                  <a:cubicBezTo>
                    <a:pt x="19128" y="13186"/>
                    <a:pt x="19331" y="13390"/>
                    <a:pt x="19575" y="13390"/>
                  </a:cubicBezTo>
                  <a:cubicBezTo>
                    <a:pt x="19819" y="13390"/>
                    <a:pt x="20023" y="13186"/>
                    <a:pt x="20023" y="12942"/>
                  </a:cubicBezTo>
                  <a:cubicBezTo>
                    <a:pt x="20023" y="12698"/>
                    <a:pt x="19819" y="12494"/>
                    <a:pt x="19575" y="12494"/>
                  </a:cubicBezTo>
                  <a:close/>
                  <a:moveTo>
                    <a:pt x="20918" y="12494"/>
                  </a:moveTo>
                  <a:cubicBezTo>
                    <a:pt x="20674" y="12494"/>
                    <a:pt x="20471" y="12698"/>
                    <a:pt x="20471" y="12942"/>
                  </a:cubicBezTo>
                  <a:cubicBezTo>
                    <a:pt x="20471" y="13186"/>
                    <a:pt x="20674" y="13390"/>
                    <a:pt x="20918" y="13390"/>
                  </a:cubicBezTo>
                  <a:cubicBezTo>
                    <a:pt x="21162" y="13390"/>
                    <a:pt x="21366" y="13186"/>
                    <a:pt x="21366" y="12942"/>
                  </a:cubicBezTo>
                  <a:cubicBezTo>
                    <a:pt x="21366" y="12698"/>
                    <a:pt x="21162" y="12494"/>
                    <a:pt x="20918" y="12494"/>
                  </a:cubicBezTo>
                  <a:close/>
                  <a:moveTo>
                    <a:pt x="366" y="12657"/>
                  </a:moveTo>
                  <a:cubicBezTo>
                    <a:pt x="163" y="12657"/>
                    <a:pt x="0" y="12820"/>
                    <a:pt x="0" y="13064"/>
                  </a:cubicBezTo>
                  <a:cubicBezTo>
                    <a:pt x="0" y="13268"/>
                    <a:pt x="163" y="13430"/>
                    <a:pt x="366" y="13430"/>
                  </a:cubicBezTo>
                  <a:lnTo>
                    <a:pt x="1953" y="13430"/>
                  </a:lnTo>
                  <a:cubicBezTo>
                    <a:pt x="2157" y="13430"/>
                    <a:pt x="2320" y="13268"/>
                    <a:pt x="2320" y="13064"/>
                  </a:cubicBezTo>
                  <a:cubicBezTo>
                    <a:pt x="2320" y="12820"/>
                    <a:pt x="2157" y="12657"/>
                    <a:pt x="1953" y="12657"/>
                  </a:cubicBezTo>
                  <a:close/>
                  <a:moveTo>
                    <a:pt x="8628" y="12657"/>
                  </a:moveTo>
                  <a:cubicBezTo>
                    <a:pt x="8424" y="12657"/>
                    <a:pt x="8262" y="12820"/>
                    <a:pt x="8262" y="13064"/>
                  </a:cubicBezTo>
                  <a:cubicBezTo>
                    <a:pt x="8262" y="13268"/>
                    <a:pt x="8424" y="13430"/>
                    <a:pt x="8628" y="13430"/>
                  </a:cubicBezTo>
                  <a:lnTo>
                    <a:pt x="12779" y="13430"/>
                  </a:lnTo>
                  <a:cubicBezTo>
                    <a:pt x="12982" y="13430"/>
                    <a:pt x="13145" y="13268"/>
                    <a:pt x="13145" y="13064"/>
                  </a:cubicBezTo>
                  <a:cubicBezTo>
                    <a:pt x="13145" y="12820"/>
                    <a:pt x="12982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4" name="Google Shape;2074;p35"/>
            <p:cNvSpPr/>
            <p:nvPr/>
          </p:nvSpPr>
          <p:spPr>
            <a:xfrm>
              <a:off x="5110250" y="2953625"/>
              <a:ext cx="534175" cy="335775"/>
            </a:xfrm>
            <a:custGeom>
              <a:rect b="b" l="l" r="r" t="t"/>
              <a:pathLst>
                <a:path extrusionOk="0" h="13431" w="21367">
                  <a:moveTo>
                    <a:pt x="367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7" y="856"/>
                  </a:cubicBezTo>
                  <a:lnTo>
                    <a:pt x="1954" y="856"/>
                  </a:lnTo>
                  <a:cubicBezTo>
                    <a:pt x="2157" y="856"/>
                    <a:pt x="2361" y="693"/>
                    <a:pt x="2361" y="489"/>
                  </a:cubicBezTo>
                  <a:cubicBezTo>
                    <a:pt x="2361" y="245"/>
                    <a:pt x="2157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0" y="82"/>
                    <a:pt x="3338" y="245"/>
                    <a:pt x="3338" y="489"/>
                  </a:cubicBezTo>
                  <a:cubicBezTo>
                    <a:pt x="3338" y="693"/>
                    <a:pt x="3500" y="856"/>
                    <a:pt x="3704" y="856"/>
                  </a:cubicBezTo>
                  <a:lnTo>
                    <a:pt x="7814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1"/>
                  </a:moveTo>
                  <a:cubicBezTo>
                    <a:pt x="9361" y="1"/>
                    <a:pt x="9157" y="204"/>
                    <a:pt x="9157" y="489"/>
                  </a:cubicBezTo>
                  <a:cubicBezTo>
                    <a:pt x="9157" y="733"/>
                    <a:pt x="9361" y="937"/>
                    <a:pt x="9605" y="937"/>
                  </a:cubicBezTo>
                  <a:cubicBezTo>
                    <a:pt x="9849" y="937"/>
                    <a:pt x="10053" y="733"/>
                    <a:pt x="10053" y="489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0" y="204"/>
                    <a:pt x="10500" y="489"/>
                  </a:cubicBezTo>
                  <a:cubicBezTo>
                    <a:pt x="10500" y="733"/>
                    <a:pt x="10704" y="937"/>
                    <a:pt x="10948" y="937"/>
                  </a:cubicBezTo>
                  <a:cubicBezTo>
                    <a:pt x="11192" y="937"/>
                    <a:pt x="11396" y="733"/>
                    <a:pt x="11396" y="489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3" y="204"/>
                    <a:pt x="11843" y="489"/>
                  </a:cubicBezTo>
                  <a:cubicBezTo>
                    <a:pt x="11843" y="733"/>
                    <a:pt x="12047" y="937"/>
                    <a:pt x="12291" y="937"/>
                  </a:cubicBezTo>
                  <a:cubicBezTo>
                    <a:pt x="12535" y="937"/>
                    <a:pt x="12739" y="733"/>
                    <a:pt x="12739" y="489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6" y="204"/>
                    <a:pt x="13186" y="489"/>
                  </a:cubicBezTo>
                  <a:cubicBezTo>
                    <a:pt x="13186" y="733"/>
                    <a:pt x="13390" y="937"/>
                    <a:pt x="13634" y="937"/>
                  </a:cubicBezTo>
                  <a:cubicBezTo>
                    <a:pt x="13878" y="937"/>
                    <a:pt x="14082" y="733"/>
                    <a:pt x="14082" y="489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29" y="204"/>
                    <a:pt x="14529" y="489"/>
                  </a:cubicBezTo>
                  <a:cubicBezTo>
                    <a:pt x="14529" y="733"/>
                    <a:pt x="14733" y="937"/>
                    <a:pt x="14977" y="937"/>
                  </a:cubicBezTo>
                  <a:cubicBezTo>
                    <a:pt x="15221" y="937"/>
                    <a:pt x="15425" y="733"/>
                    <a:pt x="15425" y="489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2" y="204"/>
                    <a:pt x="15872" y="489"/>
                  </a:cubicBezTo>
                  <a:cubicBezTo>
                    <a:pt x="15872" y="733"/>
                    <a:pt x="16076" y="937"/>
                    <a:pt x="16320" y="937"/>
                  </a:cubicBezTo>
                  <a:cubicBezTo>
                    <a:pt x="16564" y="937"/>
                    <a:pt x="16768" y="733"/>
                    <a:pt x="16768" y="489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7" y="2646"/>
                    <a:pt x="2361" y="2483"/>
                    <a:pt x="2361" y="2280"/>
                  </a:cubicBezTo>
                  <a:cubicBezTo>
                    <a:pt x="2361" y="2036"/>
                    <a:pt x="2157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0" y="1873"/>
                    <a:pt x="3338" y="2036"/>
                    <a:pt x="3338" y="2280"/>
                  </a:cubicBezTo>
                  <a:cubicBezTo>
                    <a:pt x="3338" y="2483"/>
                    <a:pt x="3500" y="2646"/>
                    <a:pt x="3704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14" y="1873"/>
                  </a:cubicBezTo>
                  <a:close/>
                  <a:moveTo>
                    <a:pt x="367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7" y="4437"/>
                    <a:pt x="2361" y="4274"/>
                    <a:pt x="2361" y="4071"/>
                  </a:cubicBezTo>
                  <a:cubicBezTo>
                    <a:pt x="2361" y="3867"/>
                    <a:pt x="2157" y="3664"/>
                    <a:pt x="1954" y="3664"/>
                  </a:cubicBezTo>
                  <a:close/>
                  <a:moveTo>
                    <a:pt x="3704" y="3664"/>
                  </a:moveTo>
                  <a:cubicBezTo>
                    <a:pt x="3500" y="3664"/>
                    <a:pt x="3338" y="3867"/>
                    <a:pt x="3338" y="4071"/>
                  </a:cubicBezTo>
                  <a:cubicBezTo>
                    <a:pt x="3338" y="4274"/>
                    <a:pt x="3500" y="4437"/>
                    <a:pt x="3704" y="4437"/>
                  </a:cubicBezTo>
                  <a:lnTo>
                    <a:pt x="7814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14" y="3664"/>
                  </a:cubicBezTo>
                  <a:close/>
                  <a:moveTo>
                    <a:pt x="9605" y="3623"/>
                  </a:moveTo>
                  <a:cubicBezTo>
                    <a:pt x="9361" y="3623"/>
                    <a:pt x="9157" y="3826"/>
                    <a:pt x="9157" y="4071"/>
                  </a:cubicBezTo>
                  <a:cubicBezTo>
                    <a:pt x="9157" y="4315"/>
                    <a:pt x="9361" y="4518"/>
                    <a:pt x="9605" y="4518"/>
                  </a:cubicBezTo>
                  <a:cubicBezTo>
                    <a:pt x="9849" y="4518"/>
                    <a:pt x="10053" y="4315"/>
                    <a:pt x="10053" y="4071"/>
                  </a:cubicBezTo>
                  <a:cubicBezTo>
                    <a:pt x="10053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0" y="3826"/>
                    <a:pt x="10500" y="4071"/>
                  </a:cubicBezTo>
                  <a:cubicBezTo>
                    <a:pt x="10500" y="4315"/>
                    <a:pt x="10704" y="4518"/>
                    <a:pt x="10948" y="4518"/>
                  </a:cubicBezTo>
                  <a:cubicBezTo>
                    <a:pt x="11192" y="4518"/>
                    <a:pt x="11396" y="4315"/>
                    <a:pt x="11396" y="4071"/>
                  </a:cubicBezTo>
                  <a:cubicBezTo>
                    <a:pt x="11396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3" y="3826"/>
                    <a:pt x="11843" y="4071"/>
                  </a:cubicBezTo>
                  <a:cubicBezTo>
                    <a:pt x="11843" y="4315"/>
                    <a:pt x="12047" y="4518"/>
                    <a:pt x="12291" y="4518"/>
                  </a:cubicBezTo>
                  <a:cubicBezTo>
                    <a:pt x="12535" y="4518"/>
                    <a:pt x="12739" y="4315"/>
                    <a:pt x="12739" y="4071"/>
                  </a:cubicBezTo>
                  <a:cubicBezTo>
                    <a:pt x="12739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6" y="3826"/>
                    <a:pt x="13186" y="4071"/>
                  </a:cubicBezTo>
                  <a:cubicBezTo>
                    <a:pt x="13186" y="4315"/>
                    <a:pt x="13390" y="4518"/>
                    <a:pt x="13634" y="4518"/>
                  </a:cubicBezTo>
                  <a:cubicBezTo>
                    <a:pt x="13878" y="4518"/>
                    <a:pt x="14082" y="4315"/>
                    <a:pt x="14082" y="4071"/>
                  </a:cubicBezTo>
                  <a:cubicBezTo>
                    <a:pt x="14082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29" y="3826"/>
                    <a:pt x="14529" y="4071"/>
                  </a:cubicBezTo>
                  <a:cubicBezTo>
                    <a:pt x="14529" y="4315"/>
                    <a:pt x="14733" y="4518"/>
                    <a:pt x="14977" y="4518"/>
                  </a:cubicBezTo>
                  <a:cubicBezTo>
                    <a:pt x="15221" y="4518"/>
                    <a:pt x="15425" y="4315"/>
                    <a:pt x="15425" y="4071"/>
                  </a:cubicBezTo>
                  <a:cubicBezTo>
                    <a:pt x="15425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2" y="3826"/>
                    <a:pt x="15872" y="4071"/>
                  </a:cubicBezTo>
                  <a:cubicBezTo>
                    <a:pt x="15872" y="4315"/>
                    <a:pt x="16076" y="4518"/>
                    <a:pt x="16320" y="4518"/>
                  </a:cubicBezTo>
                  <a:cubicBezTo>
                    <a:pt x="16564" y="4518"/>
                    <a:pt x="16768" y="4315"/>
                    <a:pt x="16768" y="4071"/>
                  </a:cubicBezTo>
                  <a:cubicBezTo>
                    <a:pt x="16768" y="3826"/>
                    <a:pt x="16564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7" y="6228"/>
                  </a:cubicBezTo>
                  <a:lnTo>
                    <a:pt x="1954" y="6228"/>
                  </a:lnTo>
                  <a:cubicBezTo>
                    <a:pt x="2157" y="6228"/>
                    <a:pt x="2361" y="6065"/>
                    <a:pt x="2361" y="5861"/>
                  </a:cubicBezTo>
                  <a:cubicBezTo>
                    <a:pt x="2361" y="5658"/>
                    <a:pt x="2157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0" y="5454"/>
                    <a:pt x="3338" y="5658"/>
                    <a:pt x="3338" y="5861"/>
                  </a:cubicBezTo>
                  <a:cubicBezTo>
                    <a:pt x="3338" y="6065"/>
                    <a:pt x="3500" y="6228"/>
                    <a:pt x="3704" y="6228"/>
                  </a:cubicBezTo>
                  <a:lnTo>
                    <a:pt x="7814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14" y="5454"/>
                  </a:cubicBezTo>
                  <a:close/>
                  <a:moveTo>
                    <a:pt x="367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7" y="8059"/>
                  </a:cubicBezTo>
                  <a:lnTo>
                    <a:pt x="1954" y="8059"/>
                  </a:lnTo>
                  <a:cubicBezTo>
                    <a:pt x="2157" y="8059"/>
                    <a:pt x="2361" y="7855"/>
                    <a:pt x="2361" y="7652"/>
                  </a:cubicBezTo>
                  <a:cubicBezTo>
                    <a:pt x="2361" y="7448"/>
                    <a:pt x="2157" y="7286"/>
                    <a:pt x="1954" y="7286"/>
                  </a:cubicBezTo>
                  <a:close/>
                  <a:moveTo>
                    <a:pt x="3704" y="7286"/>
                  </a:moveTo>
                  <a:cubicBezTo>
                    <a:pt x="3500" y="7286"/>
                    <a:pt x="3338" y="7448"/>
                    <a:pt x="3338" y="7652"/>
                  </a:cubicBezTo>
                  <a:cubicBezTo>
                    <a:pt x="3338" y="7855"/>
                    <a:pt x="3500" y="8059"/>
                    <a:pt x="3704" y="8059"/>
                  </a:cubicBezTo>
                  <a:lnTo>
                    <a:pt x="7814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14" y="7286"/>
                  </a:cubicBezTo>
                  <a:close/>
                  <a:moveTo>
                    <a:pt x="14204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4" y="9687"/>
                  </a:cubicBezTo>
                  <a:cubicBezTo>
                    <a:pt x="14448" y="9687"/>
                    <a:pt x="14651" y="9483"/>
                    <a:pt x="14651" y="9239"/>
                  </a:cubicBezTo>
                  <a:cubicBezTo>
                    <a:pt x="14651" y="8995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7" y="9687"/>
                  </a:cubicBezTo>
                  <a:cubicBezTo>
                    <a:pt x="15791" y="9687"/>
                    <a:pt x="15994" y="9483"/>
                    <a:pt x="15994" y="9239"/>
                  </a:cubicBezTo>
                  <a:cubicBezTo>
                    <a:pt x="15994" y="8995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90" y="9687"/>
                  </a:cubicBezTo>
                  <a:cubicBezTo>
                    <a:pt x="17134" y="9687"/>
                    <a:pt x="17337" y="9483"/>
                    <a:pt x="17337" y="9239"/>
                  </a:cubicBezTo>
                  <a:cubicBezTo>
                    <a:pt x="17337" y="8995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3" y="9687"/>
                  </a:cubicBezTo>
                  <a:cubicBezTo>
                    <a:pt x="18477" y="9687"/>
                    <a:pt x="18680" y="9483"/>
                    <a:pt x="18680" y="9239"/>
                  </a:cubicBezTo>
                  <a:cubicBezTo>
                    <a:pt x="18680" y="8995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6" y="9687"/>
                  </a:cubicBezTo>
                  <a:cubicBezTo>
                    <a:pt x="19820" y="9687"/>
                    <a:pt x="20023" y="9483"/>
                    <a:pt x="20023" y="9239"/>
                  </a:cubicBezTo>
                  <a:cubicBezTo>
                    <a:pt x="20023" y="8995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9" y="9687"/>
                  </a:cubicBezTo>
                  <a:cubicBezTo>
                    <a:pt x="21163" y="9687"/>
                    <a:pt x="21366" y="9483"/>
                    <a:pt x="21366" y="9239"/>
                  </a:cubicBezTo>
                  <a:cubicBezTo>
                    <a:pt x="21366" y="8995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7" y="9850"/>
                  </a:cubicBezTo>
                  <a:lnTo>
                    <a:pt x="1954" y="9850"/>
                  </a:lnTo>
                  <a:cubicBezTo>
                    <a:pt x="2157" y="9850"/>
                    <a:pt x="2361" y="9646"/>
                    <a:pt x="2361" y="9443"/>
                  </a:cubicBezTo>
                  <a:cubicBezTo>
                    <a:pt x="2361" y="9239"/>
                    <a:pt x="2157" y="9076"/>
                    <a:pt x="1954" y="9076"/>
                  </a:cubicBezTo>
                  <a:close/>
                  <a:moveTo>
                    <a:pt x="8628" y="9076"/>
                  </a:moveTo>
                  <a:cubicBezTo>
                    <a:pt x="8425" y="9076"/>
                    <a:pt x="8262" y="9239"/>
                    <a:pt x="8262" y="9443"/>
                  </a:cubicBezTo>
                  <a:cubicBezTo>
                    <a:pt x="8262" y="9646"/>
                    <a:pt x="8425" y="9850"/>
                    <a:pt x="8628" y="9850"/>
                  </a:cubicBezTo>
                  <a:lnTo>
                    <a:pt x="12779" y="9850"/>
                  </a:lnTo>
                  <a:cubicBezTo>
                    <a:pt x="12983" y="9850"/>
                    <a:pt x="13146" y="9646"/>
                    <a:pt x="13146" y="9443"/>
                  </a:cubicBezTo>
                  <a:cubicBezTo>
                    <a:pt x="13146" y="9239"/>
                    <a:pt x="12983" y="9076"/>
                    <a:pt x="12779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7" y="11640"/>
                    <a:pt x="2361" y="11478"/>
                    <a:pt x="2361" y="11233"/>
                  </a:cubicBezTo>
                  <a:cubicBezTo>
                    <a:pt x="2361" y="11030"/>
                    <a:pt x="2157" y="10867"/>
                    <a:pt x="1954" y="10867"/>
                  </a:cubicBezTo>
                  <a:close/>
                  <a:moveTo>
                    <a:pt x="8628" y="10867"/>
                  </a:moveTo>
                  <a:cubicBezTo>
                    <a:pt x="8425" y="10867"/>
                    <a:pt x="8262" y="11030"/>
                    <a:pt x="8262" y="11233"/>
                  </a:cubicBezTo>
                  <a:cubicBezTo>
                    <a:pt x="8262" y="11478"/>
                    <a:pt x="8425" y="11640"/>
                    <a:pt x="8628" y="11640"/>
                  </a:cubicBezTo>
                  <a:lnTo>
                    <a:pt x="12779" y="11640"/>
                  </a:lnTo>
                  <a:cubicBezTo>
                    <a:pt x="12983" y="11640"/>
                    <a:pt x="13146" y="11478"/>
                    <a:pt x="13146" y="11233"/>
                  </a:cubicBezTo>
                  <a:cubicBezTo>
                    <a:pt x="13146" y="11030"/>
                    <a:pt x="12983" y="10867"/>
                    <a:pt x="12779" y="10867"/>
                  </a:cubicBezTo>
                  <a:close/>
                  <a:moveTo>
                    <a:pt x="14204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4" y="13390"/>
                  </a:cubicBezTo>
                  <a:cubicBezTo>
                    <a:pt x="14448" y="13390"/>
                    <a:pt x="14651" y="13187"/>
                    <a:pt x="14651" y="12943"/>
                  </a:cubicBezTo>
                  <a:cubicBezTo>
                    <a:pt x="14651" y="12698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7" y="13390"/>
                  </a:cubicBezTo>
                  <a:cubicBezTo>
                    <a:pt x="15791" y="13390"/>
                    <a:pt x="15994" y="13187"/>
                    <a:pt x="15994" y="12943"/>
                  </a:cubicBezTo>
                  <a:cubicBezTo>
                    <a:pt x="15994" y="12698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90" y="13390"/>
                  </a:cubicBezTo>
                  <a:cubicBezTo>
                    <a:pt x="17134" y="13390"/>
                    <a:pt x="17337" y="13187"/>
                    <a:pt x="17337" y="12943"/>
                  </a:cubicBezTo>
                  <a:cubicBezTo>
                    <a:pt x="17337" y="12698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3" y="13390"/>
                  </a:cubicBezTo>
                  <a:cubicBezTo>
                    <a:pt x="18477" y="13390"/>
                    <a:pt x="18680" y="13187"/>
                    <a:pt x="18680" y="12943"/>
                  </a:cubicBezTo>
                  <a:cubicBezTo>
                    <a:pt x="18680" y="12698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6" y="13390"/>
                  </a:cubicBezTo>
                  <a:cubicBezTo>
                    <a:pt x="19820" y="13390"/>
                    <a:pt x="20023" y="13187"/>
                    <a:pt x="20023" y="12943"/>
                  </a:cubicBezTo>
                  <a:cubicBezTo>
                    <a:pt x="20023" y="12698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9" y="13390"/>
                  </a:cubicBezTo>
                  <a:cubicBezTo>
                    <a:pt x="21163" y="13390"/>
                    <a:pt x="21366" y="13187"/>
                    <a:pt x="21366" y="12943"/>
                  </a:cubicBezTo>
                  <a:cubicBezTo>
                    <a:pt x="21366" y="12698"/>
                    <a:pt x="21163" y="12495"/>
                    <a:pt x="20919" y="12495"/>
                  </a:cubicBezTo>
                  <a:close/>
                  <a:moveTo>
                    <a:pt x="367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7" y="13431"/>
                  </a:cubicBezTo>
                  <a:lnTo>
                    <a:pt x="1954" y="13431"/>
                  </a:lnTo>
                  <a:cubicBezTo>
                    <a:pt x="2157" y="13431"/>
                    <a:pt x="2361" y="13268"/>
                    <a:pt x="2361" y="13065"/>
                  </a:cubicBezTo>
                  <a:cubicBezTo>
                    <a:pt x="2361" y="12821"/>
                    <a:pt x="2157" y="12658"/>
                    <a:pt x="1954" y="12658"/>
                  </a:cubicBezTo>
                  <a:close/>
                  <a:moveTo>
                    <a:pt x="8628" y="12658"/>
                  </a:moveTo>
                  <a:cubicBezTo>
                    <a:pt x="8425" y="12658"/>
                    <a:pt x="8262" y="12821"/>
                    <a:pt x="8262" y="13065"/>
                  </a:cubicBezTo>
                  <a:cubicBezTo>
                    <a:pt x="8262" y="13268"/>
                    <a:pt x="8425" y="13431"/>
                    <a:pt x="8628" y="13431"/>
                  </a:cubicBezTo>
                  <a:lnTo>
                    <a:pt x="12779" y="13431"/>
                  </a:lnTo>
                  <a:cubicBezTo>
                    <a:pt x="12983" y="13431"/>
                    <a:pt x="13146" y="13268"/>
                    <a:pt x="13146" y="13065"/>
                  </a:cubicBezTo>
                  <a:cubicBezTo>
                    <a:pt x="13146" y="12821"/>
                    <a:pt x="12983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5" name="Google Shape;2075;p35"/>
            <p:cNvSpPr/>
            <p:nvPr/>
          </p:nvSpPr>
          <p:spPr>
            <a:xfrm>
              <a:off x="5110250" y="3321950"/>
              <a:ext cx="534175" cy="335775"/>
            </a:xfrm>
            <a:custGeom>
              <a:rect b="b" l="l" r="r" t="t"/>
              <a:pathLst>
                <a:path extrusionOk="0" h="13431" w="21367">
                  <a:moveTo>
                    <a:pt x="367" y="82"/>
                  </a:moveTo>
                  <a:cubicBezTo>
                    <a:pt x="163" y="82"/>
                    <a:pt x="0" y="244"/>
                    <a:pt x="0" y="448"/>
                  </a:cubicBezTo>
                  <a:cubicBezTo>
                    <a:pt x="0" y="692"/>
                    <a:pt x="163" y="855"/>
                    <a:pt x="367" y="855"/>
                  </a:cubicBezTo>
                  <a:lnTo>
                    <a:pt x="1954" y="855"/>
                  </a:lnTo>
                  <a:cubicBezTo>
                    <a:pt x="2157" y="855"/>
                    <a:pt x="2361" y="692"/>
                    <a:pt x="2361" y="448"/>
                  </a:cubicBezTo>
                  <a:cubicBezTo>
                    <a:pt x="2361" y="244"/>
                    <a:pt x="2157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0" y="82"/>
                    <a:pt x="3338" y="244"/>
                    <a:pt x="3338" y="448"/>
                  </a:cubicBezTo>
                  <a:cubicBezTo>
                    <a:pt x="3338" y="692"/>
                    <a:pt x="3500" y="855"/>
                    <a:pt x="3704" y="855"/>
                  </a:cubicBezTo>
                  <a:lnTo>
                    <a:pt x="7814" y="855"/>
                  </a:lnTo>
                  <a:cubicBezTo>
                    <a:pt x="8058" y="855"/>
                    <a:pt x="8221" y="692"/>
                    <a:pt x="8221" y="448"/>
                  </a:cubicBezTo>
                  <a:cubicBezTo>
                    <a:pt x="8221" y="244"/>
                    <a:pt x="8058" y="82"/>
                    <a:pt x="7814" y="82"/>
                  </a:cubicBezTo>
                  <a:close/>
                  <a:moveTo>
                    <a:pt x="9605" y="0"/>
                  </a:moveTo>
                  <a:cubicBezTo>
                    <a:pt x="9361" y="0"/>
                    <a:pt x="9157" y="204"/>
                    <a:pt x="9157" y="448"/>
                  </a:cubicBezTo>
                  <a:cubicBezTo>
                    <a:pt x="9157" y="692"/>
                    <a:pt x="9361" y="896"/>
                    <a:pt x="9605" y="896"/>
                  </a:cubicBezTo>
                  <a:cubicBezTo>
                    <a:pt x="9849" y="896"/>
                    <a:pt x="10053" y="692"/>
                    <a:pt x="10053" y="448"/>
                  </a:cubicBezTo>
                  <a:cubicBezTo>
                    <a:pt x="10053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0" y="204"/>
                    <a:pt x="10500" y="448"/>
                  </a:cubicBezTo>
                  <a:cubicBezTo>
                    <a:pt x="10500" y="692"/>
                    <a:pt x="10704" y="896"/>
                    <a:pt x="10948" y="896"/>
                  </a:cubicBezTo>
                  <a:cubicBezTo>
                    <a:pt x="11192" y="896"/>
                    <a:pt x="11396" y="692"/>
                    <a:pt x="11396" y="448"/>
                  </a:cubicBezTo>
                  <a:cubicBezTo>
                    <a:pt x="11396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3" y="204"/>
                    <a:pt x="11843" y="448"/>
                  </a:cubicBezTo>
                  <a:cubicBezTo>
                    <a:pt x="11843" y="692"/>
                    <a:pt x="12047" y="896"/>
                    <a:pt x="12291" y="896"/>
                  </a:cubicBezTo>
                  <a:cubicBezTo>
                    <a:pt x="12535" y="896"/>
                    <a:pt x="12739" y="692"/>
                    <a:pt x="12739" y="448"/>
                  </a:cubicBezTo>
                  <a:cubicBezTo>
                    <a:pt x="12739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6" y="204"/>
                    <a:pt x="13186" y="448"/>
                  </a:cubicBezTo>
                  <a:cubicBezTo>
                    <a:pt x="13186" y="692"/>
                    <a:pt x="13390" y="896"/>
                    <a:pt x="13634" y="896"/>
                  </a:cubicBezTo>
                  <a:cubicBezTo>
                    <a:pt x="13878" y="896"/>
                    <a:pt x="14082" y="692"/>
                    <a:pt x="14082" y="448"/>
                  </a:cubicBezTo>
                  <a:cubicBezTo>
                    <a:pt x="14082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29" y="204"/>
                    <a:pt x="14529" y="448"/>
                  </a:cubicBezTo>
                  <a:cubicBezTo>
                    <a:pt x="14529" y="692"/>
                    <a:pt x="14733" y="896"/>
                    <a:pt x="14977" y="896"/>
                  </a:cubicBezTo>
                  <a:cubicBezTo>
                    <a:pt x="15221" y="896"/>
                    <a:pt x="15425" y="692"/>
                    <a:pt x="15425" y="448"/>
                  </a:cubicBezTo>
                  <a:cubicBezTo>
                    <a:pt x="15425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2" y="204"/>
                    <a:pt x="15872" y="448"/>
                  </a:cubicBezTo>
                  <a:cubicBezTo>
                    <a:pt x="15872" y="692"/>
                    <a:pt x="16076" y="896"/>
                    <a:pt x="16320" y="896"/>
                  </a:cubicBezTo>
                  <a:cubicBezTo>
                    <a:pt x="16564" y="896"/>
                    <a:pt x="16768" y="692"/>
                    <a:pt x="16768" y="448"/>
                  </a:cubicBezTo>
                  <a:cubicBezTo>
                    <a:pt x="16768" y="204"/>
                    <a:pt x="16564" y="0"/>
                    <a:pt x="16320" y="0"/>
                  </a:cubicBezTo>
                  <a:close/>
                  <a:moveTo>
                    <a:pt x="367" y="1872"/>
                  </a:moveTo>
                  <a:cubicBezTo>
                    <a:pt x="163" y="1872"/>
                    <a:pt x="0" y="2035"/>
                    <a:pt x="0" y="2239"/>
                  </a:cubicBezTo>
                  <a:cubicBezTo>
                    <a:pt x="0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7" y="2646"/>
                    <a:pt x="2361" y="2483"/>
                    <a:pt x="2361" y="2239"/>
                  </a:cubicBezTo>
                  <a:cubicBezTo>
                    <a:pt x="2361" y="2035"/>
                    <a:pt x="2157" y="1872"/>
                    <a:pt x="1954" y="1872"/>
                  </a:cubicBezTo>
                  <a:close/>
                  <a:moveTo>
                    <a:pt x="3704" y="1872"/>
                  </a:moveTo>
                  <a:cubicBezTo>
                    <a:pt x="3500" y="1872"/>
                    <a:pt x="3338" y="2035"/>
                    <a:pt x="3338" y="2239"/>
                  </a:cubicBezTo>
                  <a:cubicBezTo>
                    <a:pt x="3338" y="2483"/>
                    <a:pt x="3500" y="2646"/>
                    <a:pt x="3704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39"/>
                  </a:cubicBezTo>
                  <a:cubicBezTo>
                    <a:pt x="8221" y="2035"/>
                    <a:pt x="8058" y="1872"/>
                    <a:pt x="7814" y="1872"/>
                  </a:cubicBezTo>
                  <a:close/>
                  <a:moveTo>
                    <a:pt x="367" y="3663"/>
                  </a:moveTo>
                  <a:cubicBezTo>
                    <a:pt x="163" y="3663"/>
                    <a:pt x="0" y="3826"/>
                    <a:pt x="0" y="4070"/>
                  </a:cubicBezTo>
                  <a:cubicBezTo>
                    <a:pt x="0" y="4273"/>
                    <a:pt x="163" y="4436"/>
                    <a:pt x="367" y="4436"/>
                  </a:cubicBezTo>
                  <a:lnTo>
                    <a:pt x="1954" y="4436"/>
                  </a:lnTo>
                  <a:cubicBezTo>
                    <a:pt x="2157" y="4436"/>
                    <a:pt x="2361" y="4273"/>
                    <a:pt x="2361" y="4070"/>
                  </a:cubicBezTo>
                  <a:cubicBezTo>
                    <a:pt x="2361" y="3826"/>
                    <a:pt x="2157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0" y="3663"/>
                    <a:pt x="3338" y="3826"/>
                    <a:pt x="3338" y="4070"/>
                  </a:cubicBezTo>
                  <a:cubicBezTo>
                    <a:pt x="3338" y="4273"/>
                    <a:pt x="3500" y="4436"/>
                    <a:pt x="3704" y="4436"/>
                  </a:cubicBezTo>
                  <a:lnTo>
                    <a:pt x="7814" y="4436"/>
                  </a:lnTo>
                  <a:cubicBezTo>
                    <a:pt x="8058" y="4436"/>
                    <a:pt x="8221" y="4273"/>
                    <a:pt x="8221" y="4070"/>
                  </a:cubicBezTo>
                  <a:cubicBezTo>
                    <a:pt x="8221" y="3826"/>
                    <a:pt x="8058" y="3663"/>
                    <a:pt x="7814" y="3663"/>
                  </a:cubicBezTo>
                  <a:close/>
                  <a:moveTo>
                    <a:pt x="9605" y="3622"/>
                  </a:moveTo>
                  <a:cubicBezTo>
                    <a:pt x="9361" y="3622"/>
                    <a:pt x="9157" y="3785"/>
                    <a:pt x="9157" y="4070"/>
                  </a:cubicBezTo>
                  <a:cubicBezTo>
                    <a:pt x="9157" y="4314"/>
                    <a:pt x="9361" y="4518"/>
                    <a:pt x="9605" y="4518"/>
                  </a:cubicBezTo>
                  <a:cubicBezTo>
                    <a:pt x="9849" y="4518"/>
                    <a:pt x="10053" y="4314"/>
                    <a:pt x="10053" y="4070"/>
                  </a:cubicBezTo>
                  <a:cubicBezTo>
                    <a:pt x="10053" y="3785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4" y="3622"/>
                    <a:pt x="10500" y="3785"/>
                    <a:pt x="10500" y="4070"/>
                  </a:cubicBezTo>
                  <a:cubicBezTo>
                    <a:pt x="10500" y="4314"/>
                    <a:pt x="10704" y="4518"/>
                    <a:pt x="10948" y="4518"/>
                  </a:cubicBezTo>
                  <a:cubicBezTo>
                    <a:pt x="11192" y="4518"/>
                    <a:pt x="11396" y="4314"/>
                    <a:pt x="11396" y="4070"/>
                  </a:cubicBezTo>
                  <a:cubicBezTo>
                    <a:pt x="11396" y="3785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7" y="3622"/>
                    <a:pt x="11843" y="3785"/>
                    <a:pt x="11843" y="4070"/>
                  </a:cubicBezTo>
                  <a:cubicBezTo>
                    <a:pt x="11843" y="4314"/>
                    <a:pt x="12047" y="4518"/>
                    <a:pt x="12291" y="4518"/>
                  </a:cubicBezTo>
                  <a:cubicBezTo>
                    <a:pt x="12535" y="4518"/>
                    <a:pt x="12739" y="4314"/>
                    <a:pt x="12739" y="4070"/>
                  </a:cubicBezTo>
                  <a:cubicBezTo>
                    <a:pt x="12739" y="3785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90" y="3622"/>
                    <a:pt x="13186" y="3785"/>
                    <a:pt x="13186" y="4070"/>
                  </a:cubicBezTo>
                  <a:cubicBezTo>
                    <a:pt x="13186" y="4314"/>
                    <a:pt x="13390" y="4518"/>
                    <a:pt x="13634" y="4518"/>
                  </a:cubicBezTo>
                  <a:cubicBezTo>
                    <a:pt x="13878" y="4518"/>
                    <a:pt x="14082" y="4314"/>
                    <a:pt x="14082" y="4070"/>
                  </a:cubicBezTo>
                  <a:cubicBezTo>
                    <a:pt x="14082" y="3785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3" y="3622"/>
                    <a:pt x="14529" y="3785"/>
                    <a:pt x="14529" y="4070"/>
                  </a:cubicBezTo>
                  <a:cubicBezTo>
                    <a:pt x="14529" y="4314"/>
                    <a:pt x="14733" y="4518"/>
                    <a:pt x="14977" y="4518"/>
                  </a:cubicBezTo>
                  <a:cubicBezTo>
                    <a:pt x="15221" y="4518"/>
                    <a:pt x="15425" y="4314"/>
                    <a:pt x="15425" y="4070"/>
                  </a:cubicBezTo>
                  <a:cubicBezTo>
                    <a:pt x="15425" y="3785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6" y="3622"/>
                    <a:pt x="15872" y="3785"/>
                    <a:pt x="15872" y="4070"/>
                  </a:cubicBezTo>
                  <a:cubicBezTo>
                    <a:pt x="15872" y="4314"/>
                    <a:pt x="16076" y="4518"/>
                    <a:pt x="16320" y="4518"/>
                  </a:cubicBezTo>
                  <a:cubicBezTo>
                    <a:pt x="16564" y="4518"/>
                    <a:pt x="16768" y="4314"/>
                    <a:pt x="16768" y="4070"/>
                  </a:cubicBezTo>
                  <a:cubicBezTo>
                    <a:pt x="16768" y="3785"/>
                    <a:pt x="16564" y="3622"/>
                    <a:pt x="16320" y="3622"/>
                  </a:cubicBezTo>
                  <a:close/>
                  <a:moveTo>
                    <a:pt x="367" y="5454"/>
                  </a:moveTo>
                  <a:cubicBezTo>
                    <a:pt x="163" y="5454"/>
                    <a:pt x="0" y="5617"/>
                    <a:pt x="0" y="5861"/>
                  </a:cubicBezTo>
                  <a:cubicBezTo>
                    <a:pt x="0" y="606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7" y="6227"/>
                    <a:pt x="2361" y="6064"/>
                    <a:pt x="2361" y="5861"/>
                  </a:cubicBezTo>
                  <a:cubicBezTo>
                    <a:pt x="2361" y="5617"/>
                    <a:pt x="2157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0" y="5454"/>
                    <a:pt x="3338" y="5617"/>
                    <a:pt x="3338" y="5861"/>
                  </a:cubicBezTo>
                  <a:cubicBezTo>
                    <a:pt x="3338" y="6064"/>
                    <a:pt x="3500" y="6227"/>
                    <a:pt x="3704" y="6227"/>
                  </a:cubicBezTo>
                  <a:lnTo>
                    <a:pt x="7814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17"/>
                    <a:pt x="8058" y="5454"/>
                    <a:pt x="7814" y="5454"/>
                  </a:cubicBezTo>
                  <a:close/>
                  <a:moveTo>
                    <a:pt x="367" y="7244"/>
                  </a:moveTo>
                  <a:cubicBezTo>
                    <a:pt x="163" y="7244"/>
                    <a:pt x="0" y="7448"/>
                    <a:pt x="0" y="7651"/>
                  </a:cubicBezTo>
                  <a:cubicBezTo>
                    <a:pt x="0" y="7855"/>
                    <a:pt x="163" y="8018"/>
                    <a:pt x="367" y="8018"/>
                  </a:cubicBezTo>
                  <a:lnTo>
                    <a:pt x="1954" y="8018"/>
                  </a:lnTo>
                  <a:cubicBezTo>
                    <a:pt x="2157" y="8018"/>
                    <a:pt x="2361" y="7855"/>
                    <a:pt x="2361" y="7651"/>
                  </a:cubicBezTo>
                  <a:cubicBezTo>
                    <a:pt x="2361" y="7448"/>
                    <a:pt x="2157" y="7244"/>
                    <a:pt x="1954" y="7244"/>
                  </a:cubicBezTo>
                  <a:close/>
                  <a:moveTo>
                    <a:pt x="3704" y="7244"/>
                  </a:moveTo>
                  <a:cubicBezTo>
                    <a:pt x="3500" y="7244"/>
                    <a:pt x="3338" y="7448"/>
                    <a:pt x="3338" y="7651"/>
                  </a:cubicBezTo>
                  <a:cubicBezTo>
                    <a:pt x="3338" y="7855"/>
                    <a:pt x="3500" y="8018"/>
                    <a:pt x="3704" y="8018"/>
                  </a:cubicBezTo>
                  <a:lnTo>
                    <a:pt x="7814" y="8018"/>
                  </a:lnTo>
                  <a:cubicBezTo>
                    <a:pt x="8058" y="8018"/>
                    <a:pt x="8221" y="7855"/>
                    <a:pt x="8221" y="7651"/>
                  </a:cubicBezTo>
                  <a:cubicBezTo>
                    <a:pt x="8221" y="7448"/>
                    <a:pt x="8058" y="7244"/>
                    <a:pt x="7814" y="7244"/>
                  </a:cubicBezTo>
                  <a:close/>
                  <a:moveTo>
                    <a:pt x="14204" y="8750"/>
                  </a:moveTo>
                  <a:cubicBezTo>
                    <a:pt x="13959" y="8750"/>
                    <a:pt x="13756" y="8954"/>
                    <a:pt x="13756" y="9198"/>
                  </a:cubicBezTo>
                  <a:cubicBezTo>
                    <a:pt x="13756" y="9483"/>
                    <a:pt x="13959" y="9686"/>
                    <a:pt x="14204" y="9686"/>
                  </a:cubicBezTo>
                  <a:cubicBezTo>
                    <a:pt x="14448" y="9686"/>
                    <a:pt x="14651" y="9483"/>
                    <a:pt x="14651" y="9198"/>
                  </a:cubicBezTo>
                  <a:cubicBezTo>
                    <a:pt x="14651" y="8954"/>
                    <a:pt x="14448" y="8750"/>
                    <a:pt x="14204" y="8750"/>
                  </a:cubicBezTo>
                  <a:close/>
                  <a:moveTo>
                    <a:pt x="15547" y="8750"/>
                  </a:moveTo>
                  <a:cubicBezTo>
                    <a:pt x="15302" y="8750"/>
                    <a:pt x="15099" y="8954"/>
                    <a:pt x="15099" y="9198"/>
                  </a:cubicBezTo>
                  <a:cubicBezTo>
                    <a:pt x="15099" y="9483"/>
                    <a:pt x="15302" y="9686"/>
                    <a:pt x="15547" y="9686"/>
                  </a:cubicBezTo>
                  <a:cubicBezTo>
                    <a:pt x="15791" y="9686"/>
                    <a:pt x="15994" y="9483"/>
                    <a:pt x="15994" y="9198"/>
                  </a:cubicBezTo>
                  <a:cubicBezTo>
                    <a:pt x="15994" y="8954"/>
                    <a:pt x="15791" y="8750"/>
                    <a:pt x="15547" y="8750"/>
                  </a:cubicBezTo>
                  <a:close/>
                  <a:moveTo>
                    <a:pt x="16890" y="8750"/>
                  </a:moveTo>
                  <a:cubicBezTo>
                    <a:pt x="16645" y="8750"/>
                    <a:pt x="16442" y="8954"/>
                    <a:pt x="16442" y="9198"/>
                  </a:cubicBezTo>
                  <a:cubicBezTo>
                    <a:pt x="16442" y="9483"/>
                    <a:pt x="16645" y="9686"/>
                    <a:pt x="16890" y="9686"/>
                  </a:cubicBezTo>
                  <a:cubicBezTo>
                    <a:pt x="17134" y="9686"/>
                    <a:pt x="17337" y="9483"/>
                    <a:pt x="17337" y="9198"/>
                  </a:cubicBezTo>
                  <a:cubicBezTo>
                    <a:pt x="17337" y="8954"/>
                    <a:pt x="17134" y="8750"/>
                    <a:pt x="16890" y="8750"/>
                  </a:cubicBezTo>
                  <a:close/>
                  <a:moveTo>
                    <a:pt x="18233" y="8750"/>
                  </a:moveTo>
                  <a:cubicBezTo>
                    <a:pt x="17988" y="8750"/>
                    <a:pt x="17785" y="8954"/>
                    <a:pt x="17785" y="9198"/>
                  </a:cubicBezTo>
                  <a:cubicBezTo>
                    <a:pt x="17785" y="9483"/>
                    <a:pt x="17988" y="9686"/>
                    <a:pt x="18233" y="9686"/>
                  </a:cubicBezTo>
                  <a:cubicBezTo>
                    <a:pt x="18477" y="9686"/>
                    <a:pt x="18680" y="9483"/>
                    <a:pt x="18680" y="9198"/>
                  </a:cubicBezTo>
                  <a:cubicBezTo>
                    <a:pt x="18680" y="8954"/>
                    <a:pt x="18477" y="8750"/>
                    <a:pt x="18233" y="8750"/>
                  </a:cubicBezTo>
                  <a:close/>
                  <a:moveTo>
                    <a:pt x="19576" y="8750"/>
                  </a:moveTo>
                  <a:cubicBezTo>
                    <a:pt x="19331" y="8750"/>
                    <a:pt x="19128" y="8954"/>
                    <a:pt x="19128" y="9198"/>
                  </a:cubicBezTo>
                  <a:cubicBezTo>
                    <a:pt x="19128" y="9483"/>
                    <a:pt x="19331" y="9686"/>
                    <a:pt x="19576" y="9686"/>
                  </a:cubicBezTo>
                  <a:cubicBezTo>
                    <a:pt x="19820" y="9686"/>
                    <a:pt x="20023" y="9483"/>
                    <a:pt x="20023" y="9198"/>
                  </a:cubicBezTo>
                  <a:cubicBezTo>
                    <a:pt x="20023" y="8954"/>
                    <a:pt x="19820" y="8750"/>
                    <a:pt x="19576" y="8750"/>
                  </a:cubicBezTo>
                  <a:close/>
                  <a:moveTo>
                    <a:pt x="20919" y="8750"/>
                  </a:moveTo>
                  <a:cubicBezTo>
                    <a:pt x="20674" y="8750"/>
                    <a:pt x="20471" y="8954"/>
                    <a:pt x="20471" y="9198"/>
                  </a:cubicBezTo>
                  <a:cubicBezTo>
                    <a:pt x="20471" y="9483"/>
                    <a:pt x="20674" y="9686"/>
                    <a:pt x="20919" y="9686"/>
                  </a:cubicBezTo>
                  <a:cubicBezTo>
                    <a:pt x="21163" y="9686"/>
                    <a:pt x="21366" y="9483"/>
                    <a:pt x="21366" y="9198"/>
                  </a:cubicBezTo>
                  <a:cubicBezTo>
                    <a:pt x="21366" y="8954"/>
                    <a:pt x="21163" y="8750"/>
                    <a:pt x="20919" y="8750"/>
                  </a:cubicBezTo>
                  <a:close/>
                  <a:moveTo>
                    <a:pt x="367" y="9035"/>
                  </a:moveTo>
                  <a:cubicBezTo>
                    <a:pt x="163" y="9035"/>
                    <a:pt x="0" y="9239"/>
                    <a:pt x="0" y="9442"/>
                  </a:cubicBezTo>
                  <a:cubicBezTo>
                    <a:pt x="0" y="9646"/>
                    <a:pt x="163" y="9849"/>
                    <a:pt x="367" y="9849"/>
                  </a:cubicBezTo>
                  <a:lnTo>
                    <a:pt x="1954" y="9849"/>
                  </a:lnTo>
                  <a:cubicBezTo>
                    <a:pt x="2157" y="9849"/>
                    <a:pt x="2361" y="9646"/>
                    <a:pt x="2361" y="9442"/>
                  </a:cubicBezTo>
                  <a:cubicBezTo>
                    <a:pt x="2361" y="9239"/>
                    <a:pt x="2157" y="9035"/>
                    <a:pt x="1954" y="9035"/>
                  </a:cubicBezTo>
                  <a:close/>
                  <a:moveTo>
                    <a:pt x="8628" y="9035"/>
                  </a:moveTo>
                  <a:cubicBezTo>
                    <a:pt x="8425" y="9035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28" y="9849"/>
                  </a:cubicBezTo>
                  <a:lnTo>
                    <a:pt x="12779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35"/>
                    <a:pt x="12779" y="9035"/>
                  </a:cubicBezTo>
                  <a:close/>
                  <a:moveTo>
                    <a:pt x="367" y="10866"/>
                  </a:moveTo>
                  <a:cubicBezTo>
                    <a:pt x="163" y="10866"/>
                    <a:pt x="0" y="11029"/>
                    <a:pt x="0" y="11233"/>
                  </a:cubicBezTo>
                  <a:cubicBezTo>
                    <a:pt x="0" y="11436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7" y="11640"/>
                    <a:pt x="2361" y="11436"/>
                    <a:pt x="2361" y="11233"/>
                  </a:cubicBezTo>
                  <a:cubicBezTo>
                    <a:pt x="2361" y="11029"/>
                    <a:pt x="2157" y="10866"/>
                    <a:pt x="1954" y="10866"/>
                  </a:cubicBezTo>
                  <a:close/>
                  <a:moveTo>
                    <a:pt x="8628" y="10866"/>
                  </a:moveTo>
                  <a:cubicBezTo>
                    <a:pt x="8425" y="10866"/>
                    <a:pt x="8262" y="11029"/>
                    <a:pt x="8262" y="11233"/>
                  </a:cubicBezTo>
                  <a:cubicBezTo>
                    <a:pt x="8262" y="11436"/>
                    <a:pt x="8425" y="11640"/>
                    <a:pt x="8628" y="11640"/>
                  </a:cubicBezTo>
                  <a:lnTo>
                    <a:pt x="12779" y="11640"/>
                  </a:lnTo>
                  <a:cubicBezTo>
                    <a:pt x="12983" y="11640"/>
                    <a:pt x="13146" y="11436"/>
                    <a:pt x="13146" y="11233"/>
                  </a:cubicBezTo>
                  <a:cubicBezTo>
                    <a:pt x="13146" y="11029"/>
                    <a:pt x="12983" y="10866"/>
                    <a:pt x="12779" y="10866"/>
                  </a:cubicBezTo>
                  <a:close/>
                  <a:moveTo>
                    <a:pt x="14204" y="12454"/>
                  </a:moveTo>
                  <a:cubicBezTo>
                    <a:pt x="13959" y="12454"/>
                    <a:pt x="13756" y="12657"/>
                    <a:pt x="13756" y="12942"/>
                  </a:cubicBezTo>
                  <a:cubicBezTo>
                    <a:pt x="13756" y="13186"/>
                    <a:pt x="13959" y="13390"/>
                    <a:pt x="14204" y="13390"/>
                  </a:cubicBezTo>
                  <a:cubicBezTo>
                    <a:pt x="14448" y="13390"/>
                    <a:pt x="14651" y="13186"/>
                    <a:pt x="14651" y="12942"/>
                  </a:cubicBezTo>
                  <a:cubicBezTo>
                    <a:pt x="14651" y="12657"/>
                    <a:pt x="14448" y="12454"/>
                    <a:pt x="14204" y="12454"/>
                  </a:cubicBezTo>
                  <a:close/>
                  <a:moveTo>
                    <a:pt x="15547" y="12454"/>
                  </a:moveTo>
                  <a:cubicBezTo>
                    <a:pt x="15302" y="12454"/>
                    <a:pt x="15099" y="12657"/>
                    <a:pt x="15099" y="12942"/>
                  </a:cubicBezTo>
                  <a:cubicBezTo>
                    <a:pt x="15099" y="13186"/>
                    <a:pt x="15302" y="13390"/>
                    <a:pt x="15547" y="13390"/>
                  </a:cubicBezTo>
                  <a:cubicBezTo>
                    <a:pt x="15791" y="13390"/>
                    <a:pt x="15994" y="13186"/>
                    <a:pt x="15994" y="12942"/>
                  </a:cubicBezTo>
                  <a:cubicBezTo>
                    <a:pt x="15994" y="12657"/>
                    <a:pt x="15791" y="12454"/>
                    <a:pt x="15547" y="12454"/>
                  </a:cubicBezTo>
                  <a:close/>
                  <a:moveTo>
                    <a:pt x="16890" y="12454"/>
                  </a:moveTo>
                  <a:cubicBezTo>
                    <a:pt x="16645" y="12454"/>
                    <a:pt x="16442" y="12657"/>
                    <a:pt x="16442" y="12942"/>
                  </a:cubicBezTo>
                  <a:cubicBezTo>
                    <a:pt x="16442" y="13186"/>
                    <a:pt x="16645" y="13390"/>
                    <a:pt x="16890" y="13390"/>
                  </a:cubicBezTo>
                  <a:cubicBezTo>
                    <a:pt x="17134" y="13390"/>
                    <a:pt x="17337" y="13186"/>
                    <a:pt x="17337" y="12942"/>
                  </a:cubicBezTo>
                  <a:cubicBezTo>
                    <a:pt x="17337" y="12657"/>
                    <a:pt x="17134" y="12454"/>
                    <a:pt x="16890" y="12454"/>
                  </a:cubicBezTo>
                  <a:close/>
                  <a:moveTo>
                    <a:pt x="18233" y="12454"/>
                  </a:moveTo>
                  <a:cubicBezTo>
                    <a:pt x="17988" y="12454"/>
                    <a:pt x="17785" y="12657"/>
                    <a:pt x="17785" y="12942"/>
                  </a:cubicBezTo>
                  <a:cubicBezTo>
                    <a:pt x="17785" y="13186"/>
                    <a:pt x="17988" y="13390"/>
                    <a:pt x="18233" y="13390"/>
                  </a:cubicBezTo>
                  <a:cubicBezTo>
                    <a:pt x="18477" y="13390"/>
                    <a:pt x="18680" y="13186"/>
                    <a:pt x="18680" y="12942"/>
                  </a:cubicBezTo>
                  <a:cubicBezTo>
                    <a:pt x="18680" y="12657"/>
                    <a:pt x="18477" y="12454"/>
                    <a:pt x="18233" y="12454"/>
                  </a:cubicBezTo>
                  <a:close/>
                  <a:moveTo>
                    <a:pt x="19576" y="12454"/>
                  </a:moveTo>
                  <a:cubicBezTo>
                    <a:pt x="19331" y="12454"/>
                    <a:pt x="19128" y="12657"/>
                    <a:pt x="19128" y="12942"/>
                  </a:cubicBezTo>
                  <a:cubicBezTo>
                    <a:pt x="19128" y="13186"/>
                    <a:pt x="19331" y="13390"/>
                    <a:pt x="19576" y="13390"/>
                  </a:cubicBezTo>
                  <a:cubicBezTo>
                    <a:pt x="19820" y="13390"/>
                    <a:pt x="20023" y="13186"/>
                    <a:pt x="20023" y="12942"/>
                  </a:cubicBezTo>
                  <a:cubicBezTo>
                    <a:pt x="20023" y="12657"/>
                    <a:pt x="19820" y="12454"/>
                    <a:pt x="19576" y="12454"/>
                  </a:cubicBezTo>
                  <a:close/>
                  <a:moveTo>
                    <a:pt x="20919" y="12454"/>
                  </a:moveTo>
                  <a:cubicBezTo>
                    <a:pt x="20674" y="12454"/>
                    <a:pt x="20471" y="12657"/>
                    <a:pt x="20471" y="12942"/>
                  </a:cubicBezTo>
                  <a:cubicBezTo>
                    <a:pt x="20471" y="13186"/>
                    <a:pt x="20674" y="13390"/>
                    <a:pt x="20919" y="13390"/>
                  </a:cubicBezTo>
                  <a:cubicBezTo>
                    <a:pt x="21163" y="13390"/>
                    <a:pt x="21366" y="13186"/>
                    <a:pt x="21366" y="12942"/>
                  </a:cubicBezTo>
                  <a:cubicBezTo>
                    <a:pt x="21366" y="12657"/>
                    <a:pt x="21163" y="12454"/>
                    <a:pt x="20919" y="12454"/>
                  </a:cubicBezTo>
                  <a:close/>
                  <a:moveTo>
                    <a:pt x="367" y="12657"/>
                  </a:moveTo>
                  <a:cubicBezTo>
                    <a:pt x="163" y="12657"/>
                    <a:pt x="0" y="12820"/>
                    <a:pt x="0" y="13023"/>
                  </a:cubicBezTo>
                  <a:cubicBezTo>
                    <a:pt x="0" y="13268"/>
                    <a:pt x="163" y="13430"/>
                    <a:pt x="367" y="13430"/>
                  </a:cubicBezTo>
                  <a:lnTo>
                    <a:pt x="1954" y="13430"/>
                  </a:lnTo>
                  <a:cubicBezTo>
                    <a:pt x="2157" y="13430"/>
                    <a:pt x="2361" y="13268"/>
                    <a:pt x="2361" y="13023"/>
                  </a:cubicBezTo>
                  <a:cubicBezTo>
                    <a:pt x="2361" y="12820"/>
                    <a:pt x="2157" y="12657"/>
                    <a:pt x="1954" y="12657"/>
                  </a:cubicBezTo>
                  <a:close/>
                  <a:moveTo>
                    <a:pt x="8628" y="12657"/>
                  </a:moveTo>
                  <a:cubicBezTo>
                    <a:pt x="8425" y="12657"/>
                    <a:pt x="8262" y="12820"/>
                    <a:pt x="8262" y="13023"/>
                  </a:cubicBezTo>
                  <a:cubicBezTo>
                    <a:pt x="8262" y="13268"/>
                    <a:pt x="8425" y="13430"/>
                    <a:pt x="8628" y="13430"/>
                  </a:cubicBezTo>
                  <a:lnTo>
                    <a:pt x="12779" y="13430"/>
                  </a:lnTo>
                  <a:cubicBezTo>
                    <a:pt x="12983" y="13430"/>
                    <a:pt x="13146" y="13268"/>
                    <a:pt x="13146" y="13023"/>
                  </a:cubicBezTo>
                  <a:cubicBezTo>
                    <a:pt x="13146" y="12820"/>
                    <a:pt x="12983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6" name="Google Shape;2076;p35"/>
            <p:cNvSpPr/>
            <p:nvPr/>
          </p:nvSpPr>
          <p:spPr>
            <a:xfrm>
              <a:off x="3941225" y="2531400"/>
              <a:ext cx="657275" cy="73275"/>
            </a:xfrm>
            <a:custGeom>
              <a:rect b="b" l="l" r="r" t="t"/>
              <a:pathLst>
                <a:path extrusionOk="0" h="2931" w="26291">
                  <a:moveTo>
                    <a:pt x="5088" y="1"/>
                  </a:moveTo>
                  <a:lnTo>
                    <a:pt x="4965" y="41"/>
                  </a:lnTo>
                  <a:lnTo>
                    <a:pt x="326" y="2239"/>
                  </a:lnTo>
                  <a:cubicBezTo>
                    <a:pt x="0" y="2442"/>
                    <a:pt x="123" y="2931"/>
                    <a:pt x="489" y="2931"/>
                  </a:cubicBezTo>
                  <a:lnTo>
                    <a:pt x="22913" y="2931"/>
                  </a:lnTo>
                  <a:cubicBezTo>
                    <a:pt x="22994" y="2931"/>
                    <a:pt x="23076" y="2890"/>
                    <a:pt x="23157" y="2849"/>
                  </a:cubicBezTo>
                  <a:lnTo>
                    <a:pt x="26047" y="652"/>
                  </a:lnTo>
                  <a:cubicBezTo>
                    <a:pt x="26291" y="448"/>
                    <a:pt x="26169" y="1"/>
                    <a:pt x="258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7" name="Google Shape;2077;p35"/>
            <p:cNvSpPr/>
            <p:nvPr/>
          </p:nvSpPr>
          <p:spPr>
            <a:xfrm>
              <a:off x="3936125" y="2523250"/>
              <a:ext cx="668475" cy="89575"/>
            </a:xfrm>
            <a:custGeom>
              <a:rect b="b" l="l" r="r" t="t"/>
              <a:pathLst>
                <a:path extrusionOk="0" h="3583" w="26739">
                  <a:moveTo>
                    <a:pt x="26047" y="652"/>
                  </a:moveTo>
                  <a:lnTo>
                    <a:pt x="26047" y="693"/>
                  </a:lnTo>
                  <a:lnTo>
                    <a:pt x="23158" y="2931"/>
                  </a:lnTo>
                  <a:lnTo>
                    <a:pt x="693" y="2931"/>
                  </a:lnTo>
                  <a:lnTo>
                    <a:pt x="693" y="2890"/>
                  </a:lnTo>
                  <a:lnTo>
                    <a:pt x="5251" y="693"/>
                  </a:lnTo>
                  <a:lnTo>
                    <a:pt x="5332" y="652"/>
                  </a:lnTo>
                  <a:close/>
                  <a:moveTo>
                    <a:pt x="5251" y="1"/>
                  </a:moveTo>
                  <a:lnTo>
                    <a:pt x="5088" y="42"/>
                  </a:lnTo>
                  <a:lnTo>
                    <a:pt x="5007" y="42"/>
                  </a:lnTo>
                  <a:lnTo>
                    <a:pt x="408" y="2280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82" y="3257"/>
                    <a:pt x="164" y="3379"/>
                  </a:cubicBezTo>
                  <a:cubicBezTo>
                    <a:pt x="286" y="3501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80" y="3582"/>
                    <a:pt x="23442" y="3542"/>
                    <a:pt x="23565" y="3460"/>
                  </a:cubicBezTo>
                  <a:lnTo>
                    <a:pt x="26454" y="1222"/>
                  </a:lnTo>
                  <a:cubicBezTo>
                    <a:pt x="26617" y="1100"/>
                    <a:pt x="26739" y="896"/>
                    <a:pt x="26698" y="693"/>
                  </a:cubicBezTo>
                  <a:cubicBezTo>
                    <a:pt x="26698" y="489"/>
                    <a:pt x="26658" y="327"/>
                    <a:pt x="26535" y="204"/>
                  </a:cubicBezTo>
                  <a:cubicBezTo>
                    <a:pt x="26413" y="82"/>
                    <a:pt x="26210" y="1"/>
                    <a:pt x="260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8" name="Google Shape;2078;p35"/>
            <p:cNvSpPr/>
            <p:nvPr/>
          </p:nvSpPr>
          <p:spPr>
            <a:xfrm>
              <a:off x="4246450" y="2181400"/>
              <a:ext cx="103800" cy="392750"/>
            </a:xfrm>
            <a:custGeom>
              <a:rect b="b" l="l" r="r" t="t"/>
              <a:pathLst>
                <a:path extrusionOk="0" h="15710" w="4152">
                  <a:moveTo>
                    <a:pt x="1" y="1"/>
                  </a:moveTo>
                  <a:lnTo>
                    <a:pt x="1" y="15710"/>
                  </a:lnTo>
                  <a:lnTo>
                    <a:pt x="4152" y="15710"/>
                  </a:lnTo>
                  <a:lnTo>
                    <a:pt x="4152" y="1"/>
                  </a:lnTo>
                  <a:close/>
                </a:path>
              </a:pathLst>
            </a:cu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9" name="Google Shape;2079;p35"/>
            <p:cNvSpPr/>
            <p:nvPr/>
          </p:nvSpPr>
          <p:spPr>
            <a:xfrm>
              <a:off x="4238300" y="2172250"/>
              <a:ext cx="120100" cy="410050"/>
            </a:xfrm>
            <a:custGeom>
              <a:rect b="b" l="l" r="r" t="t"/>
              <a:pathLst>
                <a:path extrusionOk="0" h="16402" w="4804">
                  <a:moveTo>
                    <a:pt x="4111" y="692"/>
                  </a:moveTo>
                  <a:lnTo>
                    <a:pt x="4111" y="15750"/>
                  </a:lnTo>
                  <a:lnTo>
                    <a:pt x="693" y="15750"/>
                  </a:lnTo>
                  <a:lnTo>
                    <a:pt x="693" y="692"/>
                  </a:lnTo>
                  <a:close/>
                  <a:moveTo>
                    <a:pt x="327" y="0"/>
                  </a:moveTo>
                  <a:cubicBezTo>
                    <a:pt x="245" y="0"/>
                    <a:pt x="164" y="41"/>
                    <a:pt x="82" y="123"/>
                  </a:cubicBezTo>
                  <a:cubicBezTo>
                    <a:pt x="42" y="163"/>
                    <a:pt x="1" y="285"/>
                    <a:pt x="1" y="367"/>
                  </a:cubicBezTo>
                  <a:lnTo>
                    <a:pt x="1" y="16076"/>
                  </a:lnTo>
                  <a:cubicBezTo>
                    <a:pt x="1" y="16157"/>
                    <a:pt x="42" y="16239"/>
                    <a:pt x="82" y="16320"/>
                  </a:cubicBezTo>
                  <a:cubicBezTo>
                    <a:pt x="164" y="16361"/>
                    <a:pt x="245" y="16401"/>
                    <a:pt x="327" y="16401"/>
                  </a:cubicBezTo>
                  <a:lnTo>
                    <a:pt x="4478" y="16401"/>
                  </a:lnTo>
                  <a:cubicBezTo>
                    <a:pt x="4559" y="16401"/>
                    <a:pt x="4640" y="16361"/>
                    <a:pt x="4722" y="16320"/>
                  </a:cubicBezTo>
                  <a:cubicBezTo>
                    <a:pt x="4763" y="16239"/>
                    <a:pt x="4803" y="16157"/>
                    <a:pt x="4803" y="16076"/>
                  </a:cubicBezTo>
                  <a:lnTo>
                    <a:pt x="4803" y="367"/>
                  </a:lnTo>
                  <a:cubicBezTo>
                    <a:pt x="4803" y="285"/>
                    <a:pt x="4763" y="163"/>
                    <a:pt x="4722" y="123"/>
                  </a:cubicBezTo>
                  <a:cubicBezTo>
                    <a:pt x="4640" y="41"/>
                    <a:pt x="4559" y="0"/>
                    <a:pt x="44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0" name="Google Shape;2080;p35"/>
            <p:cNvSpPr/>
            <p:nvPr/>
          </p:nvSpPr>
          <p:spPr>
            <a:xfrm>
              <a:off x="4230175" y="2181400"/>
              <a:ext cx="136350" cy="284900"/>
            </a:xfrm>
            <a:custGeom>
              <a:rect b="b" l="l" r="r" t="t"/>
              <a:pathLst>
                <a:path extrusionOk="0" h="11396" w="5454">
                  <a:moveTo>
                    <a:pt x="0" y="1"/>
                  </a:moveTo>
                  <a:lnTo>
                    <a:pt x="0" y="11396"/>
                  </a:lnTo>
                  <a:lnTo>
                    <a:pt x="5454" y="11396"/>
                  </a:lnTo>
                  <a:lnTo>
                    <a:pt x="545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1" name="Google Shape;2081;p35"/>
            <p:cNvSpPr/>
            <p:nvPr/>
          </p:nvSpPr>
          <p:spPr>
            <a:xfrm>
              <a:off x="4222025" y="2172250"/>
              <a:ext cx="152650" cy="303225"/>
            </a:xfrm>
            <a:custGeom>
              <a:rect b="b" l="l" r="r" t="t"/>
              <a:pathLst>
                <a:path extrusionOk="0" h="12129" w="6106">
                  <a:moveTo>
                    <a:pt x="5414" y="692"/>
                  </a:moveTo>
                  <a:lnTo>
                    <a:pt x="5414" y="11436"/>
                  </a:lnTo>
                  <a:lnTo>
                    <a:pt x="693" y="11436"/>
                  </a:lnTo>
                  <a:lnTo>
                    <a:pt x="693" y="692"/>
                  </a:lnTo>
                  <a:close/>
                  <a:moveTo>
                    <a:pt x="326" y="0"/>
                  </a:moveTo>
                  <a:cubicBezTo>
                    <a:pt x="245" y="0"/>
                    <a:pt x="164" y="41"/>
                    <a:pt x="123" y="123"/>
                  </a:cubicBezTo>
                  <a:cubicBezTo>
                    <a:pt x="42" y="163"/>
                    <a:pt x="1" y="285"/>
                    <a:pt x="1" y="367"/>
                  </a:cubicBezTo>
                  <a:lnTo>
                    <a:pt x="1" y="11762"/>
                  </a:lnTo>
                  <a:cubicBezTo>
                    <a:pt x="1" y="11843"/>
                    <a:pt x="42" y="11965"/>
                    <a:pt x="123" y="12006"/>
                  </a:cubicBezTo>
                  <a:cubicBezTo>
                    <a:pt x="164" y="12087"/>
                    <a:pt x="245" y="12128"/>
                    <a:pt x="326" y="12128"/>
                  </a:cubicBezTo>
                  <a:lnTo>
                    <a:pt x="5780" y="12128"/>
                  </a:lnTo>
                  <a:cubicBezTo>
                    <a:pt x="5861" y="12128"/>
                    <a:pt x="5943" y="12087"/>
                    <a:pt x="5983" y="12006"/>
                  </a:cubicBezTo>
                  <a:cubicBezTo>
                    <a:pt x="6065" y="11925"/>
                    <a:pt x="6105" y="11843"/>
                    <a:pt x="6105" y="11762"/>
                  </a:cubicBezTo>
                  <a:lnTo>
                    <a:pt x="6105" y="367"/>
                  </a:lnTo>
                  <a:cubicBezTo>
                    <a:pt x="6105" y="285"/>
                    <a:pt x="6065" y="163"/>
                    <a:pt x="5983" y="123"/>
                  </a:cubicBezTo>
                  <a:cubicBezTo>
                    <a:pt x="5943" y="41"/>
                    <a:pt x="5861" y="0"/>
                    <a:pt x="57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2" name="Google Shape;2082;p35"/>
            <p:cNvSpPr/>
            <p:nvPr/>
          </p:nvSpPr>
          <p:spPr>
            <a:xfrm>
              <a:off x="3469125" y="874000"/>
              <a:ext cx="1707275" cy="1335925"/>
            </a:xfrm>
            <a:custGeom>
              <a:rect b="b" l="l" r="r" t="t"/>
              <a:pathLst>
                <a:path extrusionOk="0" h="53437" w="68291">
                  <a:moveTo>
                    <a:pt x="1" y="1"/>
                  </a:moveTo>
                  <a:lnTo>
                    <a:pt x="1" y="53436"/>
                  </a:lnTo>
                  <a:lnTo>
                    <a:pt x="68291" y="53436"/>
                  </a:lnTo>
                  <a:lnTo>
                    <a:pt x="682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3" name="Google Shape;2083;p35"/>
            <p:cNvSpPr/>
            <p:nvPr/>
          </p:nvSpPr>
          <p:spPr>
            <a:xfrm>
              <a:off x="3461000" y="865875"/>
              <a:ext cx="1723550" cy="1352175"/>
            </a:xfrm>
            <a:custGeom>
              <a:rect b="b" l="l" r="r" t="t"/>
              <a:pathLst>
                <a:path extrusionOk="0" h="54087" w="68942">
                  <a:moveTo>
                    <a:pt x="68290" y="692"/>
                  </a:moveTo>
                  <a:lnTo>
                    <a:pt x="68290" y="53395"/>
                  </a:lnTo>
                  <a:lnTo>
                    <a:pt x="652" y="53395"/>
                  </a:lnTo>
                  <a:lnTo>
                    <a:pt x="652" y="692"/>
                  </a:lnTo>
                  <a:close/>
                  <a:moveTo>
                    <a:pt x="326" y="0"/>
                  </a:moveTo>
                  <a:cubicBezTo>
                    <a:pt x="245" y="0"/>
                    <a:pt x="163" y="41"/>
                    <a:pt x="82" y="82"/>
                  </a:cubicBezTo>
                  <a:cubicBezTo>
                    <a:pt x="0" y="163"/>
                    <a:pt x="0" y="244"/>
                    <a:pt x="0" y="326"/>
                  </a:cubicBezTo>
                  <a:lnTo>
                    <a:pt x="0" y="53761"/>
                  </a:lnTo>
                  <a:cubicBezTo>
                    <a:pt x="0" y="53843"/>
                    <a:pt x="0" y="53924"/>
                    <a:pt x="82" y="54005"/>
                  </a:cubicBezTo>
                  <a:cubicBezTo>
                    <a:pt x="163" y="54046"/>
                    <a:pt x="245" y="54087"/>
                    <a:pt x="326" y="54087"/>
                  </a:cubicBezTo>
                  <a:lnTo>
                    <a:pt x="68616" y="54087"/>
                  </a:lnTo>
                  <a:cubicBezTo>
                    <a:pt x="68697" y="54087"/>
                    <a:pt x="68778" y="54046"/>
                    <a:pt x="68860" y="54005"/>
                  </a:cubicBezTo>
                  <a:cubicBezTo>
                    <a:pt x="68901" y="53924"/>
                    <a:pt x="68941" y="53843"/>
                    <a:pt x="68941" y="53761"/>
                  </a:cubicBezTo>
                  <a:lnTo>
                    <a:pt x="68941" y="326"/>
                  </a:lnTo>
                  <a:cubicBezTo>
                    <a:pt x="68941" y="244"/>
                    <a:pt x="68901" y="163"/>
                    <a:pt x="68860" y="82"/>
                  </a:cubicBezTo>
                  <a:cubicBezTo>
                    <a:pt x="68778" y="41"/>
                    <a:pt x="68697" y="0"/>
                    <a:pt x="686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4" name="Google Shape;2084;p35"/>
            <p:cNvSpPr/>
            <p:nvPr/>
          </p:nvSpPr>
          <p:spPr>
            <a:xfrm>
              <a:off x="3560700" y="945225"/>
              <a:ext cx="1524125" cy="1193475"/>
            </a:xfrm>
            <a:custGeom>
              <a:rect b="b" l="l" r="r" t="t"/>
              <a:pathLst>
                <a:path extrusionOk="0" h="47739" w="60965">
                  <a:moveTo>
                    <a:pt x="1" y="1"/>
                  </a:moveTo>
                  <a:lnTo>
                    <a:pt x="1" y="47738"/>
                  </a:lnTo>
                  <a:lnTo>
                    <a:pt x="60965" y="47738"/>
                  </a:lnTo>
                  <a:lnTo>
                    <a:pt x="60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5" name="Google Shape;2085;p35"/>
            <p:cNvSpPr/>
            <p:nvPr/>
          </p:nvSpPr>
          <p:spPr>
            <a:xfrm>
              <a:off x="3551550" y="937075"/>
              <a:ext cx="1542450" cy="1209750"/>
            </a:xfrm>
            <a:custGeom>
              <a:rect b="b" l="l" r="r" t="t"/>
              <a:pathLst>
                <a:path extrusionOk="0" h="48390" w="61698">
                  <a:moveTo>
                    <a:pt x="61005" y="693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3"/>
                  </a:lnTo>
                  <a:close/>
                  <a:moveTo>
                    <a:pt x="367" y="1"/>
                  </a:moveTo>
                  <a:cubicBezTo>
                    <a:pt x="245" y="1"/>
                    <a:pt x="163" y="42"/>
                    <a:pt x="123" y="123"/>
                  </a:cubicBezTo>
                  <a:cubicBezTo>
                    <a:pt x="41" y="164"/>
                    <a:pt x="0" y="245"/>
                    <a:pt x="0" y="327"/>
                  </a:cubicBezTo>
                  <a:lnTo>
                    <a:pt x="0" y="48064"/>
                  </a:lnTo>
                  <a:cubicBezTo>
                    <a:pt x="0" y="48146"/>
                    <a:pt x="41" y="48227"/>
                    <a:pt x="123" y="48268"/>
                  </a:cubicBezTo>
                  <a:cubicBezTo>
                    <a:pt x="163" y="48349"/>
                    <a:pt x="245" y="48390"/>
                    <a:pt x="367" y="48390"/>
                  </a:cubicBezTo>
                  <a:lnTo>
                    <a:pt x="61331" y="48390"/>
                  </a:lnTo>
                  <a:cubicBezTo>
                    <a:pt x="61412" y="48390"/>
                    <a:pt x="61494" y="48349"/>
                    <a:pt x="61575" y="48268"/>
                  </a:cubicBezTo>
                  <a:cubicBezTo>
                    <a:pt x="61657" y="48227"/>
                    <a:pt x="61697" y="48146"/>
                    <a:pt x="61697" y="48064"/>
                  </a:cubicBezTo>
                  <a:lnTo>
                    <a:pt x="61697" y="327"/>
                  </a:lnTo>
                  <a:cubicBezTo>
                    <a:pt x="61697" y="245"/>
                    <a:pt x="61657" y="164"/>
                    <a:pt x="61575" y="123"/>
                  </a:cubicBezTo>
                  <a:cubicBezTo>
                    <a:pt x="61494" y="42"/>
                    <a:pt x="61412" y="1"/>
                    <a:pt x="613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6" name="Google Shape;2086;p35"/>
            <p:cNvSpPr/>
            <p:nvPr/>
          </p:nvSpPr>
          <p:spPr>
            <a:xfrm>
              <a:off x="3671600" y="1070375"/>
              <a:ext cx="637950" cy="293050"/>
            </a:xfrm>
            <a:custGeom>
              <a:rect b="b" l="l" r="r" t="t"/>
              <a:pathLst>
                <a:path extrusionOk="0" h="11722" w="25518">
                  <a:moveTo>
                    <a:pt x="24826" y="692"/>
                  </a:moveTo>
                  <a:lnTo>
                    <a:pt x="24826" y="11070"/>
                  </a:lnTo>
                  <a:lnTo>
                    <a:pt x="652" y="11070"/>
                  </a:lnTo>
                  <a:lnTo>
                    <a:pt x="652" y="692"/>
                  </a:lnTo>
                  <a:close/>
                  <a:moveTo>
                    <a:pt x="1" y="0"/>
                  </a:moveTo>
                  <a:lnTo>
                    <a:pt x="1" y="11721"/>
                  </a:lnTo>
                  <a:lnTo>
                    <a:pt x="25518" y="11721"/>
                  </a:lnTo>
                  <a:lnTo>
                    <a:pt x="25518" y="11396"/>
                  </a:lnTo>
                  <a:lnTo>
                    <a:pt x="255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7" name="Google Shape;2087;p35"/>
            <p:cNvSpPr/>
            <p:nvPr/>
          </p:nvSpPr>
          <p:spPr>
            <a:xfrm>
              <a:off x="3760125" y="1538400"/>
              <a:ext cx="1047975" cy="116000"/>
            </a:xfrm>
            <a:custGeom>
              <a:rect b="b" l="l" r="r" t="t"/>
              <a:pathLst>
                <a:path extrusionOk="0" h="4640" w="41919">
                  <a:moveTo>
                    <a:pt x="0" y="0"/>
                  </a:moveTo>
                  <a:lnTo>
                    <a:pt x="0" y="692"/>
                  </a:lnTo>
                  <a:lnTo>
                    <a:pt x="5820" y="692"/>
                  </a:lnTo>
                  <a:cubicBezTo>
                    <a:pt x="8384" y="692"/>
                    <a:pt x="10907" y="1221"/>
                    <a:pt x="13227" y="2320"/>
                  </a:cubicBezTo>
                  <a:lnTo>
                    <a:pt x="15913" y="3581"/>
                  </a:lnTo>
                  <a:cubicBezTo>
                    <a:pt x="17419" y="4273"/>
                    <a:pt x="19006" y="4640"/>
                    <a:pt x="20593" y="4640"/>
                  </a:cubicBezTo>
                  <a:cubicBezTo>
                    <a:pt x="22384" y="4640"/>
                    <a:pt x="24215" y="4151"/>
                    <a:pt x="25843" y="3256"/>
                  </a:cubicBezTo>
                  <a:lnTo>
                    <a:pt x="26616" y="2849"/>
                  </a:lnTo>
                  <a:cubicBezTo>
                    <a:pt x="29221" y="1424"/>
                    <a:pt x="32110" y="692"/>
                    <a:pt x="35081" y="692"/>
                  </a:cubicBezTo>
                  <a:lnTo>
                    <a:pt x="41918" y="692"/>
                  </a:lnTo>
                  <a:lnTo>
                    <a:pt x="41918" y="0"/>
                  </a:lnTo>
                  <a:lnTo>
                    <a:pt x="35081" y="0"/>
                  </a:lnTo>
                  <a:cubicBezTo>
                    <a:pt x="31988" y="0"/>
                    <a:pt x="28977" y="773"/>
                    <a:pt x="26291" y="2238"/>
                  </a:cubicBezTo>
                  <a:lnTo>
                    <a:pt x="25517" y="2686"/>
                  </a:lnTo>
                  <a:cubicBezTo>
                    <a:pt x="23971" y="3500"/>
                    <a:pt x="22302" y="3948"/>
                    <a:pt x="20593" y="3948"/>
                  </a:cubicBezTo>
                  <a:cubicBezTo>
                    <a:pt x="19087" y="3948"/>
                    <a:pt x="17581" y="3622"/>
                    <a:pt x="16198" y="2971"/>
                  </a:cubicBezTo>
                  <a:lnTo>
                    <a:pt x="13512" y="1709"/>
                  </a:lnTo>
                  <a:cubicBezTo>
                    <a:pt x="11111" y="570"/>
                    <a:pt x="8465" y="0"/>
                    <a:pt x="58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8" name="Google Shape;2088;p35"/>
            <p:cNvSpPr/>
            <p:nvPr/>
          </p:nvSpPr>
          <p:spPr>
            <a:xfrm>
              <a:off x="3760125" y="1639125"/>
              <a:ext cx="1047975" cy="116000"/>
            </a:xfrm>
            <a:custGeom>
              <a:rect b="b" l="l" r="r" t="t"/>
              <a:pathLst>
                <a:path extrusionOk="0" h="4640" w="41919">
                  <a:moveTo>
                    <a:pt x="0" y="0"/>
                  </a:moveTo>
                  <a:lnTo>
                    <a:pt x="0" y="692"/>
                  </a:lnTo>
                  <a:lnTo>
                    <a:pt x="5820" y="692"/>
                  </a:lnTo>
                  <a:cubicBezTo>
                    <a:pt x="8384" y="692"/>
                    <a:pt x="10907" y="1262"/>
                    <a:pt x="13227" y="2320"/>
                  </a:cubicBezTo>
                  <a:lnTo>
                    <a:pt x="15913" y="3622"/>
                  </a:lnTo>
                  <a:cubicBezTo>
                    <a:pt x="17419" y="4314"/>
                    <a:pt x="19006" y="4640"/>
                    <a:pt x="20593" y="4640"/>
                  </a:cubicBezTo>
                  <a:cubicBezTo>
                    <a:pt x="22384" y="4640"/>
                    <a:pt x="24215" y="4192"/>
                    <a:pt x="25843" y="3297"/>
                  </a:cubicBezTo>
                  <a:lnTo>
                    <a:pt x="26616" y="2849"/>
                  </a:lnTo>
                  <a:cubicBezTo>
                    <a:pt x="29221" y="1424"/>
                    <a:pt x="32110" y="692"/>
                    <a:pt x="35081" y="692"/>
                  </a:cubicBezTo>
                  <a:lnTo>
                    <a:pt x="41918" y="692"/>
                  </a:lnTo>
                  <a:lnTo>
                    <a:pt x="41918" y="0"/>
                  </a:lnTo>
                  <a:lnTo>
                    <a:pt x="35081" y="0"/>
                  </a:lnTo>
                  <a:cubicBezTo>
                    <a:pt x="31988" y="0"/>
                    <a:pt x="28977" y="773"/>
                    <a:pt x="26291" y="2279"/>
                  </a:cubicBezTo>
                  <a:lnTo>
                    <a:pt x="25517" y="2686"/>
                  </a:lnTo>
                  <a:cubicBezTo>
                    <a:pt x="24012" y="3541"/>
                    <a:pt x="22302" y="3948"/>
                    <a:pt x="20593" y="3948"/>
                  </a:cubicBezTo>
                  <a:cubicBezTo>
                    <a:pt x="19087" y="3948"/>
                    <a:pt x="17581" y="3622"/>
                    <a:pt x="16198" y="2971"/>
                  </a:cubicBezTo>
                  <a:lnTo>
                    <a:pt x="13512" y="1709"/>
                  </a:lnTo>
                  <a:cubicBezTo>
                    <a:pt x="11111" y="611"/>
                    <a:pt x="8465" y="0"/>
                    <a:pt x="58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9" name="Google Shape;2089;p35"/>
            <p:cNvSpPr/>
            <p:nvPr/>
          </p:nvSpPr>
          <p:spPr>
            <a:xfrm>
              <a:off x="3760125" y="1866000"/>
              <a:ext cx="1047975" cy="115000"/>
            </a:xfrm>
            <a:custGeom>
              <a:rect b="b" l="l" r="r" t="t"/>
              <a:pathLst>
                <a:path extrusionOk="0" h="4600" w="41919">
                  <a:moveTo>
                    <a:pt x="20593" y="1"/>
                  </a:moveTo>
                  <a:cubicBezTo>
                    <a:pt x="19006" y="1"/>
                    <a:pt x="17419" y="326"/>
                    <a:pt x="15913" y="1018"/>
                  </a:cubicBezTo>
                  <a:lnTo>
                    <a:pt x="13227" y="2280"/>
                  </a:lnTo>
                  <a:cubicBezTo>
                    <a:pt x="10907" y="3378"/>
                    <a:pt x="8384" y="3948"/>
                    <a:pt x="5820" y="3948"/>
                  </a:cubicBezTo>
                  <a:lnTo>
                    <a:pt x="0" y="3948"/>
                  </a:lnTo>
                  <a:lnTo>
                    <a:pt x="0" y="4599"/>
                  </a:lnTo>
                  <a:lnTo>
                    <a:pt x="5820" y="4599"/>
                  </a:lnTo>
                  <a:cubicBezTo>
                    <a:pt x="8465" y="4599"/>
                    <a:pt x="11111" y="4030"/>
                    <a:pt x="13512" y="2890"/>
                  </a:cubicBezTo>
                  <a:lnTo>
                    <a:pt x="16198" y="1628"/>
                  </a:lnTo>
                  <a:cubicBezTo>
                    <a:pt x="17581" y="977"/>
                    <a:pt x="19087" y="652"/>
                    <a:pt x="20593" y="652"/>
                  </a:cubicBezTo>
                  <a:cubicBezTo>
                    <a:pt x="22302" y="652"/>
                    <a:pt x="23971" y="1099"/>
                    <a:pt x="25517" y="1913"/>
                  </a:cubicBezTo>
                  <a:lnTo>
                    <a:pt x="26291" y="2361"/>
                  </a:lnTo>
                  <a:cubicBezTo>
                    <a:pt x="28977" y="3826"/>
                    <a:pt x="31988" y="4599"/>
                    <a:pt x="35081" y="4599"/>
                  </a:cubicBezTo>
                  <a:lnTo>
                    <a:pt x="41918" y="4599"/>
                  </a:lnTo>
                  <a:lnTo>
                    <a:pt x="41918" y="3948"/>
                  </a:lnTo>
                  <a:lnTo>
                    <a:pt x="35081" y="3948"/>
                  </a:lnTo>
                  <a:cubicBezTo>
                    <a:pt x="32110" y="3948"/>
                    <a:pt x="29221" y="3175"/>
                    <a:pt x="26616" y="1751"/>
                  </a:cubicBezTo>
                  <a:lnTo>
                    <a:pt x="25843" y="1344"/>
                  </a:lnTo>
                  <a:cubicBezTo>
                    <a:pt x="24215" y="448"/>
                    <a:pt x="22384" y="1"/>
                    <a:pt x="205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0" name="Google Shape;2090;p35"/>
            <p:cNvSpPr/>
            <p:nvPr/>
          </p:nvSpPr>
          <p:spPr>
            <a:xfrm>
              <a:off x="3760125" y="1764250"/>
              <a:ext cx="1047975" cy="116025"/>
            </a:xfrm>
            <a:custGeom>
              <a:rect b="b" l="l" r="r" t="t"/>
              <a:pathLst>
                <a:path extrusionOk="0" h="4641" w="41919">
                  <a:moveTo>
                    <a:pt x="20593" y="1"/>
                  </a:moveTo>
                  <a:cubicBezTo>
                    <a:pt x="19006" y="1"/>
                    <a:pt x="17419" y="367"/>
                    <a:pt x="15913" y="1059"/>
                  </a:cubicBezTo>
                  <a:lnTo>
                    <a:pt x="13227" y="2321"/>
                  </a:lnTo>
                  <a:cubicBezTo>
                    <a:pt x="10907" y="3379"/>
                    <a:pt x="8384" y="3948"/>
                    <a:pt x="5820" y="3948"/>
                  </a:cubicBezTo>
                  <a:lnTo>
                    <a:pt x="0" y="3948"/>
                  </a:lnTo>
                  <a:lnTo>
                    <a:pt x="0" y="4640"/>
                  </a:lnTo>
                  <a:lnTo>
                    <a:pt x="5820" y="4640"/>
                  </a:lnTo>
                  <a:cubicBezTo>
                    <a:pt x="8465" y="4640"/>
                    <a:pt x="11111" y="4030"/>
                    <a:pt x="13512" y="2931"/>
                  </a:cubicBezTo>
                  <a:lnTo>
                    <a:pt x="16198" y="1669"/>
                  </a:lnTo>
                  <a:cubicBezTo>
                    <a:pt x="17581" y="1018"/>
                    <a:pt x="19087" y="693"/>
                    <a:pt x="20593" y="693"/>
                  </a:cubicBezTo>
                  <a:cubicBezTo>
                    <a:pt x="22302" y="693"/>
                    <a:pt x="24012" y="1100"/>
                    <a:pt x="25517" y="1954"/>
                  </a:cubicBezTo>
                  <a:lnTo>
                    <a:pt x="26291" y="2402"/>
                  </a:lnTo>
                  <a:cubicBezTo>
                    <a:pt x="28977" y="3867"/>
                    <a:pt x="31988" y="4640"/>
                    <a:pt x="35081" y="4640"/>
                  </a:cubicBezTo>
                  <a:lnTo>
                    <a:pt x="41918" y="4640"/>
                  </a:lnTo>
                  <a:lnTo>
                    <a:pt x="41918" y="3948"/>
                  </a:lnTo>
                  <a:lnTo>
                    <a:pt x="35081" y="3948"/>
                  </a:lnTo>
                  <a:cubicBezTo>
                    <a:pt x="32110" y="3948"/>
                    <a:pt x="29221" y="3216"/>
                    <a:pt x="26616" y="1792"/>
                  </a:cubicBezTo>
                  <a:lnTo>
                    <a:pt x="25843" y="1344"/>
                  </a:lnTo>
                  <a:cubicBezTo>
                    <a:pt x="24215" y="449"/>
                    <a:pt x="22384" y="1"/>
                    <a:pt x="205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1" name="Google Shape;2091;p35"/>
            <p:cNvSpPr/>
            <p:nvPr/>
          </p:nvSpPr>
          <p:spPr>
            <a:xfrm>
              <a:off x="4825375" y="1479375"/>
              <a:ext cx="96675" cy="97700"/>
            </a:xfrm>
            <a:custGeom>
              <a:rect b="b" l="l" r="r" t="t"/>
              <a:pathLst>
                <a:path extrusionOk="0" h="3908" w="3867">
                  <a:moveTo>
                    <a:pt x="0" y="1"/>
                  </a:moveTo>
                  <a:lnTo>
                    <a:pt x="0" y="3908"/>
                  </a:lnTo>
                  <a:lnTo>
                    <a:pt x="3866" y="3908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" name="Google Shape;2092;p35"/>
            <p:cNvSpPr/>
            <p:nvPr/>
          </p:nvSpPr>
          <p:spPr>
            <a:xfrm>
              <a:off x="4825375" y="1599425"/>
              <a:ext cx="96675" cy="96700"/>
            </a:xfrm>
            <a:custGeom>
              <a:rect b="b" l="l" r="r" t="t"/>
              <a:pathLst>
                <a:path extrusionOk="0" h="3868" w="3867">
                  <a:moveTo>
                    <a:pt x="0" y="1"/>
                  </a:moveTo>
                  <a:lnTo>
                    <a:pt x="0" y="3867"/>
                  </a:lnTo>
                  <a:lnTo>
                    <a:pt x="3866" y="3867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" name="Google Shape;2093;p35"/>
            <p:cNvSpPr/>
            <p:nvPr/>
          </p:nvSpPr>
          <p:spPr>
            <a:xfrm>
              <a:off x="4825375" y="1804950"/>
              <a:ext cx="96675" cy="96675"/>
            </a:xfrm>
            <a:custGeom>
              <a:rect b="b" l="l" r="r" t="t"/>
              <a:pathLst>
                <a:path extrusionOk="0" h="3867" w="3867">
                  <a:moveTo>
                    <a:pt x="0" y="1"/>
                  </a:moveTo>
                  <a:lnTo>
                    <a:pt x="0" y="3867"/>
                  </a:lnTo>
                  <a:lnTo>
                    <a:pt x="3866" y="3867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" name="Google Shape;2094;p35"/>
            <p:cNvSpPr/>
            <p:nvPr/>
          </p:nvSpPr>
          <p:spPr>
            <a:xfrm>
              <a:off x="4825375" y="1924000"/>
              <a:ext cx="96675" cy="97700"/>
            </a:xfrm>
            <a:custGeom>
              <a:rect b="b" l="l" r="r" t="t"/>
              <a:pathLst>
                <a:path extrusionOk="0" h="3908" w="3867">
                  <a:moveTo>
                    <a:pt x="0" y="0"/>
                  </a:moveTo>
                  <a:lnTo>
                    <a:pt x="0" y="3907"/>
                  </a:lnTo>
                  <a:lnTo>
                    <a:pt x="3866" y="3907"/>
                  </a:lnTo>
                  <a:lnTo>
                    <a:pt x="386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" name="Google Shape;2095;p35"/>
            <p:cNvSpPr/>
            <p:nvPr/>
          </p:nvSpPr>
          <p:spPr>
            <a:xfrm>
              <a:off x="3644125" y="1479375"/>
              <a:ext cx="96700" cy="97700"/>
            </a:xfrm>
            <a:custGeom>
              <a:rect b="b" l="l" r="r" t="t"/>
              <a:pathLst>
                <a:path extrusionOk="0" h="3908" w="3868">
                  <a:moveTo>
                    <a:pt x="1" y="1"/>
                  </a:moveTo>
                  <a:lnTo>
                    <a:pt x="1" y="3908"/>
                  </a:lnTo>
                  <a:lnTo>
                    <a:pt x="3867" y="3908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" name="Google Shape;2096;p35"/>
            <p:cNvSpPr/>
            <p:nvPr/>
          </p:nvSpPr>
          <p:spPr>
            <a:xfrm>
              <a:off x="3644125" y="1599425"/>
              <a:ext cx="96700" cy="96700"/>
            </a:xfrm>
            <a:custGeom>
              <a:rect b="b" l="l" r="r" t="t"/>
              <a:pathLst>
                <a:path extrusionOk="0" h="3868" w="3868">
                  <a:moveTo>
                    <a:pt x="1" y="1"/>
                  </a:moveTo>
                  <a:lnTo>
                    <a:pt x="1" y="3867"/>
                  </a:lnTo>
                  <a:lnTo>
                    <a:pt x="3867" y="3867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7" name="Google Shape;2097;p35"/>
            <p:cNvSpPr/>
            <p:nvPr/>
          </p:nvSpPr>
          <p:spPr>
            <a:xfrm>
              <a:off x="3644125" y="1804950"/>
              <a:ext cx="96700" cy="96675"/>
            </a:xfrm>
            <a:custGeom>
              <a:rect b="b" l="l" r="r" t="t"/>
              <a:pathLst>
                <a:path extrusionOk="0" h="3867" w="3868">
                  <a:moveTo>
                    <a:pt x="1" y="1"/>
                  </a:moveTo>
                  <a:lnTo>
                    <a:pt x="1" y="3867"/>
                  </a:lnTo>
                  <a:lnTo>
                    <a:pt x="3867" y="3867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8" name="Google Shape;2098;p35"/>
            <p:cNvSpPr/>
            <p:nvPr/>
          </p:nvSpPr>
          <p:spPr>
            <a:xfrm>
              <a:off x="3644125" y="1924000"/>
              <a:ext cx="96700" cy="97700"/>
            </a:xfrm>
            <a:custGeom>
              <a:rect b="b" l="l" r="r" t="t"/>
              <a:pathLst>
                <a:path extrusionOk="0" h="3908" w="3868">
                  <a:moveTo>
                    <a:pt x="1" y="0"/>
                  </a:moveTo>
                  <a:lnTo>
                    <a:pt x="1" y="3907"/>
                  </a:lnTo>
                  <a:lnTo>
                    <a:pt x="3867" y="3907"/>
                  </a:lnTo>
                  <a:lnTo>
                    <a:pt x="386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9" name="Google Shape;2099;p35"/>
            <p:cNvSpPr/>
            <p:nvPr/>
          </p:nvSpPr>
          <p:spPr>
            <a:xfrm>
              <a:off x="4389900" y="1053075"/>
              <a:ext cx="534175" cy="335775"/>
            </a:xfrm>
            <a:custGeom>
              <a:rect b="b" l="l" r="r" t="t"/>
              <a:pathLst>
                <a:path extrusionOk="0" h="13431" w="21367">
                  <a:moveTo>
                    <a:pt x="367" y="82"/>
                  </a:moveTo>
                  <a:cubicBezTo>
                    <a:pt x="164" y="82"/>
                    <a:pt x="1" y="245"/>
                    <a:pt x="1" y="448"/>
                  </a:cubicBezTo>
                  <a:cubicBezTo>
                    <a:pt x="1" y="692"/>
                    <a:pt x="164" y="855"/>
                    <a:pt x="367" y="855"/>
                  </a:cubicBezTo>
                  <a:lnTo>
                    <a:pt x="1954" y="855"/>
                  </a:lnTo>
                  <a:cubicBezTo>
                    <a:pt x="2158" y="855"/>
                    <a:pt x="2321" y="692"/>
                    <a:pt x="2321" y="448"/>
                  </a:cubicBezTo>
                  <a:cubicBezTo>
                    <a:pt x="232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297" y="245"/>
                    <a:pt x="3297" y="448"/>
                  </a:cubicBezTo>
                  <a:cubicBezTo>
                    <a:pt x="3297" y="692"/>
                    <a:pt x="3501" y="855"/>
                    <a:pt x="3704" y="855"/>
                  </a:cubicBezTo>
                  <a:lnTo>
                    <a:pt x="7815" y="855"/>
                  </a:lnTo>
                  <a:cubicBezTo>
                    <a:pt x="8059" y="855"/>
                    <a:pt x="8222" y="692"/>
                    <a:pt x="8222" y="448"/>
                  </a:cubicBezTo>
                  <a:cubicBezTo>
                    <a:pt x="8222" y="245"/>
                    <a:pt x="8059" y="82"/>
                    <a:pt x="7815" y="82"/>
                  </a:cubicBezTo>
                  <a:close/>
                  <a:moveTo>
                    <a:pt x="9565" y="0"/>
                  </a:moveTo>
                  <a:cubicBezTo>
                    <a:pt x="9320" y="0"/>
                    <a:pt x="9117" y="204"/>
                    <a:pt x="9117" y="448"/>
                  </a:cubicBezTo>
                  <a:cubicBezTo>
                    <a:pt x="9117" y="692"/>
                    <a:pt x="9320" y="896"/>
                    <a:pt x="9565" y="896"/>
                  </a:cubicBezTo>
                  <a:cubicBezTo>
                    <a:pt x="9850" y="896"/>
                    <a:pt x="10053" y="692"/>
                    <a:pt x="10053" y="448"/>
                  </a:cubicBezTo>
                  <a:cubicBezTo>
                    <a:pt x="10053" y="204"/>
                    <a:pt x="9850" y="0"/>
                    <a:pt x="956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1" y="204"/>
                    <a:pt x="10501" y="448"/>
                  </a:cubicBezTo>
                  <a:cubicBezTo>
                    <a:pt x="10501" y="692"/>
                    <a:pt x="10704" y="896"/>
                    <a:pt x="10948" y="896"/>
                  </a:cubicBezTo>
                  <a:cubicBezTo>
                    <a:pt x="11193" y="896"/>
                    <a:pt x="11396" y="692"/>
                    <a:pt x="11396" y="448"/>
                  </a:cubicBezTo>
                  <a:cubicBezTo>
                    <a:pt x="11396" y="204"/>
                    <a:pt x="11193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4" y="204"/>
                    <a:pt x="11844" y="448"/>
                  </a:cubicBezTo>
                  <a:cubicBezTo>
                    <a:pt x="11844" y="692"/>
                    <a:pt x="12047" y="896"/>
                    <a:pt x="12291" y="896"/>
                  </a:cubicBezTo>
                  <a:cubicBezTo>
                    <a:pt x="12536" y="896"/>
                    <a:pt x="12739" y="692"/>
                    <a:pt x="12739" y="448"/>
                  </a:cubicBezTo>
                  <a:cubicBezTo>
                    <a:pt x="12739" y="204"/>
                    <a:pt x="12536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7" y="204"/>
                    <a:pt x="13187" y="448"/>
                  </a:cubicBezTo>
                  <a:cubicBezTo>
                    <a:pt x="13187" y="692"/>
                    <a:pt x="13390" y="896"/>
                    <a:pt x="13634" y="896"/>
                  </a:cubicBezTo>
                  <a:cubicBezTo>
                    <a:pt x="13879" y="896"/>
                    <a:pt x="14082" y="692"/>
                    <a:pt x="14082" y="448"/>
                  </a:cubicBezTo>
                  <a:cubicBezTo>
                    <a:pt x="14082" y="204"/>
                    <a:pt x="13879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30" y="204"/>
                    <a:pt x="14530" y="448"/>
                  </a:cubicBezTo>
                  <a:cubicBezTo>
                    <a:pt x="14530" y="692"/>
                    <a:pt x="14733" y="896"/>
                    <a:pt x="14977" y="896"/>
                  </a:cubicBezTo>
                  <a:cubicBezTo>
                    <a:pt x="15222" y="896"/>
                    <a:pt x="15425" y="692"/>
                    <a:pt x="15425" y="448"/>
                  </a:cubicBezTo>
                  <a:cubicBezTo>
                    <a:pt x="15425" y="204"/>
                    <a:pt x="15222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3" y="204"/>
                    <a:pt x="15873" y="448"/>
                  </a:cubicBezTo>
                  <a:cubicBezTo>
                    <a:pt x="15873" y="692"/>
                    <a:pt x="16076" y="896"/>
                    <a:pt x="16320" y="896"/>
                  </a:cubicBezTo>
                  <a:cubicBezTo>
                    <a:pt x="16565" y="896"/>
                    <a:pt x="16768" y="692"/>
                    <a:pt x="16768" y="448"/>
                  </a:cubicBezTo>
                  <a:cubicBezTo>
                    <a:pt x="16768" y="204"/>
                    <a:pt x="16565" y="0"/>
                    <a:pt x="16320" y="0"/>
                  </a:cubicBezTo>
                  <a:close/>
                  <a:moveTo>
                    <a:pt x="367" y="1873"/>
                  </a:moveTo>
                  <a:cubicBezTo>
                    <a:pt x="164" y="1873"/>
                    <a:pt x="1" y="2035"/>
                    <a:pt x="1" y="2239"/>
                  </a:cubicBezTo>
                  <a:cubicBezTo>
                    <a:pt x="1" y="2483"/>
                    <a:pt x="164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21" y="2483"/>
                    <a:pt x="2321" y="2239"/>
                  </a:cubicBezTo>
                  <a:cubicBezTo>
                    <a:pt x="2321" y="2035"/>
                    <a:pt x="2158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1" y="1873"/>
                    <a:pt x="3297" y="2035"/>
                    <a:pt x="3297" y="2239"/>
                  </a:cubicBezTo>
                  <a:cubicBezTo>
                    <a:pt x="3297" y="2483"/>
                    <a:pt x="3501" y="2646"/>
                    <a:pt x="3704" y="2646"/>
                  </a:cubicBezTo>
                  <a:lnTo>
                    <a:pt x="7815" y="2646"/>
                  </a:lnTo>
                  <a:cubicBezTo>
                    <a:pt x="8059" y="2646"/>
                    <a:pt x="8222" y="2483"/>
                    <a:pt x="8222" y="2239"/>
                  </a:cubicBezTo>
                  <a:cubicBezTo>
                    <a:pt x="8222" y="2035"/>
                    <a:pt x="8059" y="1873"/>
                    <a:pt x="7815" y="1873"/>
                  </a:cubicBezTo>
                  <a:close/>
                  <a:moveTo>
                    <a:pt x="367" y="3663"/>
                  </a:moveTo>
                  <a:cubicBezTo>
                    <a:pt x="164" y="3663"/>
                    <a:pt x="1" y="3826"/>
                    <a:pt x="1" y="4070"/>
                  </a:cubicBezTo>
                  <a:cubicBezTo>
                    <a:pt x="1" y="4274"/>
                    <a:pt x="164" y="4436"/>
                    <a:pt x="367" y="4436"/>
                  </a:cubicBezTo>
                  <a:lnTo>
                    <a:pt x="1954" y="4436"/>
                  </a:lnTo>
                  <a:cubicBezTo>
                    <a:pt x="2158" y="4436"/>
                    <a:pt x="2321" y="4274"/>
                    <a:pt x="2321" y="4070"/>
                  </a:cubicBezTo>
                  <a:cubicBezTo>
                    <a:pt x="2321" y="3826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297" y="3826"/>
                    <a:pt x="3297" y="4070"/>
                  </a:cubicBezTo>
                  <a:cubicBezTo>
                    <a:pt x="3297" y="4274"/>
                    <a:pt x="3501" y="4436"/>
                    <a:pt x="3704" y="4436"/>
                  </a:cubicBezTo>
                  <a:lnTo>
                    <a:pt x="7815" y="4436"/>
                  </a:lnTo>
                  <a:cubicBezTo>
                    <a:pt x="8059" y="4436"/>
                    <a:pt x="8222" y="4274"/>
                    <a:pt x="8222" y="4070"/>
                  </a:cubicBezTo>
                  <a:cubicBezTo>
                    <a:pt x="8222" y="3826"/>
                    <a:pt x="8059" y="3663"/>
                    <a:pt x="7815" y="3663"/>
                  </a:cubicBezTo>
                  <a:close/>
                  <a:moveTo>
                    <a:pt x="9565" y="3623"/>
                  </a:moveTo>
                  <a:cubicBezTo>
                    <a:pt x="9320" y="3623"/>
                    <a:pt x="9117" y="3826"/>
                    <a:pt x="9117" y="4070"/>
                  </a:cubicBezTo>
                  <a:cubicBezTo>
                    <a:pt x="9117" y="4314"/>
                    <a:pt x="9320" y="4518"/>
                    <a:pt x="9565" y="4518"/>
                  </a:cubicBezTo>
                  <a:cubicBezTo>
                    <a:pt x="9850" y="4518"/>
                    <a:pt x="10053" y="4314"/>
                    <a:pt x="10053" y="4070"/>
                  </a:cubicBezTo>
                  <a:cubicBezTo>
                    <a:pt x="10053" y="3826"/>
                    <a:pt x="9850" y="3623"/>
                    <a:pt x="956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1" y="3826"/>
                    <a:pt x="10501" y="4070"/>
                  </a:cubicBezTo>
                  <a:cubicBezTo>
                    <a:pt x="10501" y="4314"/>
                    <a:pt x="10704" y="4518"/>
                    <a:pt x="10948" y="4518"/>
                  </a:cubicBezTo>
                  <a:cubicBezTo>
                    <a:pt x="11193" y="4518"/>
                    <a:pt x="11396" y="4314"/>
                    <a:pt x="11396" y="4070"/>
                  </a:cubicBezTo>
                  <a:cubicBezTo>
                    <a:pt x="11396" y="3826"/>
                    <a:pt x="11193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4" y="3826"/>
                    <a:pt x="11844" y="4070"/>
                  </a:cubicBezTo>
                  <a:cubicBezTo>
                    <a:pt x="11844" y="4314"/>
                    <a:pt x="12047" y="4518"/>
                    <a:pt x="12291" y="4518"/>
                  </a:cubicBezTo>
                  <a:cubicBezTo>
                    <a:pt x="12536" y="4518"/>
                    <a:pt x="12739" y="4314"/>
                    <a:pt x="12739" y="4070"/>
                  </a:cubicBezTo>
                  <a:cubicBezTo>
                    <a:pt x="12739" y="3826"/>
                    <a:pt x="12536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7" y="3826"/>
                    <a:pt x="13187" y="4070"/>
                  </a:cubicBezTo>
                  <a:cubicBezTo>
                    <a:pt x="13187" y="4314"/>
                    <a:pt x="13390" y="4518"/>
                    <a:pt x="13634" y="4518"/>
                  </a:cubicBezTo>
                  <a:cubicBezTo>
                    <a:pt x="13879" y="4518"/>
                    <a:pt x="14082" y="4314"/>
                    <a:pt x="14082" y="4070"/>
                  </a:cubicBezTo>
                  <a:cubicBezTo>
                    <a:pt x="14082" y="3826"/>
                    <a:pt x="13879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30" y="3826"/>
                    <a:pt x="14530" y="4070"/>
                  </a:cubicBezTo>
                  <a:cubicBezTo>
                    <a:pt x="14530" y="4314"/>
                    <a:pt x="14733" y="4518"/>
                    <a:pt x="14977" y="4518"/>
                  </a:cubicBezTo>
                  <a:cubicBezTo>
                    <a:pt x="15222" y="4518"/>
                    <a:pt x="15425" y="4314"/>
                    <a:pt x="15425" y="4070"/>
                  </a:cubicBezTo>
                  <a:cubicBezTo>
                    <a:pt x="15425" y="3826"/>
                    <a:pt x="15222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3" y="3826"/>
                    <a:pt x="15873" y="4070"/>
                  </a:cubicBezTo>
                  <a:cubicBezTo>
                    <a:pt x="15873" y="4314"/>
                    <a:pt x="16076" y="4518"/>
                    <a:pt x="16320" y="4518"/>
                  </a:cubicBezTo>
                  <a:cubicBezTo>
                    <a:pt x="16565" y="4518"/>
                    <a:pt x="16768" y="4314"/>
                    <a:pt x="16768" y="4070"/>
                  </a:cubicBezTo>
                  <a:cubicBezTo>
                    <a:pt x="16768" y="3826"/>
                    <a:pt x="16565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4" y="5454"/>
                    <a:pt x="1" y="5617"/>
                    <a:pt x="1" y="5861"/>
                  </a:cubicBezTo>
                  <a:cubicBezTo>
                    <a:pt x="1" y="6064"/>
                    <a:pt x="164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21" y="6064"/>
                    <a:pt x="2321" y="5861"/>
                  </a:cubicBezTo>
                  <a:cubicBezTo>
                    <a:pt x="2321" y="561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297" y="5617"/>
                    <a:pt x="3297" y="5861"/>
                  </a:cubicBezTo>
                  <a:cubicBezTo>
                    <a:pt x="3297" y="6064"/>
                    <a:pt x="3501" y="6227"/>
                    <a:pt x="3704" y="6227"/>
                  </a:cubicBezTo>
                  <a:lnTo>
                    <a:pt x="7815" y="6227"/>
                  </a:lnTo>
                  <a:cubicBezTo>
                    <a:pt x="8059" y="6227"/>
                    <a:pt x="8222" y="6064"/>
                    <a:pt x="8222" y="5861"/>
                  </a:cubicBezTo>
                  <a:cubicBezTo>
                    <a:pt x="8222" y="5617"/>
                    <a:pt x="8059" y="5454"/>
                    <a:pt x="7815" y="5454"/>
                  </a:cubicBezTo>
                  <a:close/>
                  <a:moveTo>
                    <a:pt x="367" y="7245"/>
                  </a:moveTo>
                  <a:cubicBezTo>
                    <a:pt x="164" y="7245"/>
                    <a:pt x="1" y="7448"/>
                    <a:pt x="1" y="7652"/>
                  </a:cubicBezTo>
                  <a:cubicBezTo>
                    <a:pt x="1" y="7855"/>
                    <a:pt x="164" y="8018"/>
                    <a:pt x="367" y="8018"/>
                  </a:cubicBezTo>
                  <a:lnTo>
                    <a:pt x="1954" y="8018"/>
                  </a:lnTo>
                  <a:cubicBezTo>
                    <a:pt x="2158" y="8018"/>
                    <a:pt x="2321" y="7855"/>
                    <a:pt x="2321" y="7652"/>
                  </a:cubicBezTo>
                  <a:cubicBezTo>
                    <a:pt x="2321" y="7448"/>
                    <a:pt x="2158" y="7245"/>
                    <a:pt x="1954" y="7245"/>
                  </a:cubicBezTo>
                  <a:close/>
                  <a:moveTo>
                    <a:pt x="3704" y="7245"/>
                  </a:moveTo>
                  <a:cubicBezTo>
                    <a:pt x="3501" y="7245"/>
                    <a:pt x="3297" y="7448"/>
                    <a:pt x="3297" y="7652"/>
                  </a:cubicBezTo>
                  <a:cubicBezTo>
                    <a:pt x="3297" y="7855"/>
                    <a:pt x="3501" y="8018"/>
                    <a:pt x="3704" y="8018"/>
                  </a:cubicBezTo>
                  <a:lnTo>
                    <a:pt x="7815" y="8018"/>
                  </a:lnTo>
                  <a:cubicBezTo>
                    <a:pt x="8059" y="8018"/>
                    <a:pt x="8222" y="7855"/>
                    <a:pt x="8222" y="7652"/>
                  </a:cubicBezTo>
                  <a:cubicBezTo>
                    <a:pt x="8222" y="7448"/>
                    <a:pt x="8059" y="7245"/>
                    <a:pt x="7815" y="7245"/>
                  </a:cubicBezTo>
                  <a:close/>
                  <a:moveTo>
                    <a:pt x="14204" y="8750"/>
                  </a:moveTo>
                  <a:cubicBezTo>
                    <a:pt x="13960" y="8750"/>
                    <a:pt x="13756" y="8954"/>
                    <a:pt x="13756" y="9239"/>
                  </a:cubicBezTo>
                  <a:cubicBezTo>
                    <a:pt x="13756" y="9483"/>
                    <a:pt x="13960" y="9686"/>
                    <a:pt x="14204" y="9686"/>
                  </a:cubicBezTo>
                  <a:cubicBezTo>
                    <a:pt x="14448" y="9686"/>
                    <a:pt x="14652" y="9483"/>
                    <a:pt x="14652" y="9239"/>
                  </a:cubicBezTo>
                  <a:cubicBezTo>
                    <a:pt x="14652" y="8954"/>
                    <a:pt x="14448" y="8750"/>
                    <a:pt x="14204" y="8750"/>
                  </a:cubicBezTo>
                  <a:close/>
                  <a:moveTo>
                    <a:pt x="15547" y="8750"/>
                  </a:moveTo>
                  <a:cubicBezTo>
                    <a:pt x="15303" y="8750"/>
                    <a:pt x="15099" y="8954"/>
                    <a:pt x="15099" y="9239"/>
                  </a:cubicBezTo>
                  <a:cubicBezTo>
                    <a:pt x="15099" y="9483"/>
                    <a:pt x="15303" y="9686"/>
                    <a:pt x="15547" y="9686"/>
                  </a:cubicBezTo>
                  <a:cubicBezTo>
                    <a:pt x="15791" y="9686"/>
                    <a:pt x="15995" y="9483"/>
                    <a:pt x="15995" y="9239"/>
                  </a:cubicBezTo>
                  <a:cubicBezTo>
                    <a:pt x="15995" y="8954"/>
                    <a:pt x="15791" y="8750"/>
                    <a:pt x="15547" y="8750"/>
                  </a:cubicBezTo>
                  <a:close/>
                  <a:moveTo>
                    <a:pt x="16890" y="8750"/>
                  </a:moveTo>
                  <a:cubicBezTo>
                    <a:pt x="16646" y="8750"/>
                    <a:pt x="16442" y="8954"/>
                    <a:pt x="16442" y="9239"/>
                  </a:cubicBezTo>
                  <a:cubicBezTo>
                    <a:pt x="16442" y="9483"/>
                    <a:pt x="16646" y="9686"/>
                    <a:pt x="16890" y="9686"/>
                  </a:cubicBezTo>
                  <a:cubicBezTo>
                    <a:pt x="17134" y="9686"/>
                    <a:pt x="17338" y="9483"/>
                    <a:pt x="17338" y="9239"/>
                  </a:cubicBezTo>
                  <a:cubicBezTo>
                    <a:pt x="17338" y="8954"/>
                    <a:pt x="17134" y="8750"/>
                    <a:pt x="16890" y="8750"/>
                  </a:cubicBezTo>
                  <a:close/>
                  <a:moveTo>
                    <a:pt x="18233" y="8750"/>
                  </a:moveTo>
                  <a:cubicBezTo>
                    <a:pt x="17989" y="8750"/>
                    <a:pt x="17785" y="8954"/>
                    <a:pt x="17785" y="9239"/>
                  </a:cubicBezTo>
                  <a:cubicBezTo>
                    <a:pt x="17785" y="9483"/>
                    <a:pt x="17989" y="9686"/>
                    <a:pt x="18233" y="9686"/>
                  </a:cubicBezTo>
                  <a:cubicBezTo>
                    <a:pt x="18477" y="9686"/>
                    <a:pt x="18681" y="9483"/>
                    <a:pt x="18681" y="9239"/>
                  </a:cubicBezTo>
                  <a:cubicBezTo>
                    <a:pt x="18681" y="8954"/>
                    <a:pt x="18477" y="8750"/>
                    <a:pt x="18233" y="8750"/>
                  </a:cubicBezTo>
                  <a:close/>
                  <a:moveTo>
                    <a:pt x="19576" y="8750"/>
                  </a:moveTo>
                  <a:cubicBezTo>
                    <a:pt x="19332" y="8750"/>
                    <a:pt x="19128" y="8954"/>
                    <a:pt x="19128" y="9239"/>
                  </a:cubicBezTo>
                  <a:cubicBezTo>
                    <a:pt x="19128" y="9483"/>
                    <a:pt x="19332" y="9686"/>
                    <a:pt x="19576" y="9686"/>
                  </a:cubicBezTo>
                  <a:cubicBezTo>
                    <a:pt x="19820" y="9686"/>
                    <a:pt x="20024" y="9483"/>
                    <a:pt x="20024" y="9239"/>
                  </a:cubicBezTo>
                  <a:cubicBezTo>
                    <a:pt x="20024" y="8954"/>
                    <a:pt x="19820" y="8750"/>
                    <a:pt x="19576" y="8750"/>
                  </a:cubicBezTo>
                  <a:close/>
                  <a:moveTo>
                    <a:pt x="20919" y="8750"/>
                  </a:moveTo>
                  <a:cubicBezTo>
                    <a:pt x="20675" y="8750"/>
                    <a:pt x="20471" y="8954"/>
                    <a:pt x="20471" y="9239"/>
                  </a:cubicBezTo>
                  <a:cubicBezTo>
                    <a:pt x="20471" y="9483"/>
                    <a:pt x="20675" y="9686"/>
                    <a:pt x="20919" y="9686"/>
                  </a:cubicBezTo>
                  <a:cubicBezTo>
                    <a:pt x="21163" y="9686"/>
                    <a:pt x="21367" y="9483"/>
                    <a:pt x="21367" y="9239"/>
                  </a:cubicBezTo>
                  <a:cubicBezTo>
                    <a:pt x="21367" y="8954"/>
                    <a:pt x="21163" y="8750"/>
                    <a:pt x="20919" y="8750"/>
                  </a:cubicBezTo>
                  <a:close/>
                  <a:moveTo>
                    <a:pt x="367" y="9076"/>
                  </a:moveTo>
                  <a:cubicBezTo>
                    <a:pt x="164" y="9076"/>
                    <a:pt x="1" y="9239"/>
                    <a:pt x="1" y="9442"/>
                  </a:cubicBezTo>
                  <a:cubicBezTo>
                    <a:pt x="1" y="9646"/>
                    <a:pt x="164" y="9849"/>
                    <a:pt x="367" y="9849"/>
                  </a:cubicBezTo>
                  <a:lnTo>
                    <a:pt x="1954" y="9849"/>
                  </a:lnTo>
                  <a:cubicBezTo>
                    <a:pt x="2158" y="9849"/>
                    <a:pt x="2321" y="9646"/>
                    <a:pt x="2321" y="9442"/>
                  </a:cubicBezTo>
                  <a:cubicBezTo>
                    <a:pt x="2321" y="9239"/>
                    <a:pt x="2158" y="9076"/>
                    <a:pt x="1954" y="9076"/>
                  </a:cubicBezTo>
                  <a:close/>
                  <a:moveTo>
                    <a:pt x="8629" y="9076"/>
                  </a:moveTo>
                  <a:cubicBezTo>
                    <a:pt x="8425" y="9076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29" y="9849"/>
                  </a:cubicBezTo>
                  <a:lnTo>
                    <a:pt x="12780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4" y="10867"/>
                    <a:pt x="1" y="11029"/>
                    <a:pt x="1" y="11233"/>
                  </a:cubicBezTo>
                  <a:cubicBezTo>
                    <a:pt x="1" y="11436"/>
                    <a:pt x="164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21" y="11436"/>
                    <a:pt x="2321" y="11233"/>
                  </a:cubicBezTo>
                  <a:cubicBezTo>
                    <a:pt x="2321" y="11029"/>
                    <a:pt x="2158" y="10867"/>
                    <a:pt x="1954" y="10867"/>
                  </a:cubicBezTo>
                  <a:close/>
                  <a:moveTo>
                    <a:pt x="8629" y="10867"/>
                  </a:moveTo>
                  <a:cubicBezTo>
                    <a:pt x="8425" y="10867"/>
                    <a:pt x="8262" y="11029"/>
                    <a:pt x="8262" y="11233"/>
                  </a:cubicBezTo>
                  <a:cubicBezTo>
                    <a:pt x="8262" y="11436"/>
                    <a:pt x="8425" y="11640"/>
                    <a:pt x="8629" y="11640"/>
                  </a:cubicBezTo>
                  <a:lnTo>
                    <a:pt x="12780" y="11640"/>
                  </a:lnTo>
                  <a:cubicBezTo>
                    <a:pt x="12983" y="11640"/>
                    <a:pt x="13146" y="11436"/>
                    <a:pt x="13146" y="11233"/>
                  </a:cubicBezTo>
                  <a:cubicBezTo>
                    <a:pt x="13146" y="11029"/>
                    <a:pt x="12983" y="10867"/>
                    <a:pt x="12780" y="10867"/>
                  </a:cubicBezTo>
                  <a:close/>
                  <a:moveTo>
                    <a:pt x="14204" y="12495"/>
                  </a:moveTo>
                  <a:cubicBezTo>
                    <a:pt x="13960" y="12495"/>
                    <a:pt x="13756" y="12657"/>
                    <a:pt x="13756" y="12942"/>
                  </a:cubicBezTo>
                  <a:cubicBezTo>
                    <a:pt x="13756" y="13186"/>
                    <a:pt x="13960" y="13390"/>
                    <a:pt x="14204" y="13390"/>
                  </a:cubicBezTo>
                  <a:cubicBezTo>
                    <a:pt x="14448" y="13390"/>
                    <a:pt x="14652" y="13186"/>
                    <a:pt x="14652" y="12942"/>
                  </a:cubicBezTo>
                  <a:cubicBezTo>
                    <a:pt x="14652" y="12657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3" y="12495"/>
                    <a:pt x="15099" y="12657"/>
                    <a:pt x="15099" y="12942"/>
                  </a:cubicBezTo>
                  <a:cubicBezTo>
                    <a:pt x="15099" y="13186"/>
                    <a:pt x="15303" y="13390"/>
                    <a:pt x="15547" y="13390"/>
                  </a:cubicBezTo>
                  <a:cubicBezTo>
                    <a:pt x="15791" y="13390"/>
                    <a:pt x="15995" y="13186"/>
                    <a:pt x="15995" y="12942"/>
                  </a:cubicBezTo>
                  <a:cubicBezTo>
                    <a:pt x="15995" y="12657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6" y="12495"/>
                    <a:pt x="16442" y="12657"/>
                    <a:pt x="16442" y="12942"/>
                  </a:cubicBezTo>
                  <a:cubicBezTo>
                    <a:pt x="16442" y="13186"/>
                    <a:pt x="16646" y="13390"/>
                    <a:pt x="16890" y="13390"/>
                  </a:cubicBezTo>
                  <a:cubicBezTo>
                    <a:pt x="17134" y="13390"/>
                    <a:pt x="17338" y="13186"/>
                    <a:pt x="17338" y="12942"/>
                  </a:cubicBezTo>
                  <a:cubicBezTo>
                    <a:pt x="17338" y="12657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9" y="12495"/>
                    <a:pt x="17785" y="12657"/>
                    <a:pt x="17785" y="12942"/>
                  </a:cubicBezTo>
                  <a:cubicBezTo>
                    <a:pt x="17785" y="13186"/>
                    <a:pt x="17989" y="13390"/>
                    <a:pt x="18233" y="13390"/>
                  </a:cubicBezTo>
                  <a:cubicBezTo>
                    <a:pt x="18477" y="13390"/>
                    <a:pt x="18681" y="13186"/>
                    <a:pt x="18681" y="12942"/>
                  </a:cubicBezTo>
                  <a:cubicBezTo>
                    <a:pt x="18681" y="12657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2" y="12495"/>
                    <a:pt x="19128" y="12657"/>
                    <a:pt x="19128" y="12942"/>
                  </a:cubicBezTo>
                  <a:cubicBezTo>
                    <a:pt x="19128" y="13186"/>
                    <a:pt x="19332" y="13390"/>
                    <a:pt x="19576" y="13390"/>
                  </a:cubicBezTo>
                  <a:cubicBezTo>
                    <a:pt x="19820" y="13390"/>
                    <a:pt x="20024" y="13186"/>
                    <a:pt x="20024" y="12942"/>
                  </a:cubicBezTo>
                  <a:cubicBezTo>
                    <a:pt x="20024" y="12657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5" y="12495"/>
                    <a:pt x="20471" y="12657"/>
                    <a:pt x="20471" y="12942"/>
                  </a:cubicBezTo>
                  <a:cubicBezTo>
                    <a:pt x="20471" y="13186"/>
                    <a:pt x="20675" y="13390"/>
                    <a:pt x="20919" y="13390"/>
                  </a:cubicBezTo>
                  <a:cubicBezTo>
                    <a:pt x="21163" y="13390"/>
                    <a:pt x="21367" y="13186"/>
                    <a:pt x="21367" y="12942"/>
                  </a:cubicBezTo>
                  <a:cubicBezTo>
                    <a:pt x="21367" y="12657"/>
                    <a:pt x="21163" y="12495"/>
                    <a:pt x="20919" y="12495"/>
                  </a:cubicBezTo>
                  <a:close/>
                  <a:moveTo>
                    <a:pt x="367" y="12657"/>
                  </a:moveTo>
                  <a:cubicBezTo>
                    <a:pt x="164" y="12657"/>
                    <a:pt x="1" y="12820"/>
                    <a:pt x="1" y="13024"/>
                  </a:cubicBezTo>
                  <a:cubicBezTo>
                    <a:pt x="1" y="13268"/>
                    <a:pt x="164" y="13431"/>
                    <a:pt x="367" y="13431"/>
                  </a:cubicBezTo>
                  <a:lnTo>
                    <a:pt x="1954" y="13431"/>
                  </a:lnTo>
                  <a:cubicBezTo>
                    <a:pt x="2158" y="13431"/>
                    <a:pt x="2321" y="13268"/>
                    <a:pt x="2321" y="13024"/>
                  </a:cubicBezTo>
                  <a:cubicBezTo>
                    <a:pt x="2321" y="12820"/>
                    <a:pt x="2158" y="12657"/>
                    <a:pt x="1954" y="12657"/>
                  </a:cubicBezTo>
                  <a:close/>
                  <a:moveTo>
                    <a:pt x="8629" y="12657"/>
                  </a:moveTo>
                  <a:cubicBezTo>
                    <a:pt x="8425" y="12657"/>
                    <a:pt x="8262" y="12820"/>
                    <a:pt x="8262" y="13024"/>
                  </a:cubicBezTo>
                  <a:cubicBezTo>
                    <a:pt x="8262" y="13268"/>
                    <a:pt x="8425" y="13431"/>
                    <a:pt x="8629" y="13431"/>
                  </a:cubicBezTo>
                  <a:lnTo>
                    <a:pt x="12780" y="13431"/>
                  </a:lnTo>
                  <a:cubicBezTo>
                    <a:pt x="12983" y="13431"/>
                    <a:pt x="13146" y="13268"/>
                    <a:pt x="13146" y="13024"/>
                  </a:cubicBezTo>
                  <a:cubicBezTo>
                    <a:pt x="13146" y="12820"/>
                    <a:pt x="12983" y="12657"/>
                    <a:pt x="12780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0" name="Google Shape;2100;p35"/>
            <p:cNvSpPr/>
            <p:nvPr/>
          </p:nvSpPr>
          <p:spPr>
            <a:xfrm>
              <a:off x="2792550" y="4478775"/>
              <a:ext cx="657275" cy="73275"/>
            </a:xfrm>
            <a:custGeom>
              <a:rect b="b" l="l" r="r" t="t"/>
              <a:pathLst>
                <a:path extrusionOk="0" h="2931" w="26291">
                  <a:moveTo>
                    <a:pt x="5088" y="0"/>
                  </a:moveTo>
                  <a:lnTo>
                    <a:pt x="4925" y="41"/>
                  </a:lnTo>
                  <a:lnTo>
                    <a:pt x="326" y="2238"/>
                  </a:lnTo>
                  <a:cubicBezTo>
                    <a:pt x="0" y="2401"/>
                    <a:pt x="123" y="2930"/>
                    <a:pt x="489" y="2930"/>
                  </a:cubicBezTo>
                  <a:lnTo>
                    <a:pt x="22913" y="2930"/>
                  </a:lnTo>
                  <a:cubicBezTo>
                    <a:pt x="22994" y="2930"/>
                    <a:pt x="23076" y="2890"/>
                    <a:pt x="23157" y="2849"/>
                  </a:cubicBezTo>
                  <a:lnTo>
                    <a:pt x="26047" y="651"/>
                  </a:lnTo>
                  <a:cubicBezTo>
                    <a:pt x="26291" y="448"/>
                    <a:pt x="26169" y="0"/>
                    <a:pt x="258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1" name="Google Shape;2101;p35"/>
            <p:cNvSpPr/>
            <p:nvPr/>
          </p:nvSpPr>
          <p:spPr>
            <a:xfrm>
              <a:off x="2787450" y="4470625"/>
              <a:ext cx="667475" cy="89550"/>
            </a:xfrm>
            <a:custGeom>
              <a:rect b="b" l="l" r="r" t="t"/>
              <a:pathLst>
                <a:path extrusionOk="0" h="3582" w="26699">
                  <a:moveTo>
                    <a:pt x="26047" y="652"/>
                  </a:moveTo>
                  <a:lnTo>
                    <a:pt x="26047" y="692"/>
                  </a:lnTo>
                  <a:lnTo>
                    <a:pt x="26006" y="692"/>
                  </a:lnTo>
                  <a:lnTo>
                    <a:pt x="23117" y="2931"/>
                  </a:lnTo>
                  <a:lnTo>
                    <a:pt x="693" y="2931"/>
                  </a:lnTo>
                  <a:lnTo>
                    <a:pt x="652" y="2890"/>
                  </a:lnTo>
                  <a:lnTo>
                    <a:pt x="693" y="2890"/>
                  </a:lnTo>
                  <a:lnTo>
                    <a:pt x="5251" y="692"/>
                  </a:lnTo>
                  <a:lnTo>
                    <a:pt x="5332" y="652"/>
                  </a:lnTo>
                  <a:close/>
                  <a:moveTo>
                    <a:pt x="5210" y="0"/>
                  </a:moveTo>
                  <a:lnTo>
                    <a:pt x="5088" y="41"/>
                  </a:lnTo>
                  <a:lnTo>
                    <a:pt x="5007" y="41"/>
                  </a:lnTo>
                  <a:lnTo>
                    <a:pt x="367" y="2279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42" y="3256"/>
                    <a:pt x="164" y="3378"/>
                  </a:cubicBezTo>
                  <a:cubicBezTo>
                    <a:pt x="286" y="3500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80" y="3582"/>
                    <a:pt x="23442" y="3541"/>
                    <a:pt x="23565" y="3460"/>
                  </a:cubicBezTo>
                  <a:lnTo>
                    <a:pt x="26454" y="1221"/>
                  </a:lnTo>
                  <a:cubicBezTo>
                    <a:pt x="26617" y="1099"/>
                    <a:pt x="26698" y="896"/>
                    <a:pt x="26698" y="692"/>
                  </a:cubicBezTo>
                  <a:cubicBezTo>
                    <a:pt x="26698" y="489"/>
                    <a:pt x="26658" y="326"/>
                    <a:pt x="26535" y="204"/>
                  </a:cubicBezTo>
                  <a:cubicBezTo>
                    <a:pt x="26413" y="82"/>
                    <a:pt x="26210" y="0"/>
                    <a:pt x="260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2" name="Google Shape;2102;p35"/>
            <p:cNvSpPr/>
            <p:nvPr/>
          </p:nvSpPr>
          <p:spPr>
            <a:xfrm>
              <a:off x="3097775" y="4128775"/>
              <a:ext cx="102775" cy="392750"/>
            </a:xfrm>
            <a:custGeom>
              <a:rect b="b" l="l" r="r" t="t"/>
              <a:pathLst>
                <a:path extrusionOk="0" h="15710" w="4111">
                  <a:moveTo>
                    <a:pt x="1" y="0"/>
                  </a:moveTo>
                  <a:lnTo>
                    <a:pt x="1" y="15709"/>
                  </a:lnTo>
                  <a:lnTo>
                    <a:pt x="4111" y="15709"/>
                  </a:lnTo>
                  <a:lnTo>
                    <a:pt x="41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3" name="Google Shape;2103;p35"/>
            <p:cNvSpPr/>
            <p:nvPr/>
          </p:nvSpPr>
          <p:spPr>
            <a:xfrm>
              <a:off x="3089625" y="4119600"/>
              <a:ext cx="120100" cy="410050"/>
            </a:xfrm>
            <a:custGeom>
              <a:rect b="b" l="l" r="r" t="t"/>
              <a:pathLst>
                <a:path extrusionOk="0" h="16402" w="4804">
                  <a:moveTo>
                    <a:pt x="4111" y="693"/>
                  </a:moveTo>
                  <a:lnTo>
                    <a:pt x="4111" y="15751"/>
                  </a:lnTo>
                  <a:lnTo>
                    <a:pt x="652" y="15751"/>
                  </a:lnTo>
                  <a:lnTo>
                    <a:pt x="652" y="693"/>
                  </a:lnTo>
                  <a:close/>
                  <a:moveTo>
                    <a:pt x="327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2" y="164"/>
                    <a:pt x="1" y="286"/>
                    <a:pt x="1" y="367"/>
                  </a:cubicBezTo>
                  <a:lnTo>
                    <a:pt x="1" y="16076"/>
                  </a:lnTo>
                  <a:cubicBezTo>
                    <a:pt x="1" y="16158"/>
                    <a:pt x="42" y="16239"/>
                    <a:pt x="82" y="16320"/>
                  </a:cubicBezTo>
                  <a:cubicBezTo>
                    <a:pt x="164" y="16361"/>
                    <a:pt x="245" y="16402"/>
                    <a:pt x="327" y="16402"/>
                  </a:cubicBezTo>
                  <a:lnTo>
                    <a:pt x="4437" y="16402"/>
                  </a:lnTo>
                  <a:cubicBezTo>
                    <a:pt x="4559" y="16402"/>
                    <a:pt x="4640" y="16361"/>
                    <a:pt x="4681" y="16320"/>
                  </a:cubicBezTo>
                  <a:cubicBezTo>
                    <a:pt x="4763" y="16239"/>
                    <a:pt x="4803" y="16158"/>
                    <a:pt x="4803" y="16076"/>
                  </a:cubicBezTo>
                  <a:lnTo>
                    <a:pt x="4803" y="367"/>
                  </a:lnTo>
                  <a:cubicBezTo>
                    <a:pt x="4803" y="286"/>
                    <a:pt x="4763" y="164"/>
                    <a:pt x="4681" y="123"/>
                  </a:cubicBezTo>
                  <a:cubicBezTo>
                    <a:pt x="4640" y="42"/>
                    <a:pt x="4559" y="1"/>
                    <a:pt x="44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4" name="Google Shape;2104;p35"/>
            <p:cNvSpPr/>
            <p:nvPr/>
          </p:nvSpPr>
          <p:spPr>
            <a:xfrm>
              <a:off x="3081500" y="4128775"/>
              <a:ext cx="135350" cy="284900"/>
            </a:xfrm>
            <a:custGeom>
              <a:rect b="b" l="l" r="r" t="t"/>
              <a:pathLst>
                <a:path extrusionOk="0" h="11396" w="5414">
                  <a:moveTo>
                    <a:pt x="0" y="0"/>
                  </a:moveTo>
                  <a:lnTo>
                    <a:pt x="0" y="11395"/>
                  </a:lnTo>
                  <a:lnTo>
                    <a:pt x="5413" y="11395"/>
                  </a:lnTo>
                  <a:lnTo>
                    <a:pt x="541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5" name="Google Shape;2105;p35"/>
            <p:cNvSpPr/>
            <p:nvPr/>
          </p:nvSpPr>
          <p:spPr>
            <a:xfrm>
              <a:off x="3073350" y="4119600"/>
              <a:ext cx="152650" cy="302200"/>
            </a:xfrm>
            <a:custGeom>
              <a:rect b="b" l="l" r="r" t="t"/>
              <a:pathLst>
                <a:path extrusionOk="0" h="12088" w="6106">
                  <a:moveTo>
                    <a:pt x="5414" y="693"/>
                  </a:moveTo>
                  <a:lnTo>
                    <a:pt x="5414" y="11437"/>
                  </a:lnTo>
                  <a:lnTo>
                    <a:pt x="693" y="11437"/>
                  </a:lnTo>
                  <a:lnTo>
                    <a:pt x="693" y="693"/>
                  </a:lnTo>
                  <a:close/>
                  <a:moveTo>
                    <a:pt x="326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2" y="164"/>
                    <a:pt x="1" y="286"/>
                    <a:pt x="1" y="367"/>
                  </a:cubicBezTo>
                  <a:lnTo>
                    <a:pt x="1" y="11762"/>
                  </a:lnTo>
                  <a:cubicBezTo>
                    <a:pt x="1" y="11844"/>
                    <a:pt x="42" y="11925"/>
                    <a:pt x="82" y="12007"/>
                  </a:cubicBezTo>
                  <a:cubicBezTo>
                    <a:pt x="164" y="12088"/>
                    <a:pt x="245" y="12088"/>
                    <a:pt x="326" y="12088"/>
                  </a:cubicBezTo>
                  <a:lnTo>
                    <a:pt x="5739" y="12088"/>
                  </a:lnTo>
                  <a:cubicBezTo>
                    <a:pt x="5861" y="12088"/>
                    <a:pt x="5943" y="12088"/>
                    <a:pt x="5983" y="12007"/>
                  </a:cubicBezTo>
                  <a:cubicBezTo>
                    <a:pt x="6065" y="11925"/>
                    <a:pt x="6105" y="11844"/>
                    <a:pt x="6105" y="11762"/>
                  </a:cubicBezTo>
                  <a:lnTo>
                    <a:pt x="6105" y="367"/>
                  </a:lnTo>
                  <a:cubicBezTo>
                    <a:pt x="6105" y="286"/>
                    <a:pt x="6065" y="164"/>
                    <a:pt x="5983" y="123"/>
                  </a:cubicBezTo>
                  <a:cubicBezTo>
                    <a:pt x="5943" y="42"/>
                    <a:pt x="5861" y="1"/>
                    <a:pt x="57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6" name="Google Shape;2106;p35"/>
            <p:cNvSpPr/>
            <p:nvPr/>
          </p:nvSpPr>
          <p:spPr>
            <a:xfrm>
              <a:off x="2320450" y="2821375"/>
              <a:ext cx="1707275" cy="1335900"/>
            </a:xfrm>
            <a:custGeom>
              <a:rect b="b" l="l" r="r" t="t"/>
              <a:pathLst>
                <a:path extrusionOk="0" h="53436" w="68291">
                  <a:moveTo>
                    <a:pt x="1" y="0"/>
                  </a:moveTo>
                  <a:lnTo>
                    <a:pt x="1" y="53436"/>
                  </a:lnTo>
                  <a:lnTo>
                    <a:pt x="68291" y="53436"/>
                  </a:lnTo>
                  <a:lnTo>
                    <a:pt x="6829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7" name="Google Shape;2107;p35"/>
            <p:cNvSpPr/>
            <p:nvPr/>
          </p:nvSpPr>
          <p:spPr>
            <a:xfrm>
              <a:off x="2311300" y="2813225"/>
              <a:ext cx="1724575" cy="1352200"/>
            </a:xfrm>
            <a:custGeom>
              <a:rect b="b" l="l" r="r" t="t"/>
              <a:pathLst>
                <a:path extrusionOk="0" h="54088" w="68983">
                  <a:moveTo>
                    <a:pt x="68290" y="693"/>
                  </a:moveTo>
                  <a:lnTo>
                    <a:pt x="68290" y="53395"/>
                  </a:lnTo>
                  <a:lnTo>
                    <a:pt x="693" y="53395"/>
                  </a:lnTo>
                  <a:lnTo>
                    <a:pt x="693" y="693"/>
                  </a:lnTo>
                  <a:close/>
                  <a:moveTo>
                    <a:pt x="367" y="1"/>
                  </a:moveTo>
                  <a:cubicBezTo>
                    <a:pt x="286" y="1"/>
                    <a:pt x="163" y="41"/>
                    <a:pt x="123" y="82"/>
                  </a:cubicBezTo>
                  <a:cubicBezTo>
                    <a:pt x="41" y="163"/>
                    <a:pt x="1" y="245"/>
                    <a:pt x="1" y="326"/>
                  </a:cubicBezTo>
                  <a:lnTo>
                    <a:pt x="1" y="53762"/>
                  </a:lnTo>
                  <a:cubicBezTo>
                    <a:pt x="1" y="53843"/>
                    <a:pt x="41" y="53924"/>
                    <a:pt x="123" y="54006"/>
                  </a:cubicBezTo>
                  <a:cubicBezTo>
                    <a:pt x="163" y="54047"/>
                    <a:pt x="286" y="54087"/>
                    <a:pt x="367" y="54087"/>
                  </a:cubicBezTo>
                  <a:lnTo>
                    <a:pt x="68657" y="54087"/>
                  </a:lnTo>
                  <a:cubicBezTo>
                    <a:pt x="68738" y="54087"/>
                    <a:pt x="68819" y="54047"/>
                    <a:pt x="68901" y="54006"/>
                  </a:cubicBezTo>
                  <a:cubicBezTo>
                    <a:pt x="68942" y="53924"/>
                    <a:pt x="68982" y="53843"/>
                    <a:pt x="68982" y="53762"/>
                  </a:cubicBezTo>
                  <a:lnTo>
                    <a:pt x="68982" y="326"/>
                  </a:lnTo>
                  <a:cubicBezTo>
                    <a:pt x="68982" y="245"/>
                    <a:pt x="68942" y="163"/>
                    <a:pt x="68901" y="82"/>
                  </a:cubicBezTo>
                  <a:cubicBezTo>
                    <a:pt x="68819" y="41"/>
                    <a:pt x="68738" y="1"/>
                    <a:pt x="686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8" name="Google Shape;2108;p35"/>
            <p:cNvSpPr/>
            <p:nvPr/>
          </p:nvSpPr>
          <p:spPr>
            <a:xfrm>
              <a:off x="2411025" y="2892600"/>
              <a:ext cx="1525125" cy="1193450"/>
            </a:xfrm>
            <a:custGeom>
              <a:rect b="b" l="l" r="r" t="t"/>
              <a:pathLst>
                <a:path extrusionOk="0" h="47738" w="61005">
                  <a:moveTo>
                    <a:pt x="0" y="0"/>
                  </a:moveTo>
                  <a:lnTo>
                    <a:pt x="0" y="47738"/>
                  </a:lnTo>
                  <a:lnTo>
                    <a:pt x="61005" y="47738"/>
                  </a:lnTo>
                  <a:lnTo>
                    <a:pt x="6100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9" name="Google Shape;2109;p35"/>
            <p:cNvSpPr/>
            <p:nvPr/>
          </p:nvSpPr>
          <p:spPr>
            <a:xfrm>
              <a:off x="2402875" y="2884450"/>
              <a:ext cx="1541425" cy="1209750"/>
            </a:xfrm>
            <a:custGeom>
              <a:rect b="b" l="l" r="r" t="t"/>
              <a:pathLst>
                <a:path extrusionOk="0" h="48390" w="61657">
                  <a:moveTo>
                    <a:pt x="61005" y="692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2"/>
                  </a:lnTo>
                  <a:close/>
                  <a:moveTo>
                    <a:pt x="326" y="0"/>
                  </a:moveTo>
                  <a:cubicBezTo>
                    <a:pt x="245" y="0"/>
                    <a:pt x="163" y="41"/>
                    <a:pt x="123" y="123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48064"/>
                  </a:lnTo>
                  <a:cubicBezTo>
                    <a:pt x="0" y="48145"/>
                    <a:pt x="41" y="48227"/>
                    <a:pt x="123" y="48267"/>
                  </a:cubicBezTo>
                  <a:cubicBezTo>
                    <a:pt x="163" y="48349"/>
                    <a:pt x="245" y="48389"/>
                    <a:pt x="326" y="48389"/>
                  </a:cubicBezTo>
                  <a:lnTo>
                    <a:pt x="61331" y="48389"/>
                  </a:lnTo>
                  <a:cubicBezTo>
                    <a:pt x="61412" y="48389"/>
                    <a:pt x="61494" y="48349"/>
                    <a:pt x="61575" y="48267"/>
                  </a:cubicBezTo>
                  <a:cubicBezTo>
                    <a:pt x="61616" y="48227"/>
                    <a:pt x="61657" y="48145"/>
                    <a:pt x="61657" y="48064"/>
                  </a:cubicBezTo>
                  <a:lnTo>
                    <a:pt x="61657" y="326"/>
                  </a:lnTo>
                  <a:cubicBezTo>
                    <a:pt x="61657" y="245"/>
                    <a:pt x="61616" y="163"/>
                    <a:pt x="61575" y="123"/>
                  </a:cubicBezTo>
                  <a:cubicBezTo>
                    <a:pt x="61494" y="41"/>
                    <a:pt x="61412" y="0"/>
                    <a:pt x="613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0" name="Google Shape;2110;p35"/>
            <p:cNvSpPr/>
            <p:nvPr/>
          </p:nvSpPr>
          <p:spPr>
            <a:xfrm>
              <a:off x="2700975" y="2953625"/>
              <a:ext cx="534175" cy="335775"/>
            </a:xfrm>
            <a:custGeom>
              <a:rect b="b" l="l" r="r" t="t"/>
              <a:pathLst>
                <a:path extrusionOk="0" h="13431" w="21367">
                  <a:moveTo>
                    <a:pt x="367" y="82"/>
                  </a:moveTo>
                  <a:cubicBezTo>
                    <a:pt x="163" y="82"/>
                    <a:pt x="1" y="245"/>
                    <a:pt x="1" y="489"/>
                  </a:cubicBezTo>
                  <a:cubicBezTo>
                    <a:pt x="1" y="693"/>
                    <a:pt x="163" y="856"/>
                    <a:pt x="367" y="856"/>
                  </a:cubicBezTo>
                  <a:lnTo>
                    <a:pt x="1954" y="856"/>
                  </a:lnTo>
                  <a:cubicBezTo>
                    <a:pt x="2158" y="856"/>
                    <a:pt x="2361" y="693"/>
                    <a:pt x="2361" y="489"/>
                  </a:cubicBezTo>
                  <a:cubicBezTo>
                    <a:pt x="236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338" y="245"/>
                    <a:pt x="3338" y="489"/>
                  </a:cubicBezTo>
                  <a:cubicBezTo>
                    <a:pt x="3338" y="693"/>
                    <a:pt x="3501" y="856"/>
                    <a:pt x="3704" y="856"/>
                  </a:cubicBezTo>
                  <a:lnTo>
                    <a:pt x="7855" y="856"/>
                  </a:lnTo>
                  <a:cubicBezTo>
                    <a:pt x="8059" y="856"/>
                    <a:pt x="8222" y="693"/>
                    <a:pt x="8222" y="489"/>
                  </a:cubicBezTo>
                  <a:cubicBezTo>
                    <a:pt x="8222" y="245"/>
                    <a:pt x="8059" y="82"/>
                    <a:pt x="7855" y="82"/>
                  </a:cubicBezTo>
                  <a:close/>
                  <a:moveTo>
                    <a:pt x="9605" y="1"/>
                  </a:moveTo>
                  <a:cubicBezTo>
                    <a:pt x="9361" y="1"/>
                    <a:pt x="9158" y="204"/>
                    <a:pt x="9158" y="489"/>
                  </a:cubicBezTo>
                  <a:cubicBezTo>
                    <a:pt x="9158" y="733"/>
                    <a:pt x="9361" y="937"/>
                    <a:pt x="9605" y="937"/>
                  </a:cubicBezTo>
                  <a:cubicBezTo>
                    <a:pt x="9849" y="937"/>
                    <a:pt x="10053" y="733"/>
                    <a:pt x="10053" y="489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1" y="204"/>
                    <a:pt x="10501" y="489"/>
                  </a:cubicBezTo>
                  <a:cubicBezTo>
                    <a:pt x="10501" y="733"/>
                    <a:pt x="10704" y="937"/>
                    <a:pt x="10948" y="937"/>
                  </a:cubicBezTo>
                  <a:cubicBezTo>
                    <a:pt x="11192" y="937"/>
                    <a:pt x="11396" y="733"/>
                    <a:pt x="11396" y="489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4" y="204"/>
                    <a:pt x="11844" y="489"/>
                  </a:cubicBezTo>
                  <a:cubicBezTo>
                    <a:pt x="11844" y="733"/>
                    <a:pt x="12047" y="937"/>
                    <a:pt x="12291" y="937"/>
                  </a:cubicBezTo>
                  <a:cubicBezTo>
                    <a:pt x="12535" y="937"/>
                    <a:pt x="12739" y="733"/>
                    <a:pt x="12739" y="489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7" y="204"/>
                    <a:pt x="13187" y="489"/>
                  </a:cubicBezTo>
                  <a:cubicBezTo>
                    <a:pt x="13187" y="733"/>
                    <a:pt x="13390" y="937"/>
                    <a:pt x="13634" y="937"/>
                  </a:cubicBezTo>
                  <a:cubicBezTo>
                    <a:pt x="13878" y="937"/>
                    <a:pt x="14082" y="733"/>
                    <a:pt x="14082" y="489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30" y="204"/>
                    <a:pt x="14530" y="489"/>
                  </a:cubicBezTo>
                  <a:cubicBezTo>
                    <a:pt x="14530" y="733"/>
                    <a:pt x="14733" y="937"/>
                    <a:pt x="14977" y="937"/>
                  </a:cubicBezTo>
                  <a:cubicBezTo>
                    <a:pt x="15221" y="937"/>
                    <a:pt x="15425" y="733"/>
                    <a:pt x="15425" y="489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3" y="204"/>
                    <a:pt x="15873" y="489"/>
                  </a:cubicBezTo>
                  <a:cubicBezTo>
                    <a:pt x="15873" y="733"/>
                    <a:pt x="16076" y="937"/>
                    <a:pt x="16320" y="937"/>
                  </a:cubicBezTo>
                  <a:cubicBezTo>
                    <a:pt x="16564" y="937"/>
                    <a:pt x="16768" y="733"/>
                    <a:pt x="16768" y="489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73"/>
                  </a:moveTo>
                  <a:cubicBezTo>
                    <a:pt x="163" y="1873"/>
                    <a:pt x="1" y="2036"/>
                    <a:pt x="1" y="2280"/>
                  </a:cubicBezTo>
                  <a:cubicBezTo>
                    <a:pt x="1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61" y="2483"/>
                    <a:pt x="2361" y="2280"/>
                  </a:cubicBezTo>
                  <a:cubicBezTo>
                    <a:pt x="2361" y="2036"/>
                    <a:pt x="2158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1" y="1873"/>
                    <a:pt x="3338" y="2036"/>
                    <a:pt x="3338" y="2280"/>
                  </a:cubicBezTo>
                  <a:cubicBezTo>
                    <a:pt x="3338" y="2483"/>
                    <a:pt x="3501" y="2646"/>
                    <a:pt x="3704" y="2646"/>
                  </a:cubicBezTo>
                  <a:lnTo>
                    <a:pt x="7855" y="2646"/>
                  </a:lnTo>
                  <a:cubicBezTo>
                    <a:pt x="8059" y="2646"/>
                    <a:pt x="8222" y="2483"/>
                    <a:pt x="8222" y="2280"/>
                  </a:cubicBezTo>
                  <a:cubicBezTo>
                    <a:pt x="8222" y="2036"/>
                    <a:pt x="8059" y="1873"/>
                    <a:pt x="7855" y="1873"/>
                  </a:cubicBezTo>
                  <a:close/>
                  <a:moveTo>
                    <a:pt x="367" y="3664"/>
                  </a:moveTo>
                  <a:cubicBezTo>
                    <a:pt x="163" y="3664"/>
                    <a:pt x="1" y="3867"/>
                    <a:pt x="1" y="4071"/>
                  </a:cubicBezTo>
                  <a:cubicBezTo>
                    <a:pt x="1" y="4274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8" y="4437"/>
                    <a:pt x="2361" y="4274"/>
                    <a:pt x="2361" y="4071"/>
                  </a:cubicBezTo>
                  <a:cubicBezTo>
                    <a:pt x="2361" y="3867"/>
                    <a:pt x="2158" y="3664"/>
                    <a:pt x="1954" y="3664"/>
                  </a:cubicBezTo>
                  <a:close/>
                  <a:moveTo>
                    <a:pt x="3704" y="3664"/>
                  </a:moveTo>
                  <a:cubicBezTo>
                    <a:pt x="3501" y="3664"/>
                    <a:pt x="3338" y="3867"/>
                    <a:pt x="3338" y="4071"/>
                  </a:cubicBezTo>
                  <a:cubicBezTo>
                    <a:pt x="3338" y="4274"/>
                    <a:pt x="3501" y="4437"/>
                    <a:pt x="3704" y="4437"/>
                  </a:cubicBezTo>
                  <a:lnTo>
                    <a:pt x="7855" y="4437"/>
                  </a:lnTo>
                  <a:cubicBezTo>
                    <a:pt x="8059" y="4437"/>
                    <a:pt x="8222" y="4274"/>
                    <a:pt x="8222" y="4071"/>
                  </a:cubicBezTo>
                  <a:cubicBezTo>
                    <a:pt x="8222" y="3867"/>
                    <a:pt x="8059" y="3664"/>
                    <a:pt x="7855" y="3664"/>
                  </a:cubicBezTo>
                  <a:close/>
                  <a:moveTo>
                    <a:pt x="9605" y="3623"/>
                  </a:moveTo>
                  <a:cubicBezTo>
                    <a:pt x="9361" y="3623"/>
                    <a:pt x="9158" y="3826"/>
                    <a:pt x="9158" y="4071"/>
                  </a:cubicBezTo>
                  <a:cubicBezTo>
                    <a:pt x="9158" y="4315"/>
                    <a:pt x="9361" y="4518"/>
                    <a:pt x="9605" y="4518"/>
                  </a:cubicBezTo>
                  <a:cubicBezTo>
                    <a:pt x="9849" y="4518"/>
                    <a:pt x="10053" y="4315"/>
                    <a:pt x="10053" y="4071"/>
                  </a:cubicBezTo>
                  <a:cubicBezTo>
                    <a:pt x="10053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1" y="3826"/>
                    <a:pt x="10501" y="4071"/>
                  </a:cubicBezTo>
                  <a:cubicBezTo>
                    <a:pt x="10501" y="4315"/>
                    <a:pt x="10704" y="4518"/>
                    <a:pt x="10948" y="4518"/>
                  </a:cubicBezTo>
                  <a:cubicBezTo>
                    <a:pt x="11192" y="4518"/>
                    <a:pt x="11396" y="4315"/>
                    <a:pt x="11396" y="4071"/>
                  </a:cubicBezTo>
                  <a:cubicBezTo>
                    <a:pt x="11396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4" y="3826"/>
                    <a:pt x="11844" y="4071"/>
                  </a:cubicBezTo>
                  <a:cubicBezTo>
                    <a:pt x="11844" y="4315"/>
                    <a:pt x="12047" y="4518"/>
                    <a:pt x="12291" y="4518"/>
                  </a:cubicBezTo>
                  <a:cubicBezTo>
                    <a:pt x="12535" y="4518"/>
                    <a:pt x="12739" y="4315"/>
                    <a:pt x="12739" y="4071"/>
                  </a:cubicBezTo>
                  <a:cubicBezTo>
                    <a:pt x="12739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7" y="3826"/>
                    <a:pt x="13187" y="4071"/>
                  </a:cubicBezTo>
                  <a:cubicBezTo>
                    <a:pt x="13187" y="4315"/>
                    <a:pt x="13390" y="4518"/>
                    <a:pt x="13634" y="4518"/>
                  </a:cubicBezTo>
                  <a:cubicBezTo>
                    <a:pt x="13878" y="4518"/>
                    <a:pt x="14082" y="4315"/>
                    <a:pt x="14082" y="4071"/>
                  </a:cubicBezTo>
                  <a:cubicBezTo>
                    <a:pt x="14082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30" y="3826"/>
                    <a:pt x="14530" y="4071"/>
                  </a:cubicBezTo>
                  <a:cubicBezTo>
                    <a:pt x="14530" y="4315"/>
                    <a:pt x="14733" y="4518"/>
                    <a:pt x="14977" y="4518"/>
                  </a:cubicBezTo>
                  <a:cubicBezTo>
                    <a:pt x="15221" y="4518"/>
                    <a:pt x="15425" y="4315"/>
                    <a:pt x="15425" y="4071"/>
                  </a:cubicBezTo>
                  <a:cubicBezTo>
                    <a:pt x="15425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3" y="3826"/>
                    <a:pt x="15873" y="4071"/>
                  </a:cubicBezTo>
                  <a:cubicBezTo>
                    <a:pt x="15873" y="4315"/>
                    <a:pt x="16076" y="4518"/>
                    <a:pt x="16320" y="4518"/>
                  </a:cubicBezTo>
                  <a:cubicBezTo>
                    <a:pt x="16564" y="4518"/>
                    <a:pt x="16768" y="4315"/>
                    <a:pt x="16768" y="4071"/>
                  </a:cubicBezTo>
                  <a:cubicBezTo>
                    <a:pt x="16768" y="3826"/>
                    <a:pt x="16564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58"/>
                    <a:pt x="1" y="5861"/>
                  </a:cubicBezTo>
                  <a:cubicBezTo>
                    <a:pt x="1" y="6065"/>
                    <a:pt x="163" y="6228"/>
                    <a:pt x="367" y="6228"/>
                  </a:cubicBezTo>
                  <a:lnTo>
                    <a:pt x="1954" y="6228"/>
                  </a:lnTo>
                  <a:cubicBezTo>
                    <a:pt x="2158" y="6228"/>
                    <a:pt x="2361" y="6065"/>
                    <a:pt x="2361" y="5861"/>
                  </a:cubicBezTo>
                  <a:cubicBezTo>
                    <a:pt x="2361" y="5658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58"/>
                    <a:pt x="3338" y="5861"/>
                  </a:cubicBezTo>
                  <a:cubicBezTo>
                    <a:pt x="3338" y="6065"/>
                    <a:pt x="3501" y="6228"/>
                    <a:pt x="3704" y="6228"/>
                  </a:cubicBezTo>
                  <a:lnTo>
                    <a:pt x="7855" y="6228"/>
                  </a:lnTo>
                  <a:cubicBezTo>
                    <a:pt x="8059" y="6228"/>
                    <a:pt x="8222" y="6065"/>
                    <a:pt x="8222" y="5861"/>
                  </a:cubicBezTo>
                  <a:cubicBezTo>
                    <a:pt x="8222" y="5658"/>
                    <a:pt x="8059" y="5454"/>
                    <a:pt x="7855" y="5454"/>
                  </a:cubicBezTo>
                  <a:close/>
                  <a:moveTo>
                    <a:pt x="367" y="7286"/>
                  </a:moveTo>
                  <a:cubicBezTo>
                    <a:pt x="163" y="7286"/>
                    <a:pt x="1" y="7448"/>
                    <a:pt x="1" y="7652"/>
                  </a:cubicBezTo>
                  <a:cubicBezTo>
                    <a:pt x="1" y="7855"/>
                    <a:pt x="163" y="8059"/>
                    <a:pt x="367" y="8059"/>
                  </a:cubicBezTo>
                  <a:lnTo>
                    <a:pt x="1954" y="8059"/>
                  </a:lnTo>
                  <a:cubicBezTo>
                    <a:pt x="2158" y="8059"/>
                    <a:pt x="2361" y="7855"/>
                    <a:pt x="2361" y="7652"/>
                  </a:cubicBezTo>
                  <a:cubicBezTo>
                    <a:pt x="2361" y="7448"/>
                    <a:pt x="2158" y="7286"/>
                    <a:pt x="1954" y="7286"/>
                  </a:cubicBezTo>
                  <a:close/>
                  <a:moveTo>
                    <a:pt x="3704" y="7286"/>
                  </a:moveTo>
                  <a:cubicBezTo>
                    <a:pt x="3501" y="7286"/>
                    <a:pt x="3338" y="7448"/>
                    <a:pt x="3338" y="7652"/>
                  </a:cubicBezTo>
                  <a:cubicBezTo>
                    <a:pt x="3338" y="7855"/>
                    <a:pt x="3501" y="8059"/>
                    <a:pt x="3704" y="8059"/>
                  </a:cubicBezTo>
                  <a:lnTo>
                    <a:pt x="7855" y="8059"/>
                  </a:lnTo>
                  <a:cubicBezTo>
                    <a:pt x="8059" y="8059"/>
                    <a:pt x="8222" y="7855"/>
                    <a:pt x="8222" y="7652"/>
                  </a:cubicBezTo>
                  <a:cubicBezTo>
                    <a:pt x="8222" y="7448"/>
                    <a:pt x="8059" y="7286"/>
                    <a:pt x="7855" y="7286"/>
                  </a:cubicBezTo>
                  <a:close/>
                  <a:moveTo>
                    <a:pt x="14204" y="8791"/>
                  </a:moveTo>
                  <a:cubicBezTo>
                    <a:pt x="13960" y="8791"/>
                    <a:pt x="13756" y="8995"/>
                    <a:pt x="13756" y="9239"/>
                  </a:cubicBezTo>
                  <a:cubicBezTo>
                    <a:pt x="13756" y="9483"/>
                    <a:pt x="13960" y="9687"/>
                    <a:pt x="14204" y="9687"/>
                  </a:cubicBezTo>
                  <a:cubicBezTo>
                    <a:pt x="14448" y="9687"/>
                    <a:pt x="14652" y="9483"/>
                    <a:pt x="14652" y="9239"/>
                  </a:cubicBezTo>
                  <a:cubicBezTo>
                    <a:pt x="14652" y="8995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3" y="8791"/>
                    <a:pt x="15099" y="8995"/>
                    <a:pt x="15099" y="9239"/>
                  </a:cubicBezTo>
                  <a:cubicBezTo>
                    <a:pt x="15099" y="9483"/>
                    <a:pt x="15303" y="9687"/>
                    <a:pt x="15547" y="9687"/>
                  </a:cubicBezTo>
                  <a:cubicBezTo>
                    <a:pt x="15791" y="9687"/>
                    <a:pt x="15995" y="9483"/>
                    <a:pt x="15995" y="9239"/>
                  </a:cubicBezTo>
                  <a:cubicBezTo>
                    <a:pt x="15995" y="8995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6" y="8791"/>
                    <a:pt x="16442" y="8995"/>
                    <a:pt x="16442" y="9239"/>
                  </a:cubicBezTo>
                  <a:cubicBezTo>
                    <a:pt x="16442" y="9483"/>
                    <a:pt x="16646" y="9687"/>
                    <a:pt x="16890" y="9687"/>
                  </a:cubicBezTo>
                  <a:cubicBezTo>
                    <a:pt x="17134" y="9687"/>
                    <a:pt x="17338" y="9483"/>
                    <a:pt x="17338" y="9239"/>
                  </a:cubicBezTo>
                  <a:cubicBezTo>
                    <a:pt x="17338" y="8995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9" y="8791"/>
                    <a:pt x="17785" y="8995"/>
                    <a:pt x="17785" y="9239"/>
                  </a:cubicBezTo>
                  <a:cubicBezTo>
                    <a:pt x="17785" y="9483"/>
                    <a:pt x="17989" y="9687"/>
                    <a:pt x="18233" y="9687"/>
                  </a:cubicBezTo>
                  <a:cubicBezTo>
                    <a:pt x="18477" y="9687"/>
                    <a:pt x="18681" y="9483"/>
                    <a:pt x="18681" y="9239"/>
                  </a:cubicBezTo>
                  <a:cubicBezTo>
                    <a:pt x="18681" y="8995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2" y="8791"/>
                    <a:pt x="19128" y="8995"/>
                    <a:pt x="19128" y="9239"/>
                  </a:cubicBezTo>
                  <a:cubicBezTo>
                    <a:pt x="19128" y="9483"/>
                    <a:pt x="19332" y="9687"/>
                    <a:pt x="19576" y="9687"/>
                  </a:cubicBezTo>
                  <a:cubicBezTo>
                    <a:pt x="19820" y="9687"/>
                    <a:pt x="20024" y="9483"/>
                    <a:pt x="20024" y="9239"/>
                  </a:cubicBezTo>
                  <a:cubicBezTo>
                    <a:pt x="20024" y="8995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5" y="8791"/>
                    <a:pt x="20471" y="8995"/>
                    <a:pt x="20471" y="9239"/>
                  </a:cubicBezTo>
                  <a:cubicBezTo>
                    <a:pt x="20471" y="9483"/>
                    <a:pt x="20675" y="9687"/>
                    <a:pt x="20919" y="9687"/>
                  </a:cubicBezTo>
                  <a:cubicBezTo>
                    <a:pt x="21163" y="9687"/>
                    <a:pt x="21367" y="9483"/>
                    <a:pt x="21367" y="9239"/>
                  </a:cubicBezTo>
                  <a:cubicBezTo>
                    <a:pt x="21367" y="8995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1" y="9239"/>
                    <a:pt x="1" y="9443"/>
                  </a:cubicBezTo>
                  <a:cubicBezTo>
                    <a:pt x="1" y="9646"/>
                    <a:pt x="163" y="9850"/>
                    <a:pt x="367" y="9850"/>
                  </a:cubicBezTo>
                  <a:lnTo>
                    <a:pt x="1954" y="9850"/>
                  </a:lnTo>
                  <a:cubicBezTo>
                    <a:pt x="2158" y="9850"/>
                    <a:pt x="2361" y="9646"/>
                    <a:pt x="2361" y="9443"/>
                  </a:cubicBezTo>
                  <a:cubicBezTo>
                    <a:pt x="2361" y="9239"/>
                    <a:pt x="2158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5" y="9076"/>
                    <a:pt x="8262" y="9239"/>
                    <a:pt x="8262" y="9443"/>
                  </a:cubicBezTo>
                  <a:cubicBezTo>
                    <a:pt x="8262" y="9646"/>
                    <a:pt x="8425" y="9850"/>
                    <a:pt x="8669" y="9850"/>
                  </a:cubicBezTo>
                  <a:lnTo>
                    <a:pt x="12780" y="9850"/>
                  </a:lnTo>
                  <a:cubicBezTo>
                    <a:pt x="12983" y="9850"/>
                    <a:pt x="13146" y="9646"/>
                    <a:pt x="13146" y="9443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1" y="11030"/>
                    <a:pt x="1" y="11233"/>
                  </a:cubicBezTo>
                  <a:cubicBezTo>
                    <a:pt x="1" y="11478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61" y="11478"/>
                    <a:pt x="2361" y="11233"/>
                  </a:cubicBezTo>
                  <a:cubicBezTo>
                    <a:pt x="2361" y="11030"/>
                    <a:pt x="2158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5" y="10867"/>
                    <a:pt x="8262" y="11030"/>
                    <a:pt x="8262" y="11233"/>
                  </a:cubicBezTo>
                  <a:cubicBezTo>
                    <a:pt x="8262" y="11478"/>
                    <a:pt x="8425" y="11640"/>
                    <a:pt x="8669" y="11640"/>
                  </a:cubicBezTo>
                  <a:lnTo>
                    <a:pt x="12780" y="11640"/>
                  </a:lnTo>
                  <a:cubicBezTo>
                    <a:pt x="12983" y="11640"/>
                    <a:pt x="13146" y="11478"/>
                    <a:pt x="13146" y="11233"/>
                  </a:cubicBezTo>
                  <a:cubicBezTo>
                    <a:pt x="13146" y="11030"/>
                    <a:pt x="12983" y="10867"/>
                    <a:pt x="12780" y="10867"/>
                  </a:cubicBezTo>
                  <a:close/>
                  <a:moveTo>
                    <a:pt x="14204" y="12495"/>
                  </a:moveTo>
                  <a:cubicBezTo>
                    <a:pt x="13960" y="12495"/>
                    <a:pt x="13756" y="12698"/>
                    <a:pt x="13756" y="12943"/>
                  </a:cubicBezTo>
                  <a:cubicBezTo>
                    <a:pt x="13756" y="13187"/>
                    <a:pt x="13960" y="13390"/>
                    <a:pt x="14204" y="13390"/>
                  </a:cubicBezTo>
                  <a:cubicBezTo>
                    <a:pt x="14448" y="13390"/>
                    <a:pt x="14652" y="13187"/>
                    <a:pt x="14652" y="12943"/>
                  </a:cubicBezTo>
                  <a:cubicBezTo>
                    <a:pt x="14652" y="12698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3" y="12495"/>
                    <a:pt x="15099" y="12698"/>
                    <a:pt x="15099" y="12943"/>
                  </a:cubicBezTo>
                  <a:cubicBezTo>
                    <a:pt x="15099" y="13187"/>
                    <a:pt x="15303" y="13390"/>
                    <a:pt x="15547" y="13390"/>
                  </a:cubicBezTo>
                  <a:cubicBezTo>
                    <a:pt x="15791" y="13390"/>
                    <a:pt x="15995" y="13187"/>
                    <a:pt x="15995" y="12943"/>
                  </a:cubicBezTo>
                  <a:cubicBezTo>
                    <a:pt x="15995" y="12698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6" y="12495"/>
                    <a:pt x="16442" y="12698"/>
                    <a:pt x="16442" y="12943"/>
                  </a:cubicBezTo>
                  <a:cubicBezTo>
                    <a:pt x="16442" y="13187"/>
                    <a:pt x="16646" y="13390"/>
                    <a:pt x="16890" y="13390"/>
                  </a:cubicBezTo>
                  <a:cubicBezTo>
                    <a:pt x="17134" y="13390"/>
                    <a:pt x="17338" y="13187"/>
                    <a:pt x="17338" y="12943"/>
                  </a:cubicBezTo>
                  <a:cubicBezTo>
                    <a:pt x="17338" y="12698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9" y="12495"/>
                    <a:pt x="17785" y="12698"/>
                    <a:pt x="17785" y="12943"/>
                  </a:cubicBezTo>
                  <a:cubicBezTo>
                    <a:pt x="17785" y="13187"/>
                    <a:pt x="17989" y="13390"/>
                    <a:pt x="18233" y="13390"/>
                  </a:cubicBezTo>
                  <a:cubicBezTo>
                    <a:pt x="18477" y="13390"/>
                    <a:pt x="18681" y="13187"/>
                    <a:pt x="18681" y="12943"/>
                  </a:cubicBezTo>
                  <a:cubicBezTo>
                    <a:pt x="18681" y="12698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2" y="12495"/>
                    <a:pt x="19128" y="12698"/>
                    <a:pt x="19128" y="12943"/>
                  </a:cubicBezTo>
                  <a:cubicBezTo>
                    <a:pt x="19128" y="13187"/>
                    <a:pt x="19332" y="13390"/>
                    <a:pt x="19576" y="13390"/>
                  </a:cubicBezTo>
                  <a:cubicBezTo>
                    <a:pt x="19820" y="13390"/>
                    <a:pt x="20024" y="13187"/>
                    <a:pt x="20024" y="12943"/>
                  </a:cubicBezTo>
                  <a:cubicBezTo>
                    <a:pt x="20024" y="12698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5" y="12495"/>
                    <a:pt x="20471" y="12698"/>
                    <a:pt x="20471" y="12943"/>
                  </a:cubicBezTo>
                  <a:cubicBezTo>
                    <a:pt x="20471" y="13187"/>
                    <a:pt x="20675" y="13390"/>
                    <a:pt x="20919" y="13390"/>
                  </a:cubicBezTo>
                  <a:cubicBezTo>
                    <a:pt x="21163" y="13390"/>
                    <a:pt x="21367" y="13187"/>
                    <a:pt x="21367" y="12943"/>
                  </a:cubicBezTo>
                  <a:cubicBezTo>
                    <a:pt x="21367" y="12698"/>
                    <a:pt x="21163" y="12495"/>
                    <a:pt x="20919" y="12495"/>
                  </a:cubicBezTo>
                  <a:close/>
                  <a:moveTo>
                    <a:pt x="367" y="12658"/>
                  </a:moveTo>
                  <a:cubicBezTo>
                    <a:pt x="163" y="12658"/>
                    <a:pt x="1" y="12821"/>
                    <a:pt x="1" y="13065"/>
                  </a:cubicBezTo>
                  <a:cubicBezTo>
                    <a:pt x="1" y="13268"/>
                    <a:pt x="163" y="13431"/>
                    <a:pt x="367" y="13431"/>
                  </a:cubicBezTo>
                  <a:lnTo>
                    <a:pt x="1954" y="13431"/>
                  </a:lnTo>
                  <a:cubicBezTo>
                    <a:pt x="2158" y="13431"/>
                    <a:pt x="2361" y="13268"/>
                    <a:pt x="2361" y="13065"/>
                  </a:cubicBezTo>
                  <a:cubicBezTo>
                    <a:pt x="2361" y="12821"/>
                    <a:pt x="2158" y="12658"/>
                    <a:pt x="1954" y="12658"/>
                  </a:cubicBezTo>
                  <a:close/>
                  <a:moveTo>
                    <a:pt x="8669" y="12658"/>
                  </a:moveTo>
                  <a:cubicBezTo>
                    <a:pt x="8425" y="12658"/>
                    <a:pt x="8262" y="12821"/>
                    <a:pt x="8262" y="13065"/>
                  </a:cubicBezTo>
                  <a:cubicBezTo>
                    <a:pt x="8262" y="13268"/>
                    <a:pt x="8425" y="13431"/>
                    <a:pt x="8669" y="13431"/>
                  </a:cubicBezTo>
                  <a:lnTo>
                    <a:pt x="12780" y="13431"/>
                  </a:lnTo>
                  <a:cubicBezTo>
                    <a:pt x="12983" y="13431"/>
                    <a:pt x="13146" y="13268"/>
                    <a:pt x="13146" y="13065"/>
                  </a:cubicBezTo>
                  <a:cubicBezTo>
                    <a:pt x="13146" y="12821"/>
                    <a:pt x="12983" y="12658"/>
                    <a:pt x="12780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1" name="Google Shape;2111;p35"/>
            <p:cNvSpPr/>
            <p:nvPr/>
          </p:nvSpPr>
          <p:spPr>
            <a:xfrm>
              <a:off x="2700975" y="3313800"/>
              <a:ext cx="534175" cy="334775"/>
            </a:xfrm>
            <a:custGeom>
              <a:rect b="b" l="l" r="r" t="t"/>
              <a:pathLst>
                <a:path extrusionOk="0" h="13391" w="21367">
                  <a:moveTo>
                    <a:pt x="367" y="41"/>
                  </a:moveTo>
                  <a:cubicBezTo>
                    <a:pt x="163" y="41"/>
                    <a:pt x="1" y="204"/>
                    <a:pt x="1" y="448"/>
                  </a:cubicBezTo>
                  <a:cubicBezTo>
                    <a:pt x="1" y="652"/>
                    <a:pt x="163" y="815"/>
                    <a:pt x="367" y="815"/>
                  </a:cubicBezTo>
                  <a:lnTo>
                    <a:pt x="1954" y="815"/>
                  </a:lnTo>
                  <a:cubicBezTo>
                    <a:pt x="2158" y="815"/>
                    <a:pt x="2361" y="652"/>
                    <a:pt x="2361" y="448"/>
                  </a:cubicBezTo>
                  <a:cubicBezTo>
                    <a:pt x="2361" y="204"/>
                    <a:pt x="2158" y="41"/>
                    <a:pt x="1954" y="41"/>
                  </a:cubicBezTo>
                  <a:close/>
                  <a:moveTo>
                    <a:pt x="3704" y="41"/>
                  </a:moveTo>
                  <a:cubicBezTo>
                    <a:pt x="3501" y="41"/>
                    <a:pt x="3338" y="204"/>
                    <a:pt x="3338" y="448"/>
                  </a:cubicBezTo>
                  <a:cubicBezTo>
                    <a:pt x="3338" y="652"/>
                    <a:pt x="3501" y="815"/>
                    <a:pt x="3704" y="815"/>
                  </a:cubicBezTo>
                  <a:lnTo>
                    <a:pt x="7855" y="815"/>
                  </a:lnTo>
                  <a:cubicBezTo>
                    <a:pt x="8059" y="815"/>
                    <a:pt x="8222" y="652"/>
                    <a:pt x="8222" y="448"/>
                  </a:cubicBezTo>
                  <a:cubicBezTo>
                    <a:pt x="8222" y="204"/>
                    <a:pt x="8059" y="41"/>
                    <a:pt x="7855" y="41"/>
                  </a:cubicBezTo>
                  <a:close/>
                  <a:moveTo>
                    <a:pt x="9605" y="1"/>
                  </a:moveTo>
                  <a:cubicBezTo>
                    <a:pt x="9361" y="1"/>
                    <a:pt x="9158" y="204"/>
                    <a:pt x="9158" y="448"/>
                  </a:cubicBezTo>
                  <a:cubicBezTo>
                    <a:pt x="9158" y="693"/>
                    <a:pt x="9361" y="896"/>
                    <a:pt x="9605" y="896"/>
                  </a:cubicBezTo>
                  <a:cubicBezTo>
                    <a:pt x="9849" y="896"/>
                    <a:pt x="10053" y="693"/>
                    <a:pt x="10053" y="448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1" y="204"/>
                    <a:pt x="10501" y="448"/>
                  </a:cubicBezTo>
                  <a:cubicBezTo>
                    <a:pt x="10501" y="693"/>
                    <a:pt x="10704" y="896"/>
                    <a:pt x="10948" y="896"/>
                  </a:cubicBezTo>
                  <a:cubicBezTo>
                    <a:pt x="11192" y="896"/>
                    <a:pt x="11396" y="693"/>
                    <a:pt x="11396" y="448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4" y="204"/>
                    <a:pt x="11844" y="448"/>
                  </a:cubicBezTo>
                  <a:cubicBezTo>
                    <a:pt x="11844" y="693"/>
                    <a:pt x="12047" y="896"/>
                    <a:pt x="12291" y="896"/>
                  </a:cubicBezTo>
                  <a:cubicBezTo>
                    <a:pt x="12535" y="896"/>
                    <a:pt x="12739" y="693"/>
                    <a:pt x="12739" y="448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7" y="204"/>
                    <a:pt x="13187" y="448"/>
                  </a:cubicBezTo>
                  <a:cubicBezTo>
                    <a:pt x="13187" y="693"/>
                    <a:pt x="13390" y="896"/>
                    <a:pt x="13634" y="896"/>
                  </a:cubicBezTo>
                  <a:cubicBezTo>
                    <a:pt x="13878" y="896"/>
                    <a:pt x="14082" y="693"/>
                    <a:pt x="14082" y="448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30" y="204"/>
                    <a:pt x="14530" y="448"/>
                  </a:cubicBezTo>
                  <a:cubicBezTo>
                    <a:pt x="14530" y="693"/>
                    <a:pt x="14733" y="896"/>
                    <a:pt x="14977" y="896"/>
                  </a:cubicBezTo>
                  <a:cubicBezTo>
                    <a:pt x="15221" y="896"/>
                    <a:pt x="15425" y="693"/>
                    <a:pt x="15425" y="448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3" y="204"/>
                    <a:pt x="15873" y="448"/>
                  </a:cubicBezTo>
                  <a:cubicBezTo>
                    <a:pt x="15873" y="693"/>
                    <a:pt x="16076" y="896"/>
                    <a:pt x="16320" y="896"/>
                  </a:cubicBezTo>
                  <a:cubicBezTo>
                    <a:pt x="16564" y="896"/>
                    <a:pt x="16768" y="693"/>
                    <a:pt x="16768" y="448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32"/>
                  </a:moveTo>
                  <a:cubicBezTo>
                    <a:pt x="163" y="1832"/>
                    <a:pt x="1" y="2036"/>
                    <a:pt x="1" y="2239"/>
                  </a:cubicBezTo>
                  <a:cubicBezTo>
                    <a:pt x="1" y="2443"/>
                    <a:pt x="163" y="2605"/>
                    <a:pt x="367" y="2605"/>
                  </a:cubicBezTo>
                  <a:lnTo>
                    <a:pt x="1954" y="2605"/>
                  </a:lnTo>
                  <a:cubicBezTo>
                    <a:pt x="2158" y="2605"/>
                    <a:pt x="2361" y="2443"/>
                    <a:pt x="2361" y="2239"/>
                  </a:cubicBezTo>
                  <a:cubicBezTo>
                    <a:pt x="2361" y="2036"/>
                    <a:pt x="2158" y="1832"/>
                    <a:pt x="1954" y="1832"/>
                  </a:cubicBezTo>
                  <a:close/>
                  <a:moveTo>
                    <a:pt x="3704" y="1832"/>
                  </a:moveTo>
                  <a:cubicBezTo>
                    <a:pt x="3501" y="1832"/>
                    <a:pt x="3338" y="2036"/>
                    <a:pt x="3338" y="2239"/>
                  </a:cubicBezTo>
                  <a:cubicBezTo>
                    <a:pt x="3338" y="2443"/>
                    <a:pt x="3501" y="2605"/>
                    <a:pt x="3704" y="2605"/>
                  </a:cubicBezTo>
                  <a:lnTo>
                    <a:pt x="7855" y="2605"/>
                  </a:lnTo>
                  <a:cubicBezTo>
                    <a:pt x="8059" y="2605"/>
                    <a:pt x="8222" y="2443"/>
                    <a:pt x="8222" y="2239"/>
                  </a:cubicBezTo>
                  <a:cubicBezTo>
                    <a:pt x="8222" y="2036"/>
                    <a:pt x="8059" y="1832"/>
                    <a:pt x="7855" y="1832"/>
                  </a:cubicBezTo>
                  <a:close/>
                  <a:moveTo>
                    <a:pt x="367" y="3663"/>
                  </a:moveTo>
                  <a:cubicBezTo>
                    <a:pt x="163" y="3663"/>
                    <a:pt x="1" y="3826"/>
                    <a:pt x="1" y="4030"/>
                  </a:cubicBezTo>
                  <a:cubicBezTo>
                    <a:pt x="1" y="4233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8" y="4437"/>
                    <a:pt x="2361" y="4233"/>
                    <a:pt x="2361" y="4030"/>
                  </a:cubicBezTo>
                  <a:cubicBezTo>
                    <a:pt x="2361" y="3826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338" y="3826"/>
                    <a:pt x="3338" y="4030"/>
                  </a:cubicBezTo>
                  <a:cubicBezTo>
                    <a:pt x="3338" y="4233"/>
                    <a:pt x="3501" y="4437"/>
                    <a:pt x="3704" y="4437"/>
                  </a:cubicBezTo>
                  <a:lnTo>
                    <a:pt x="7855" y="4437"/>
                  </a:lnTo>
                  <a:cubicBezTo>
                    <a:pt x="8059" y="4437"/>
                    <a:pt x="8222" y="4233"/>
                    <a:pt x="8222" y="4030"/>
                  </a:cubicBezTo>
                  <a:cubicBezTo>
                    <a:pt x="8222" y="3826"/>
                    <a:pt x="8059" y="3663"/>
                    <a:pt x="7855" y="3663"/>
                  </a:cubicBezTo>
                  <a:close/>
                  <a:moveTo>
                    <a:pt x="9605" y="3582"/>
                  </a:moveTo>
                  <a:cubicBezTo>
                    <a:pt x="9361" y="3582"/>
                    <a:pt x="9158" y="3786"/>
                    <a:pt x="9158" y="4030"/>
                  </a:cubicBezTo>
                  <a:cubicBezTo>
                    <a:pt x="9158" y="4274"/>
                    <a:pt x="9361" y="4477"/>
                    <a:pt x="9605" y="4477"/>
                  </a:cubicBezTo>
                  <a:cubicBezTo>
                    <a:pt x="9849" y="4477"/>
                    <a:pt x="10053" y="4274"/>
                    <a:pt x="10053" y="4030"/>
                  </a:cubicBezTo>
                  <a:cubicBezTo>
                    <a:pt x="10053" y="3786"/>
                    <a:pt x="9849" y="3582"/>
                    <a:pt x="9605" y="3582"/>
                  </a:cubicBezTo>
                  <a:close/>
                  <a:moveTo>
                    <a:pt x="10948" y="3582"/>
                  </a:moveTo>
                  <a:cubicBezTo>
                    <a:pt x="10704" y="3582"/>
                    <a:pt x="10501" y="3786"/>
                    <a:pt x="10501" y="4030"/>
                  </a:cubicBezTo>
                  <a:cubicBezTo>
                    <a:pt x="10501" y="4274"/>
                    <a:pt x="10704" y="4477"/>
                    <a:pt x="10948" y="4477"/>
                  </a:cubicBezTo>
                  <a:cubicBezTo>
                    <a:pt x="11192" y="4477"/>
                    <a:pt x="11396" y="4274"/>
                    <a:pt x="11396" y="4030"/>
                  </a:cubicBezTo>
                  <a:cubicBezTo>
                    <a:pt x="11396" y="3786"/>
                    <a:pt x="11192" y="3582"/>
                    <a:pt x="10948" y="3582"/>
                  </a:cubicBezTo>
                  <a:close/>
                  <a:moveTo>
                    <a:pt x="12291" y="3582"/>
                  </a:moveTo>
                  <a:cubicBezTo>
                    <a:pt x="12047" y="3582"/>
                    <a:pt x="11844" y="3786"/>
                    <a:pt x="11844" y="4030"/>
                  </a:cubicBezTo>
                  <a:cubicBezTo>
                    <a:pt x="11844" y="4274"/>
                    <a:pt x="12047" y="4477"/>
                    <a:pt x="12291" y="4477"/>
                  </a:cubicBezTo>
                  <a:cubicBezTo>
                    <a:pt x="12535" y="4477"/>
                    <a:pt x="12739" y="4274"/>
                    <a:pt x="12739" y="4030"/>
                  </a:cubicBezTo>
                  <a:cubicBezTo>
                    <a:pt x="12739" y="3786"/>
                    <a:pt x="12535" y="3582"/>
                    <a:pt x="12291" y="3582"/>
                  </a:cubicBezTo>
                  <a:close/>
                  <a:moveTo>
                    <a:pt x="13634" y="3582"/>
                  </a:moveTo>
                  <a:cubicBezTo>
                    <a:pt x="13390" y="3582"/>
                    <a:pt x="13187" y="3786"/>
                    <a:pt x="13187" y="4030"/>
                  </a:cubicBezTo>
                  <a:cubicBezTo>
                    <a:pt x="13187" y="4274"/>
                    <a:pt x="13390" y="4477"/>
                    <a:pt x="13634" y="4477"/>
                  </a:cubicBezTo>
                  <a:cubicBezTo>
                    <a:pt x="13878" y="4477"/>
                    <a:pt x="14082" y="4274"/>
                    <a:pt x="14082" y="4030"/>
                  </a:cubicBezTo>
                  <a:cubicBezTo>
                    <a:pt x="14082" y="3786"/>
                    <a:pt x="13878" y="3582"/>
                    <a:pt x="13634" y="3582"/>
                  </a:cubicBezTo>
                  <a:close/>
                  <a:moveTo>
                    <a:pt x="14977" y="3582"/>
                  </a:moveTo>
                  <a:cubicBezTo>
                    <a:pt x="14733" y="3582"/>
                    <a:pt x="14530" y="3786"/>
                    <a:pt x="14530" y="4030"/>
                  </a:cubicBezTo>
                  <a:cubicBezTo>
                    <a:pt x="14530" y="4274"/>
                    <a:pt x="14733" y="4477"/>
                    <a:pt x="14977" y="4477"/>
                  </a:cubicBezTo>
                  <a:cubicBezTo>
                    <a:pt x="15221" y="4477"/>
                    <a:pt x="15425" y="4274"/>
                    <a:pt x="15425" y="4030"/>
                  </a:cubicBezTo>
                  <a:cubicBezTo>
                    <a:pt x="15425" y="3786"/>
                    <a:pt x="15221" y="3582"/>
                    <a:pt x="14977" y="3582"/>
                  </a:cubicBezTo>
                  <a:close/>
                  <a:moveTo>
                    <a:pt x="16320" y="3582"/>
                  </a:moveTo>
                  <a:cubicBezTo>
                    <a:pt x="16076" y="3582"/>
                    <a:pt x="15873" y="3786"/>
                    <a:pt x="15873" y="4030"/>
                  </a:cubicBezTo>
                  <a:cubicBezTo>
                    <a:pt x="15873" y="4274"/>
                    <a:pt x="16076" y="4477"/>
                    <a:pt x="16320" y="4477"/>
                  </a:cubicBezTo>
                  <a:cubicBezTo>
                    <a:pt x="16564" y="4477"/>
                    <a:pt x="16768" y="4274"/>
                    <a:pt x="16768" y="4030"/>
                  </a:cubicBezTo>
                  <a:cubicBezTo>
                    <a:pt x="16768" y="3786"/>
                    <a:pt x="16564" y="3582"/>
                    <a:pt x="16320" y="3582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17"/>
                    <a:pt x="1" y="5820"/>
                  </a:cubicBezTo>
                  <a:cubicBezTo>
                    <a:pt x="1" y="602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61" y="6024"/>
                    <a:pt x="2361" y="5820"/>
                  </a:cubicBezTo>
                  <a:cubicBezTo>
                    <a:pt x="2361" y="561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17"/>
                    <a:pt x="3338" y="5820"/>
                  </a:cubicBezTo>
                  <a:cubicBezTo>
                    <a:pt x="3338" y="6024"/>
                    <a:pt x="3501" y="6227"/>
                    <a:pt x="3704" y="6227"/>
                  </a:cubicBezTo>
                  <a:lnTo>
                    <a:pt x="7855" y="6227"/>
                  </a:lnTo>
                  <a:cubicBezTo>
                    <a:pt x="8059" y="6227"/>
                    <a:pt x="8222" y="6024"/>
                    <a:pt x="8222" y="5820"/>
                  </a:cubicBezTo>
                  <a:cubicBezTo>
                    <a:pt x="8222" y="5617"/>
                    <a:pt x="8059" y="5454"/>
                    <a:pt x="7855" y="5454"/>
                  </a:cubicBezTo>
                  <a:close/>
                  <a:moveTo>
                    <a:pt x="367" y="7245"/>
                  </a:moveTo>
                  <a:cubicBezTo>
                    <a:pt x="163" y="7245"/>
                    <a:pt x="1" y="7408"/>
                    <a:pt x="1" y="7611"/>
                  </a:cubicBezTo>
                  <a:cubicBezTo>
                    <a:pt x="1" y="7855"/>
                    <a:pt x="163" y="8018"/>
                    <a:pt x="367" y="8018"/>
                  </a:cubicBezTo>
                  <a:lnTo>
                    <a:pt x="1954" y="8018"/>
                  </a:lnTo>
                  <a:cubicBezTo>
                    <a:pt x="2158" y="8018"/>
                    <a:pt x="2361" y="7855"/>
                    <a:pt x="2361" y="7611"/>
                  </a:cubicBezTo>
                  <a:cubicBezTo>
                    <a:pt x="2361" y="7408"/>
                    <a:pt x="2158" y="7245"/>
                    <a:pt x="1954" y="7245"/>
                  </a:cubicBezTo>
                  <a:close/>
                  <a:moveTo>
                    <a:pt x="3704" y="7245"/>
                  </a:moveTo>
                  <a:cubicBezTo>
                    <a:pt x="3501" y="7245"/>
                    <a:pt x="3338" y="7408"/>
                    <a:pt x="3338" y="7611"/>
                  </a:cubicBezTo>
                  <a:cubicBezTo>
                    <a:pt x="3338" y="7855"/>
                    <a:pt x="3501" y="8018"/>
                    <a:pt x="3704" y="8018"/>
                  </a:cubicBezTo>
                  <a:lnTo>
                    <a:pt x="7855" y="8018"/>
                  </a:lnTo>
                  <a:cubicBezTo>
                    <a:pt x="8059" y="8018"/>
                    <a:pt x="8222" y="7855"/>
                    <a:pt x="8222" y="7611"/>
                  </a:cubicBezTo>
                  <a:cubicBezTo>
                    <a:pt x="8222" y="7408"/>
                    <a:pt x="8059" y="7245"/>
                    <a:pt x="7855" y="7245"/>
                  </a:cubicBezTo>
                  <a:close/>
                  <a:moveTo>
                    <a:pt x="14204" y="8751"/>
                  </a:moveTo>
                  <a:cubicBezTo>
                    <a:pt x="13960" y="8751"/>
                    <a:pt x="13756" y="8954"/>
                    <a:pt x="13756" y="9198"/>
                  </a:cubicBezTo>
                  <a:cubicBezTo>
                    <a:pt x="13756" y="9442"/>
                    <a:pt x="13960" y="9646"/>
                    <a:pt x="14204" y="9646"/>
                  </a:cubicBezTo>
                  <a:cubicBezTo>
                    <a:pt x="14448" y="9646"/>
                    <a:pt x="14652" y="9442"/>
                    <a:pt x="14652" y="9198"/>
                  </a:cubicBezTo>
                  <a:cubicBezTo>
                    <a:pt x="14652" y="8954"/>
                    <a:pt x="14448" y="8751"/>
                    <a:pt x="14204" y="8751"/>
                  </a:cubicBezTo>
                  <a:close/>
                  <a:moveTo>
                    <a:pt x="15547" y="8751"/>
                  </a:moveTo>
                  <a:cubicBezTo>
                    <a:pt x="15303" y="8751"/>
                    <a:pt x="15099" y="8954"/>
                    <a:pt x="15099" y="9198"/>
                  </a:cubicBezTo>
                  <a:cubicBezTo>
                    <a:pt x="15099" y="9442"/>
                    <a:pt x="15303" y="9646"/>
                    <a:pt x="15547" y="9646"/>
                  </a:cubicBezTo>
                  <a:cubicBezTo>
                    <a:pt x="15791" y="9646"/>
                    <a:pt x="15995" y="9442"/>
                    <a:pt x="15995" y="9198"/>
                  </a:cubicBezTo>
                  <a:cubicBezTo>
                    <a:pt x="15995" y="8954"/>
                    <a:pt x="15791" y="8751"/>
                    <a:pt x="15547" y="8751"/>
                  </a:cubicBezTo>
                  <a:close/>
                  <a:moveTo>
                    <a:pt x="16890" y="8751"/>
                  </a:moveTo>
                  <a:cubicBezTo>
                    <a:pt x="16646" y="8751"/>
                    <a:pt x="16442" y="8954"/>
                    <a:pt x="16442" y="9198"/>
                  </a:cubicBezTo>
                  <a:cubicBezTo>
                    <a:pt x="16442" y="9442"/>
                    <a:pt x="16646" y="9646"/>
                    <a:pt x="16890" y="9646"/>
                  </a:cubicBezTo>
                  <a:cubicBezTo>
                    <a:pt x="17134" y="9646"/>
                    <a:pt x="17338" y="9442"/>
                    <a:pt x="17338" y="9198"/>
                  </a:cubicBezTo>
                  <a:cubicBezTo>
                    <a:pt x="17338" y="8954"/>
                    <a:pt x="17134" y="8751"/>
                    <a:pt x="16890" y="8751"/>
                  </a:cubicBezTo>
                  <a:close/>
                  <a:moveTo>
                    <a:pt x="18233" y="8751"/>
                  </a:moveTo>
                  <a:cubicBezTo>
                    <a:pt x="17989" y="8751"/>
                    <a:pt x="17785" y="8954"/>
                    <a:pt x="17785" y="9198"/>
                  </a:cubicBezTo>
                  <a:cubicBezTo>
                    <a:pt x="17785" y="9442"/>
                    <a:pt x="17989" y="9646"/>
                    <a:pt x="18233" y="9646"/>
                  </a:cubicBezTo>
                  <a:cubicBezTo>
                    <a:pt x="18477" y="9646"/>
                    <a:pt x="18681" y="9442"/>
                    <a:pt x="18681" y="9198"/>
                  </a:cubicBezTo>
                  <a:cubicBezTo>
                    <a:pt x="18681" y="8954"/>
                    <a:pt x="18477" y="8751"/>
                    <a:pt x="18233" y="8751"/>
                  </a:cubicBezTo>
                  <a:close/>
                  <a:moveTo>
                    <a:pt x="19576" y="8751"/>
                  </a:moveTo>
                  <a:cubicBezTo>
                    <a:pt x="19332" y="8751"/>
                    <a:pt x="19128" y="8954"/>
                    <a:pt x="19128" y="9198"/>
                  </a:cubicBezTo>
                  <a:cubicBezTo>
                    <a:pt x="19128" y="9442"/>
                    <a:pt x="19332" y="9646"/>
                    <a:pt x="19576" y="9646"/>
                  </a:cubicBezTo>
                  <a:cubicBezTo>
                    <a:pt x="19820" y="9646"/>
                    <a:pt x="20024" y="9442"/>
                    <a:pt x="20024" y="9198"/>
                  </a:cubicBezTo>
                  <a:cubicBezTo>
                    <a:pt x="20024" y="8954"/>
                    <a:pt x="19820" y="8751"/>
                    <a:pt x="19576" y="8751"/>
                  </a:cubicBezTo>
                  <a:close/>
                  <a:moveTo>
                    <a:pt x="20919" y="8751"/>
                  </a:moveTo>
                  <a:cubicBezTo>
                    <a:pt x="20675" y="8751"/>
                    <a:pt x="20471" y="8954"/>
                    <a:pt x="20471" y="9198"/>
                  </a:cubicBezTo>
                  <a:cubicBezTo>
                    <a:pt x="20471" y="9442"/>
                    <a:pt x="20675" y="9646"/>
                    <a:pt x="20919" y="9646"/>
                  </a:cubicBezTo>
                  <a:cubicBezTo>
                    <a:pt x="21163" y="9646"/>
                    <a:pt x="21367" y="9442"/>
                    <a:pt x="21367" y="9198"/>
                  </a:cubicBezTo>
                  <a:cubicBezTo>
                    <a:pt x="21367" y="8954"/>
                    <a:pt x="21163" y="8751"/>
                    <a:pt x="20919" y="8751"/>
                  </a:cubicBezTo>
                  <a:close/>
                  <a:moveTo>
                    <a:pt x="367" y="9035"/>
                  </a:moveTo>
                  <a:cubicBezTo>
                    <a:pt x="163" y="9035"/>
                    <a:pt x="1" y="9198"/>
                    <a:pt x="1" y="9402"/>
                  </a:cubicBezTo>
                  <a:cubicBezTo>
                    <a:pt x="1" y="9646"/>
                    <a:pt x="163" y="9809"/>
                    <a:pt x="367" y="9809"/>
                  </a:cubicBezTo>
                  <a:lnTo>
                    <a:pt x="1954" y="9809"/>
                  </a:lnTo>
                  <a:cubicBezTo>
                    <a:pt x="2158" y="9809"/>
                    <a:pt x="2361" y="9646"/>
                    <a:pt x="2361" y="9402"/>
                  </a:cubicBezTo>
                  <a:cubicBezTo>
                    <a:pt x="2361" y="9198"/>
                    <a:pt x="2158" y="9035"/>
                    <a:pt x="1954" y="9035"/>
                  </a:cubicBezTo>
                  <a:close/>
                  <a:moveTo>
                    <a:pt x="8669" y="9035"/>
                  </a:moveTo>
                  <a:cubicBezTo>
                    <a:pt x="8425" y="9035"/>
                    <a:pt x="8262" y="9198"/>
                    <a:pt x="8262" y="9402"/>
                  </a:cubicBezTo>
                  <a:cubicBezTo>
                    <a:pt x="8262" y="9646"/>
                    <a:pt x="8425" y="9809"/>
                    <a:pt x="8669" y="9809"/>
                  </a:cubicBezTo>
                  <a:lnTo>
                    <a:pt x="12780" y="9809"/>
                  </a:lnTo>
                  <a:cubicBezTo>
                    <a:pt x="12983" y="9809"/>
                    <a:pt x="13146" y="9646"/>
                    <a:pt x="13146" y="9402"/>
                  </a:cubicBezTo>
                  <a:cubicBezTo>
                    <a:pt x="13146" y="9198"/>
                    <a:pt x="12983" y="9035"/>
                    <a:pt x="12780" y="9035"/>
                  </a:cubicBezTo>
                  <a:close/>
                  <a:moveTo>
                    <a:pt x="367" y="10826"/>
                  </a:moveTo>
                  <a:cubicBezTo>
                    <a:pt x="163" y="10826"/>
                    <a:pt x="1" y="10989"/>
                    <a:pt x="1" y="11233"/>
                  </a:cubicBezTo>
                  <a:cubicBezTo>
                    <a:pt x="1" y="11437"/>
                    <a:pt x="163" y="11599"/>
                    <a:pt x="367" y="11599"/>
                  </a:cubicBezTo>
                  <a:lnTo>
                    <a:pt x="1954" y="11599"/>
                  </a:lnTo>
                  <a:cubicBezTo>
                    <a:pt x="2158" y="11599"/>
                    <a:pt x="2361" y="11437"/>
                    <a:pt x="2361" y="11233"/>
                  </a:cubicBezTo>
                  <a:cubicBezTo>
                    <a:pt x="2361" y="10989"/>
                    <a:pt x="2158" y="10826"/>
                    <a:pt x="1954" y="10826"/>
                  </a:cubicBezTo>
                  <a:close/>
                  <a:moveTo>
                    <a:pt x="8669" y="10826"/>
                  </a:moveTo>
                  <a:cubicBezTo>
                    <a:pt x="8425" y="10826"/>
                    <a:pt x="8262" y="10989"/>
                    <a:pt x="8262" y="11233"/>
                  </a:cubicBezTo>
                  <a:cubicBezTo>
                    <a:pt x="8262" y="11437"/>
                    <a:pt x="8425" y="11599"/>
                    <a:pt x="8669" y="11599"/>
                  </a:cubicBezTo>
                  <a:lnTo>
                    <a:pt x="12780" y="11599"/>
                  </a:lnTo>
                  <a:cubicBezTo>
                    <a:pt x="12983" y="11599"/>
                    <a:pt x="13146" y="11437"/>
                    <a:pt x="13146" y="11233"/>
                  </a:cubicBezTo>
                  <a:cubicBezTo>
                    <a:pt x="13146" y="10989"/>
                    <a:pt x="12983" y="10826"/>
                    <a:pt x="12780" y="10826"/>
                  </a:cubicBezTo>
                  <a:close/>
                  <a:moveTo>
                    <a:pt x="14204" y="12454"/>
                  </a:moveTo>
                  <a:cubicBezTo>
                    <a:pt x="13960" y="12454"/>
                    <a:pt x="13756" y="12658"/>
                    <a:pt x="13756" y="12902"/>
                  </a:cubicBezTo>
                  <a:cubicBezTo>
                    <a:pt x="13756" y="13146"/>
                    <a:pt x="13960" y="13349"/>
                    <a:pt x="14204" y="13349"/>
                  </a:cubicBezTo>
                  <a:cubicBezTo>
                    <a:pt x="14448" y="13349"/>
                    <a:pt x="14652" y="13146"/>
                    <a:pt x="14652" y="12902"/>
                  </a:cubicBezTo>
                  <a:cubicBezTo>
                    <a:pt x="14652" y="12658"/>
                    <a:pt x="14448" y="12454"/>
                    <a:pt x="14204" y="12454"/>
                  </a:cubicBezTo>
                  <a:close/>
                  <a:moveTo>
                    <a:pt x="15547" y="12454"/>
                  </a:moveTo>
                  <a:cubicBezTo>
                    <a:pt x="15303" y="12454"/>
                    <a:pt x="15099" y="12658"/>
                    <a:pt x="15099" y="12902"/>
                  </a:cubicBezTo>
                  <a:cubicBezTo>
                    <a:pt x="15099" y="13146"/>
                    <a:pt x="15303" y="13349"/>
                    <a:pt x="15547" y="13349"/>
                  </a:cubicBezTo>
                  <a:cubicBezTo>
                    <a:pt x="15791" y="13349"/>
                    <a:pt x="15995" y="13146"/>
                    <a:pt x="15995" y="12902"/>
                  </a:cubicBezTo>
                  <a:cubicBezTo>
                    <a:pt x="15995" y="12658"/>
                    <a:pt x="15791" y="12454"/>
                    <a:pt x="15547" y="12454"/>
                  </a:cubicBezTo>
                  <a:close/>
                  <a:moveTo>
                    <a:pt x="16890" y="12454"/>
                  </a:moveTo>
                  <a:cubicBezTo>
                    <a:pt x="16646" y="12454"/>
                    <a:pt x="16442" y="12658"/>
                    <a:pt x="16442" y="12902"/>
                  </a:cubicBezTo>
                  <a:cubicBezTo>
                    <a:pt x="16442" y="13146"/>
                    <a:pt x="16646" y="13349"/>
                    <a:pt x="16890" y="13349"/>
                  </a:cubicBezTo>
                  <a:cubicBezTo>
                    <a:pt x="17134" y="13349"/>
                    <a:pt x="17338" y="13146"/>
                    <a:pt x="17338" y="12902"/>
                  </a:cubicBezTo>
                  <a:cubicBezTo>
                    <a:pt x="17338" y="12658"/>
                    <a:pt x="17134" y="12454"/>
                    <a:pt x="16890" y="12454"/>
                  </a:cubicBezTo>
                  <a:close/>
                  <a:moveTo>
                    <a:pt x="18233" y="12454"/>
                  </a:moveTo>
                  <a:cubicBezTo>
                    <a:pt x="17989" y="12454"/>
                    <a:pt x="17785" y="12658"/>
                    <a:pt x="17785" y="12902"/>
                  </a:cubicBezTo>
                  <a:cubicBezTo>
                    <a:pt x="17785" y="13146"/>
                    <a:pt x="17989" y="13349"/>
                    <a:pt x="18233" y="13349"/>
                  </a:cubicBezTo>
                  <a:cubicBezTo>
                    <a:pt x="18477" y="13349"/>
                    <a:pt x="18681" y="13146"/>
                    <a:pt x="18681" y="12902"/>
                  </a:cubicBezTo>
                  <a:cubicBezTo>
                    <a:pt x="18681" y="12658"/>
                    <a:pt x="18477" y="12454"/>
                    <a:pt x="18233" y="12454"/>
                  </a:cubicBezTo>
                  <a:close/>
                  <a:moveTo>
                    <a:pt x="19576" y="12454"/>
                  </a:moveTo>
                  <a:cubicBezTo>
                    <a:pt x="19332" y="12454"/>
                    <a:pt x="19128" y="12658"/>
                    <a:pt x="19128" y="12902"/>
                  </a:cubicBezTo>
                  <a:cubicBezTo>
                    <a:pt x="19128" y="13146"/>
                    <a:pt x="19332" y="13349"/>
                    <a:pt x="19576" y="13349"/>
                  </a:cubicBezTo>
                  <a:cubicBezTo>
                    <a:pt x="19820" y="13349"/>
                    <a:pt x="20024" y="13146"/>
                    <a:pt x="20024" y="12902"/>
                  </a:cubicBezTo>
                  <a:cubicBezTo>
                    <a:pt x="20024" y="12658"/>
                    <a:pt x="19820" y="12454"/>
                    <a:pt x="19576" y="12454"/>
                  </a:cubicBezTo>
                  <a:close/>
                  <a:moveTo>
                    <a:pt x="20919" y="12454"/>
                  </a:moveTo>
                  <a:cubicBezTo>
                    <a:pt x="20675" y="12454"/>
                    <a:pt x="20471" y="12658"/>
                    <a:pt x="20471" y="12902"/>
                  </a:cubicBezTo>
                  <a:cubicBezTo>
                    <a:pt x="20471" y="13146"/>
                    <a:pt x="20675" y="13349"/>
                    <a:pt x="20919" y="13349"/>
                  </a:cubicBezTo>
                  <a:cubicBezTo>
                    <a:pt x="21163" y="13349"/>
                    <a:pt x="21367" y="13146"/>
                    <a:pt x="21367" y="12902"/>
                  </a:cubicBezTo>
                  <a:cubicBezTo>
                    <a:pt x="21367" y="12658"/>
                    <a:pt x="21163" y="12454"/>
                    <a:pt x="20919" y="12454"/>
                  </a:cubicBezTo>
                  <a:close/>
                  <a:moveTo>
                    <a:pt x="367" y="12617"/>
                  </a:moveTo>
                  <a:cubicBezTo>
                    <a:pt x="163" y="12617"/>
                    <a:pt x="1" y="12780"/>
                    <a:pt x="1" y="13024"/>
                  </a:cubicBezTo>
                  <a:cubicBezTo>
                    <a:pt x="1" y="13227"/>
                    <a:pt x="163" y="13390"/>
                    <a:pt x="367" y="13390"/>
                  </a:cubicBezTo>
                  <a:lnTo>
                    <a:pt x="1954" y="13390"/>
                  </a:lnTo>
                  <a:cubicBezTo>
                    <a:pt x="2158" y="13390"/>
                    <a:pt x="2361" y="13227"/>
                    <a:pt x="2361" y="13024"/>
                  </a:cubicBezTo>
                  <a:cubicBezTo>
                    <a:pt x="2361" y="12780"/>
                    <a:pt x="2158" y="12617"/>
                    <a:pt x="1954" y="12617"/>
                  </a:cubicBezTo>
                  <a:close/>
                  <a:moveTo>
                    <a:pt x="8669" y="12617"/>
                  </a:moveTo>
                  <a:cubicBezTo>
                    <a:pt x="8425" y="12617"/>
                    <a:pt x="8262" y="12780"/>
                    <a:pt x="8262" y="13024"/>
                  </a:cubicBezTo>
                  <a:cubicBezTo>
                    <a:pt x="8262" y="13227"/>
                    <a:pt x="8425" y="13390"/>
                    <a:pt x="8669" y="13390"/>
                  </a:cubicBezTo>
                  <a:lnTo>
                    <a:pt x="12780" y="13390"/>
                  </a:lnTo>
                  <a:cubicBezTo>
                    <a:pt x="12983" y="13390"/>
                    <a:pt x="13146" y="13227"/>
                    <a:pt x="13146" y="13024"/>
                  </a:cubicBezTo>
                  <a:cubicBezTo>
                    <a:pt x="13146" y="12780"/>
                    <a:pt x="12983" y="12617"/>
                    <a:pt x="12780" y="1261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2" name="Google Shape;2112;p35"/>
            <p:cNvSpPr/>
            <p:nvPr/>
          </p:nvSpPr>
          <p:spPr>
            <a:xfrm>
              <a:off x="2700975" y="3681100"/>
              <a:ext cx="534175" cy="335775"/>
            </a:xfrm>
            <a:custGeom>
              <a:rect b="b" l="l" r="r" t="t"/>
              <a:pathLst>
                <a:path extrusionOk="0" h="13431" w="21367">
                  <a:moveTo>
                    <a:pt x="367" y="82"/>
                  </a:moveTo>
                  <a:cubicBezTo>
                    <a:pt x="163" y="82"/>
                    <a:pt x="1" y="245"/>
                    <a:pt x="1" y="489"/>
                  </a:cubicBezTo>
                  <a:cubicBezTo>
                    <a:pt x="1" y="692"/>
                    <a:pt x="163" y="855"/>
                    <a:pt x="367" y="855"/>
                  </a:cubicBezTo>
                  <a:lnTo>
                    <a:pt x="1954" y="855"/>
                  </a:lnTo>
                  <a:cubicBezTo>
                    <a:pt x="2158" y="855"/>
                    <a:pt x="2361" y="692"/>
                    <a:pt x="2361" y="489"/>
                  </a:cubicBezTo>
                  <a:cubicBezTo>
                    <a:pt x="236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338" y="245"/>
                    <a:pt x="3338" y="489"/>
                  </a:cubicBezTo>
                  <a:cubicBezTo>
                    <a:pt x="3338" y="692"/>
                    <a:pt x="3501" y="855"/>
                    <a:pt x="3704" y="855"/>
                  </a:cubicBezTo>
                  <a:lnTo>
                    <a:pt x="7855" y="855"/>
                  </a:lnTo>
                  <a:cubicBezTo>
                    <a:pt x="8059" y="855"/>
                    <a:pt x="8222" y="692"/>
                    <a:pt x="8222" y="489"/>
                  </a:cubicBezTo>
                  <a:cubicBezTo>
                    <a:pt x="8222" y="245"/>
                    <a:pt x="8059" y="82"/>
                    <a:pt x="7855" y="82"/>
                  </a:cubicBezTo>
                  <a:close/>
                  <a:moveTo>
                    <a:pt x="9605" y="0"/>
                  </a:moveTo>
                  <a:cubicBezTo>
                    <a:pt x="9361" y="0"/>
                    <a:pt x="9158" y="204"/>
                    <a:pt x="9158" y="489"/>
                  </a:cubicBezTo>
                  <a:cubicBezTo>
                    <a:pt x="9158" y="733"/>
                    <a:pt x="9361" y="936"/>
                    <a:pt x="9605" y="936"/>
                  </a:cubicBezTo>
                  <a:cubicBezTo>
                    <a:pt x="9849" y="936"/>
                    <a:pt x="10053" y="733"/>
                    <a:pt x="10053" y="489"/>
                  </a:cubicBezTo>
                  <a:cubicBezTo>
                    <a:pt x="10053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1" y="204"/>
                    <a:pt x="10501" y="489"/>
                  </a:cubicBezTo>
                  <a:cubicBezTo>
                    <a:pt x="10501" y="733"/>
                    <a:pt x="10704" y="936"/>
                    <a:pt x="10948" y="936"/>
                  </a:cubicBezTo>
                  <a:cubicBezTo>
                    <a:pt x="11192" y="936"/>
                    <a:pt x="11396" y="733"/>
                    <a:pt x="11396" y="489"/>
                  </a:cubicBezTo>
                  <a:cubicBezTo>
                    <a:pt x="11396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4" y="204"/>
                    <a:pt x="11844" y="489"/>
                  </a:cubicBezTo>
                  <a:cubicBezTo>
                    <a:pt x="11844" y="733"/>
                    <a:pt x="12047" y="936"/>
                    <a:pt x="12291" y="936"/>
                  </a:cubicBezTo>
                  <a:cubicBezTo>
                    <a:pt x="12535" y="936"/>
                    <a:pt x="12739" y="733"/>
                    <a:pt x="12739" y="489"/>
                  </a:cubicBezTo>
                  <a:cubicBezTo>
                    <a:pt x="12739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7" y="204"/>
                    <a:pt x="13187" y="489"/>
                  </a:cubicBezTo>
                  <a:cubicBezTo>
                    <a:pt x="13187" y="733"/>
                    <a:pt x="13390" y="936"/>
                    <a:pt x="13634" y="936"/>
                  </a:cubicBezTo>
                  <a:cubicBezTo>
                    <a:pt x="13878" y="936"/>
                    <a:pt x="14082" y="733"/>
                    <a:pt x="14082" y="489"/>
                  </a:cubicBezTo>
                  <a:cubicBezTo>
                    <a:pt x="14082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30" y="204"/>
                    <a:pt x="14530" y="489"/>
                  </a:cubicBezTo>
                  <a:cubicBezTo>
                    <a:pt x="14530" y="733"/>
                    <a:pt x="14733" y="936"/>
                    <a:pt x="14977" y="936"/>
                  </a:cubicBezTo>
                  <a:cubicBezTo>
                    <a:pt x="15221" y="936"/>
                    <a:pt x="15425" y="733"/>
                    <a:pt x="15425" y="489"/>
                  </a:cubicBezTo>
                  <a:cubicBezTo>
                    <a:pt x="15425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3" y="204"/>
                    <a:pt x="15873" y="489"/>
                  </a:cubicBezTo>
                  <a:cubicBezTo>
                    <a:pt x="15873" y="733"/>
                    <a:pt x="16076" y="936"/>
                    <a:pt x="16320" y="936"/>
                  </a:cubicBezTo>
                  <a:cubicBezTo>
                    <a:pt x="16564" y="936"/>
                    <a:pt x="16768" y="733"/>
                    <a:pt x="16768" y="489"/>
                  </a:cubicBezTo>
                  <a:cubicBezTo>
                    <a:pt x="16768" y="204"/>
                    <a:pt x="16564" y="0"/>
                    <a:pt x="16320" y="0"/>
                  </a:cubicBezTo>
                  <a:close/>
                  <a:moveTo>
                    <a:pt x="367" y="1872"/>
                  </a:moveTo>
                  <a:cubicBezTo>
                    <a:pt x="163" y="1872"/>
                    <a:pt x="1" y="2035"/>
                    <a:pt x="1" y="2279"/>
                  </a:cubicBezTo>
                  <a:cubicBezTo>
                    <a:pt x="1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61" y="2483"/>
                    <a:pt x="2361" y="2279"/>
                  </a:cubicBezTo>
                  <a:cubicBezTo>
                    <a:pt x="2361" y="2035"/>
                    <a:pt x="2158" y="1872"/>
                    <a:pt x="1954" y="1872"/>
                  </a:cubicBezTo>
                  <a:close/>
                  <a:moveTo>
                    <a:pt x="3704" y="1872"/>
                  </a:moveTo>
                  <a:cubicBezTo>
                    <a:pt x="3501" y="1872"/>
                    <a:pt x="3338" y="2035"/>
                    <a:pt x="3338" y="2279"/>
                  </a:cubicBezTo>
                  <a:cubicBezTo>
                    <a:pt x="3338" y="2483"/>
                    <a:pt x="3501" y="2646"/>
                    <a:pt x="3704" y="2646"/>
                  </a:cubicBezTo>
                  <a:lnTo>
                    <a:pt x="7855" y="2646"/>
                  </a:lnTo>
                  <a:cubicBezTo>
                    <a:pt x="8059" y="2646"/>
                    <a:pt x="8222" y="2483"/>
                    <a:pt x="8222" y="2279"/>
                  </a:cubicBezTo>
                  <a:cubicBezTo>
                    <a:pt x="8222" y="2035"/>
                    <a:pt x="8059" y="1872"/>
                    <a:pt x="7855" y="1872"/>
                  </a:cubicBezTo>
                  <a:close/>
                  <a:moveTo>
                    <a:pt x="367" y="3663"/>
                  </a:moveTo>
                  <a:cubicBezTo>
                    <a:pt x="163" y="3663"/>
                    <a:pt x="1" y="3867"/>
                    <a:pt x="1" y="4070"/>
                  </a:cubicBezTo>
                  <a:cubicBezTo>
                    <a:pt x="1" y="4274"/>
                    <a:pt x="163" y="4436"/>
                    <a:pt x="367" y="4436"/>
                  </a:cubicBezTo>
                  <a:lnTo>
                    <a:pt x="1954" y="4436"/>
                  </a:lnTo>
                  <a:cubicBezTo>
                    <a:pt x="2158" y="4436"/>
                    <a:pt x="2361" y="4274"/>
                    <a:pt x="2361" y="4070"/>
                  </a:cubicBezTo>
                  <a:cubicBezTo>
                    <a:pt x="2361" y="3867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338" y="3867"/>
                    <a:pt x="3338" y="4070"/>
                  </a:cubicBezTo>
                  <a:cubicBezTo>
                    <a:pt x="3338" y="4274"/>
                    <a:pt x="3501" y="4436"/>
                    <a:pt x="3704" y="4436"/>
                  </a:cubicBezTo>
                  <a:lnTo>
                    <a:pt x="7855" y="4436"/>
                  </a:lnTo>
                  <a:cubicBezTo>
                    <a:pt x="8059" y="4436"/>
                    <a:pt x="8222" y="4274"/>
                    <a:pt x="8222" y="4070"/>
                  </a:cubicBezTo>
                  <a:cubicBezTo>
                    <a:pt x="8222" y="3867"/>
                    <a:pt x="8059" y="3663"/>
                    <a:pt x="7855" y="3663"/>
                  </a:cubicBezTo>
                  <a:close/>
                  <a:moveTo>
                    <a:pt x="9605" y="3622"/>
                  </a:moveTo>
                  <a:cubicBezTo>
                    <a:pt x="9361" y="3622"/>
                    <a:pt x="9158" y="3826"/>
                    <a:pt x="9158" y="4070"/>
                  </a:cubicBezTo>
                  <a:cubicBezTo>
                    <a:pt x="9158" y="4314"/>
                    <a:pt x="9361" y="4518"/>
                    <a:pt x="9605" y="4518"/>
                  </a:cubicBezTo>
                  <a:cubicBezTo>
                    <a:pt x="9849" y="4518"/>
                    <a:pt x="10053" y="4314"/>
                    <a:pt x="10053" y="4070"/>
                  </a:cubicBezTo>
                  <a:cubicBezTo>
                    <a:pt x="10053" y="3826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4" y="3622"/>
                    <a:pt x="10501" y="3826"/>
                    <a:pt x="10501" y="4070"/>
                  </a:cubicBezTo>
                  <a:cubicBezTo>
                    <a:pt x="10501" y="4314"/>
                    <a:pt x="10704" y="4518"/>
                    <a:pt x="10948" y="4518"/>
                  </a:cubicBezTo>
                  <a:cubicBezTo>
                    <a:pt x="11192" y="4518"/>
                    <a:pt x="11396" y="4314"/>
                    <a:pt x="11396" y="4070"/>
                  </a:cubicBezTo>
                  <a:cubicBezTo>
                    <a:pt x="11396" y="3826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7" y="3622"/>
                    <a:pt x="11844" y="3826"/>
                    <a:pt x="11844" y="4070"/>
                  </a:cubicBezTo>
                  <a:cubicBezTo>
                    <a:pt x="11844" y="4314"/>
                    <a:pt x="12047" y="4518"/>
                    <a:pt x="12291" y="4518"/>
                  </a:cubicBezTo>
                  <a:cubicBezTo>
                    <a:pt x="12535" y="4518"/>
                    <a:pt x="12739" y="4314"/>
                    <a:pt x="12739" y="4070"/>
                  </a:cubicBezTo>
                  <a:cubicBezTo>
                    <a:pt x="12739" y="3826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90" y="3622"/>
                    <a:pt x="13187" y="3826"/>
                    <a:pt x="13187" y="4070"/>
                  </a:cubicBezTo>
                  <a:cubicBezTo>
                    <a:pt x="13187" y="4314"/>
                    <a:pt x="13390" y="4518"/>
                    <a:pt x="13634" y="4518"/>
                  </a:cubicBezTo>
                  <a:cubicBezTo>
                    <a:pt x="13878" y="4518"/>
                    <a:pt x="14082" y="4314"/>
                    <a:pt x="14082" y="4070"/>
                  </a:cubicBezTo>
                  <a:cubicBezTo>
                    <a:pt x="14082" y="3826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3" y="3622"/>
                    <a:pt x="14530" y="3826"/>
                    <a:pt x="14530" y="4070"/>
                  </a:cubicBezTo>
                  <a:cubicBezTo>
                    <a:pt x="14530" y="4314"/>
                    <a:pt x="14733" y="4518"/>
                    <a:pt x="14977" y="4518"/>
                  </a:cubicBezTo>
                  <a:cubicBezTo>
                    <a:pt x="15221" y="4518"/>
                    <a:pt x="15425" y="4314"/>
                    <a:pt x="15425" y="4070"/>
                  </a:cubicBezTo>
                  <a:cubicBezTo>
                    <a:pt x="15425" y="3826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6" y="3622"/>
                    <a:pt x="15873" y="3826"/>
                    <a:pt x="15873" y="4070"/>
                  </a:cubicBezTo>
                  <a:cubicBezTo>
                    <a:pt x="15873" y="4314"/>
                    <a:pt x="16076" y="4518"/>
                    <a:pt x="16320" y="4518"/>
                  </a:cubicBezTo>
                  <a:cubicBezTo>
                    <a:pt x="16564" y="4518"/>
                    <a:pt x="16768" y="4314"/>
                    <a:pt x="16768" y="4070"/>
                  </a:cubicBezTo>
                  <a:cubicBezTo>
                    <a:pt x="16768" y="3826"/>
                    <a:pt x="16564" y="3622"/>
                    <a:pt x="16320" y="3622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57"/>
                    <a:pt x="1" y="5861"/>
                  </a:cubicBezTo>
                  <a:cubicBezTo>
                    <a:pt x="1" y="606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61" y="6064"/>
                    <a:pt x="2361" y="5861"/>
                  </a:cubicBezTo>
                  <a:cubicBezTo>
                    <a:pt x="2361" y="565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57"/>
                    <a:pt x="3338" y="5861"/>
                  </a:cubicBezTo>
                  <a:cubicBezTo>
                    <a:pt x="3338" y="6064"/>
                    <a:pt x="3501" y="6227"/>
                    <a:pt x="3704" y="6227"/>
                  </a:cubicBezTo>
                  <a:lnTo>
                    <a:pt x="7855" y="6227"/>
                  </a:lnTo>
                  <a:cubicBezTo>
                    <a:pt x="8059" y="6227"/>
                    <a:pt x="8222" y="6064"/>
                    <a:pt x="8222" y="5861"/>
                  </a:cubicBezTo>
                  <a:cubicBezTo>
                    <a:pt x="8222" y="5657"/>
                    <a:pt x="8059" y="5454"/>
                    <a:pt x="7855" y="5454"/>
                  </a:cubicBezTo>
                  <a:close/>
                  <a:moveTo>
                    <a:pt x="367" y="7285"/>
                  </a:moveTo>
                  <a:cubicBezTo>
                    <a:pt x="163" y="7285"/>
                    <a:pt x="1" y="7448"/>
                    <a:pt x="1" y="7651"/>
                  </a:cubicBezTo>
                  <a:cubicBezTo>
                    <a:pt x="1" y="7855"/>
                    <a:pt x="163" y="8058"/>
                    <a:pt x="367" y="8058"/>
                  </a:cubicBezTo>
                  <a:lnTo>
                    <a:pt x="1954" y="8058"/>
                  </a:lnTo>
                  <a:cubicBezTo>
                    <a:pt x="2158" y="8058"/>
                    <a:pt x="2361" y="7855"/>
                    <a:pt x="2361" y="7651"/>
                  </a:cubicBezTo>
                  <a:cubicBezTo>
                    <a:pt x="2361" y="7448"/>
                    <a:pt x="2158" y="7285"/>
                    <a:pt x="1954" y="7285"/>
                  </a:cubicBezTo>
                  <a:close/>
                  <a:moveTo>
                    <a:pt x="3704" y="7285"/>
                  </a:moveTo>
                  <a:cubicBezTo>
                    <a:pt x="3501" y="7285"/>
                    <a:pt x="3338" y="7448"/>
                    <a:pt x="3338" y="7651"/>
                  </a:cubicBezTo>
                  <a:cubicBezTo>
                    <a:pt x="3338" y="7855"/>
                    <a:pt x="3501" y="8058"/>
                    <a:pt x="3704" y="8058"/>
                  </a:cubicBezTo>
                  <a:lnTo>
                    <a:pt x="7855" y="8058"/>
                  </a:lnTo>
                  <a:cubicBezTo>
                    <a:pt x="8059" y="8058"/>
                    <a:pt x="8222" y="7855"/>
                    <a:pt x="8222" y="7651"/>
                  </a:cubicBezTo>
                  <a:cubicBezTo>
                    <a:pt x="8222" y="7448"/>
                    <a:pt x="8059" y="7285"/>
                    <a:pt x="7855" y="7285"/>
                  </a:cubicBezTo>
                  <a:close/>
                  <a:moveTo>
                    <a:pt x="14204" y="8791"/>
                  </a:moveTo>
                  <a:cubicBezTo>
                    <a:pt x="13960" y="8791"/>
                    <a:pt x="13756" y="8994"/>
                    <a:pt x="13756" y="9239"/>
                  </a:cubicBezTo>
                  <a:cubicBezTo>
                    <a:pt x="13756" y="9483"/>
                    <a:pt x="13960" y="9686"/>
                    <a:pt x="14204" y="9686"/>
                  </a:cubicBezTo>
                  <a:cubicBezTo>
                    <a:pt x="14448" y="9686"/>
                    <a:pt x="14652" y="9483"/>
                    <a:pt x="14652" y="9239"/>
                  </a:cubicBezTo>
                  <a:cubicBezTo>
                    <a:pt x="14652" y="8994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3" y="8791"/>
                    <a:pt x="15099" y="8994"/>
                    <a:pt x="15099" y="9239"/>
                  </a:cubicBezTo>
                  <a:cubicBezTo>
                    <a:pt x="15099" y="9483"/>
                    <a:pt x="15303" y="9686"/>
                    <a:pt x="15547" y="9686"/>
                  </a:cubicBezTo>
                  <a:cubicBezTo>
                    <a:pt x="15791" y="9686"/>
                    <a:pt x="15995" y="9483"/>
                    <a:pt x="15995" y="9239"/>
                  </a:cubicBezTo>
                  <a:cubicBezTo>
                    <a:pt x="15995" y="8994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6" y="8791"/>
                    <a:pt x="16442" y="8994"/>
                    <a:pt x="16442" y="9239"/>
                  </a:cubicBezTo>
                  <a:cubicBezTo>
                    <a:pt x="16442" y="9483"/>
                    <a:pt x="16646" y="9686"/>
                    <a:pt x="16890" y="9686"/>
                  </a:cubicBezTo>
                  <a:cubicBezTo>
                    <a:pt x="17134" y="9686"/>
                    <a:pt x="17338" y="9483"/>
                    <a:pt x="17338" y="9239"/>
                  </a:cubicBezTo>
                  <a:cubicBezTo>
                    <a:pt x="17338" y="8994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9" y="8791"/>
                    <a:pt x="17785" y="8994"/>
                    <a:pt x="17785" y="9239"/>
                  </a:cubicBezTo>
                  <a:cubicBezTo>
                    <a:pt x="17785" y="9483"/>
                    <a:pt x="17989" y="9686"/>
                    <a:pt x="18233" y="9686"/>
                  </a:cubicBezTo>
                  <a:cubicBezTo>
                    <a:pt x="18477" y="9686"/>
                    <a:pt x="18681" y="9483"/>
                    <a:pt x="18681" y="9239"/>
                  </a:cubicBezTo>
                  <a:cubicBezTo>
                    <a:pt x="18681" y="8994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2" y="8791"/>
                    <a:pt x="19128" y="8994"/>
                    <a:pt x="19128" y="9239"/>
                  </a:cubicBezTo>
                  <a:cubicBezTo>
                    <a:pt x="19128" y="9483"/>
                    <a:pt x="19332" y="9686"/>
                    <a:pt x="19576" y="9686"/>
                  </a:cubicBezTo>
                  <a:cubicBezTo>
                    <a:pt x="19820" y="9686"/>
                    <a:pt x="20024" y="9483"/>
                    <a:pt x="20024" y="9239"/>
                  </a:cubicBezTo>
                  <a:cubicBezTo>
                    <a:pt x="20024" y="8994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5" y="8791"/>
                    <a:pt x="20471" y="8994"/>
                    <a:pt x="20471" y="9239"/>
                  </a:cubicBezTo>
                  <a:cubicBezTo>
                    <a:pt x="20471" y="9483"/>
                    <a:pt x="20675" y="9686"/>
                    <a:pt x="20919" y="9686"/>
                  </a:cubicBezTo>
                  <a:cubicBezTo>
                    <a:pt x="21163" y="9686"/>
                    <a:pt x="21367" y="9483"/>
                    <a:pt x="21367" y="9239"/>
                  </a:cubicBezTo>
                  <a:cubicBezTo>
                    <a:pt x="21367" y="8994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1" y="9239"/>
                    <a:pt x="1" y="9442"/>
                  </a:cubicBezTo>
                  <a:cubicBezTo>
                    <a:pt x="1" y="9646"/>
                    <a:pt x="163" y="9849"/>
                    <a:pt x="367" y="9849"/>
                  </a:cubicBezTo>
                  <a:lnTo>
                    <a:pt x="1954" y="9849"/>
                  </a:lnTo>
                  <a:cubicBezTo>
                    <a:pt x="2158" y="9849"/>
                    <a:pt x="2361" y="9646"/>
                    <a:pt x="2361" y="9442"/>
                  </a:cubicBezTo>
                  <a:cubicBezTo>
                    <a:pt x="2361" y="9239"/>
                    <a:pt x="2158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5" y="9076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69" y="9849"/>
                  </a:cubicBezTo>
                  <a:lnTo>
                    <a:pt x="12780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1" y="11029"/>
                    <a:pt x="1" y="11233"/>
                  </a:cubicBezTo>
                  <a:cubicBezTo>
                    <a:pt x="1" y="11477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61" y="11477"/>
                    <a:pt x="2361" y="11233"/>
                  </a:cubicBezTo>
                  <a:cubicBezTo>
                    <a:pt x="2361" y="11029"/>
                    <a:pt x="2158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5" y="10867"/>
                    <a:pt x="8262" y="11029"/>
                    <a:pt x="8262" y="11233"/>
                  </a:cubicBezTo>
                  <a:cubicBezTo>
                    <a:pt x="8262" y="11477"/>
                    <a:pt x="8425" y="11640"/>
                    <a:pt x="8669" y="11640"/>
                  </a:cubicBezTo>
                  <a:lnTo>
                    <a:pt x="12780" y="11640"/>
                  </a:lnTo>
                  <a:cubicBezTo>
                    <a:pt x="12983" y="11640"/>
                    <a:pt x="13146" y="11477"/>
                    <a:pt x="13146" y="11233"/>
                  </a:cubicBezTo>
                  <a:cubicBezTo>
                    <a:pt x="13146" y="11029"/>
                    <a:pt x="12983" y="10867"/>
                    <a:pt x="12780" y="10867"/>
                  </a:cubicBezTo>
                  <a:close/>
                  <a:moveTo>
                    <a:pt x="14204" y="12494"/>
                  </a:moveTo>
                  <a:cubicBezTo>
                    <a:pt x="13960" y="12494"/>
                    <a:pt x="13756" y="12698"/>
                    <a:pt x="13756" y="12942"/>
                  </a:cubicBezTo>
                  <a:cubicBezTo>
                    <a:pt x="13756" y="13186"/>
                    <a:pt x="13960" y="13390"/>
                    <a:pt x="14204" y="13390"/>
                  </a:cubicBezTo>
                  <a:cubicBezTo>
                    <a:pt x="14448" y="13390"/>
                    <a:pt x="14652" y="13186"/>
                    <a:pt x="14652" y="12942"/>
                  </a:cubicBezTo>
                  <a:cubicBezTo>
                    <a:pt x="14652" y="12698"/>
                    <a:pt x="14448" y="12494"/>
                    <a:pt x="14204" y="12494"/>
                  </a:cubicBezTo>
                  <a:close/>
                  <a:moveTo>
                    <a:pt x="15547" y="12494"/>
                  </a:moveTo>
                  <a:cubicBezTo>
                    <a:pt x="15303" y="12494"/>
                    <a:pt x="15099" y="12698"/>
                    <a:pt x="15099" y="12942"/>
                  </a:cubicBezTo>
                  <a:cubicBezTo>
                    <a:pt x="15099" y="13186"/>
                    <a:pt x="15303" y="13390"/>
                    <a:pt x="15547" y="13390"/>
                  </a:cubicBezTo>
                  <a:cubicBezTo>
                    <a:pt x="15791" y="13390"/>
                    <a:pt x="15995" y="13186"/>
                    <a:pt x="15995" y="12942"/>
                  </a:cubicBezTo>
                  <a:cubicBezTo>
                    <a:pt x="15995" y="12698"/>
                    <a:pt x="15791" y="12494"/>
                    <a:pt x="15547" y="12494"/>
                  </a:cubicBezTo>
                  <a:close/>
                  <a:moveTo>
                    <a:pt x="16890" y="12494"/>
                  </a:moveTo>
                  <a:cubicBezTo>
                    <a:pt x="16646" y="12494"/>
                    <a:pt x="16442" y="12698"/>
                    <a:pt x="16442" y="12942"/>
                  </a:cubicBezTo>
                  <a:cubicBezTo>
                    <a:pt x="16442" y="13186"/>
                    <a:pt x="16646" y="13390"/>
                    <a:pt x="16890" y="13390"/>
                  </a:cubicBezTo>
                  <a:cubicBezTo>
                    <a:pt x="17134" y="13390"/>
                    <a:pt x="17338" y="13186"/>
                    <a:pt x="17338" y="12942"/>
                  </a:cubicBezTo>
                  <a:cubicBezTo>
                    <a:pt x="17338" y="12698"/>
                    <a:pt x="17134" y="12494"/>
                    <a:pt x="16890" y="12494"/>
                  </a:cubicBezTo>
                  <a:close/>
                  <a:moveTo>
                    <a:pt x="18233" y="12494"/>
                  </a:moveTo>
                  <a:cubicBezTo>
                    <a:pt x="17989" y="12494"/>
                    <a:pt x="17785" y="12698"/>
                    <a:pt x="17785" y="12942"/>
                  </a:cubicBezTo>
                  <a:cubicBezTo>
                    <a:pt x="17785" y="13186"/>
                    <a:pt x="17989" y="13390"/>
                    <a:pt x="18233" y="13390"/>
                  </a:cubicBezTo>
                  <a:cubicBezTo>
                    <a:pt x="18477" y="13390"/>
                    <a:pt x="18681" y="13186"/>
                    <a:pt x="18681" y="12942"/>
                  </a:cubicBezTo>
                  <a:cubicBezTo>
                    <a:pt x="18681" y="12698"/>
                    <a:pt x="18477" y="12494"/>
                    <a:pt x="18233" y="12494"/>
                  </a:cubicBezTo>
                  <a:close/>
                  <a:moveTo>
                    <a:pt x="19576" y="12494"/>
                  </a:moveTo>
                  <a:cubicBezTo>
                    <a:pt x="19332" y="12494"/>
                    <a:pt x="19128" y="12698"/>
                    <a:pt x="19128" y="12942"/>
                  </a:cubicBezTo>
                  <a:cubicBezTo>
                    <a:pt x="19128" y="13186"/>
                    <a:pt x="19332" y="13390"/>
                    <a:pt x="19576" y="13390"/>
                  </a:cubicBezTo>
                  <a:cubicBezTo>
                    <a:pt x="19820" y="13390"/>
                    <a:pt x="20024" y="13186"/>
                    <a:pt x="20024" y="12942"/>
                  </a:cubicBezTo>
                  <a:cubicBezTo>
                    <a:pt x="20024" y="12698"/>
                    <a:pt x="19820" y="12494"/>
                    <a:pt x="19576" y="12494"/>
                  </a:cubicBezTo>
                  <a:close/>
                  <a:moveTo>
                    <a:pt x="20919" y="12494"/>
                  </a:moveTo>
                  <a:cubicBezTo>
                    <a:pt x="20675" y="12494"/>
                    <a:pt x="20471" y="12698"/>
                    <a:pt x="20471" y="12942"/>
                  </a:cubicBezTo>
                  <a:cubicBezTo>
                    <a:pt x="20471" y="13186"/>
                    <a:pt x="20675" y="13390"/>
                    <a:pt x="20919" y="13390"/>
                  </a:cubicBezTo>
                  <a:cubicBezTo>
                    <a:pt x="21163" y="13390"/>
                    <a:pt x="21367" y="13186"/>
                    <a:pt x="21367" y="12942"/>
                  </a:cubicBezTo>
                  <a:cubicBezTo>
                    <a:pt x="21367" y="12698"/>
                    <a:pt x="21163" y="12494"/>
                    <a:pt x="20919" y="12494"/>
                  </a:cubicBezTo>
                  <a:close/>
                  <a:moveTo>
                    <a:pt x="367" y="12657"/>
                  </a:moveTo>
                  <a:cubicBezTo>
                    <a:pt x="163" y="12657"/>
                    <a:pt x="1" y="12820"/>
                    <a:pt x="1" y="13064"/>
                  </a:cubicBezTo>
                  <a:cubicBezTo>
                    <a:pt x="1" y="13268"/>
                    <a:pt x="163" y="13430"/>
                    <a:pt x="367" y="13430"/>
                  </a:cubicBezTo>
                  <a:lnTo>
                    <a:pt x="1954" y="13430"/>
                  </a:lnTo>
                  <a:cubicBezTo>
                    <a:pt x="2158" y="13430"/>
                    <a:pt x="2361" y="13268"/>
                    <a:pt x="2361" y="13064"/>
                  </a:cubicBezTo>
                  <a:cubicBezTo>
                    <a:pt x="2361" y="12820"/>
                    <a:pt x="2158" y="12657"/>
                    <a:pt x="1954" y="12657"/>
                  </a:cubicBezTo>
                  <a:close/>
                  <a:moveTo>
                    <a:pt x="8669" y="12657"/>
                  </a:moveTo>
                  <a:cubicBezTo>
                    <a:pt x="8425" y="12657"/>
                    <a:pt x="8262" y="12820"/>
                    <a:pt x="8262" y="13064"/>
                  </a:cubicBezTo>
                  <a:cubicBezTo>
                    <a:pt x="8262" y="13268"/>
                    <a:pt x="8425" y="13430"/>
                    <a:pt x="8669" y="13430"/>
                  </a:cubicBezTo>
                  <a:lnTo>
                    <a:pt x="12780" y="13430"/>
                  </a:lnTo>
                  <a:cubicBezTo>
                    <a:pt x="12983" y="13430"/>
                    <a:pt x="13146" y="13268"/>
                    <a:pt x="13146" y="13064"/>
                  </a:cubicBezTo>
                  <a:cubicBezTo>
                    <a:pt x="13146" y="12820"/>
                    <a:pt x="12983" y="12657"/>
                    <a:pt x="12780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3" name="Google Shape;2113;p35"/>
            <p:cNvSpPr/>
            <p:nvPr/>
          </p:nvSpPr>
          <p:spPr>
            <a:xfrm>
              <a:off x="2692850" y="3672950"/>
              <a:ext cx="551450" cy="352075"/>
            </a:xfrm>
            <a:custGeom>
              <a:rect b="b" l="l" r="r" t="t"/>
              <a:pathLst>
                <a:path extrusionOk="0" h="14083" w="22058">
                  <a:moveTo>
                    <a:pt x="2279" y="733"/>
                  </a:moveTo>
                  <a:lnTo>
                    <a:pt x="2320" y="815"/>
                  </a:lnTo>
                  <a:lnTo>
                    <a:pt x="2279" y="855"/>
                  </a:lnTo>
                  <a:lnTo>
                    <a:pt x="692" y="855"/>
                  </a:lnTo>
                  <a:lnTo>
                    <a:pt x="651" y="815"/>
                  </a:lnTo>
                  <a:lnTo>
                    <a:pt x="692" y="733"/>
                  </a:lnTo>
                  <a:close/>
                  <a:moveTo>
                    <a:pt x="8180" y="733"/>
                  </a:moveTo>
                  <a:lnTo>
                    <a:pt x="8221" y="815"/>
                  </a:lnTo>
                  <a:lnTo>
                    <a:pt x="8180" y="855"/>
                  </a:lnTo>
                  <a:lnTo>
                    <a:pt x="4029" y="855"/>
                  </a:lnTo>
                  <a:lnTo>
                    <a:pt x="3988" y="815"/>
                  </a:lnTo>
                  <a:lnTo>
                    <a:pt x="4029" y="733"/>
                  </a:lnTo>
                  <a:close/>
                  <a:moveTo>
                    <a:pt x="9930" y="693"/>
                  </a:moveTo>
                  <a:cubicBezTo>
                    <a:pt x="9971" y="693"/>
                    <a:pt x="10012" y="733"/>
                    <a:pt x="10012" y="815"/>
                  </a:cubicBezTo>
                  <a:cubicBezTo>
                    <a:pt x="10012" y="855"/>
                    <a:pt x="9971" y="896"/>
                    <a:pt x="9930" y="896"/>
                  </a:cubicBezTo>
                  <a:lnTo>
                    <a:pt x="9808" y="815"/>
                  </a:lnTo>
                  <a:lnTo>
                    <a:pt x="9930" y="693"/>
                  </a:lnTo>
                  <a:close/>
                  <a:moveTo>
                    <a:pt x="11273" y="693"/>
                  </a:moveTo>
                  <a:cubicBezTo>
                    <a:pt x="11314" y="693"/>
                    <a:pt x="11355" y="733"/>
                    <a:pt x="11355" y="815"/>
                  </a:cubicBezTo>
                  <a:cubicBezTo>
                    <a:pt x="11355" y="855"/>
                    <a:pt x="11314" y="896"/>
                    <a:pt x="11273" y="896"/>
                  </a:cubicBezTo>
                  <a:lnTo>
                    <a:pt x="11151" y="815"/>
                  </a:lnTo>
                  <a:lnTo>
                    <a:pt x="11273" y="693"/>
                  </a:lnTo>
                  <a:close/>
                  <a:moveTo>
                    <a:pt x="12616" y="693"/>
                  </a:moveTo>
                  <a:cubicBezTo>
                    <a:pt x="12657" y="693"/>
                    <a:pt x="12738" y="733"/>
                    <a:pt x="12738" y="815"/>
                  </a:cubicBezTo>
                  <a:cubicBezTo>
                    <a:pt x="12738" y="855"/>
                    <a:pt x="12657" y="896"/>
                    <a:pt x="12616" y="896"/>
                  </a:cubicBezTo>
                  <a:lnTo>
                    <a:pt x="12494" y="815"/>
                  </a:lnTo>
                  <a:lnTo>
                    <a:pt x="12616" y="693"/>
                  </a:lnTo>
                  <a:close/>
                  <a:moveTo>
                    <a:pt x="13959" y="693"/>
                  </a:moveTo>
                  <a:lnTo>
                    <a:pt x="14081" y="815"/>
                  </a:lnTo>
                  <a:lnTo>
                    <a:pt x="13959" y="896"/>
                  </a:lnTo>
                  <a:cubicBezTo>
                    <a:pt x="13878" y="896"/>
                    <a:pt x="13837" y="855"/>
                    <a:pt x="13837" y="815"/>
                  </a:cubicBezTo>
                  <a:cubicBezTo>
                    <a:pt x="13837" y="733"/>
                    <a:pt x="13878" y="693"/>
                    <a:pt x="13959" y="693"/>
                  </a:cubicBezTo>
                  <a:close/>
                  <a:moveTo>
                    <a:pt x="15302" y="693"/>
                  </a:moveTo>
                  <a:lnTo>
                    <a:pt x="15424" y="815"/>
                  </a:lnTo>
                  <a:lnTo>
                    <a:pt x="15302" y="896"/>
                  </a:lnTo>
                  <a:cubicBezTo>
                    <a:pt x="15262" y="896"/>
                    <a:pt x="15180" y="855"/>
                    <a:pt x="15180" y="815"/>
                  </a:cubicBezTo>
                  <a:cubicBezTo>
                    <a:pt x="15180" y="733"/>
                    <a:pt x="15262" y="693"/>
                    <a:pt x="15302" y="693"/>
                  </a:cubicBezTo>
                  <a:close/>
                  <a:moveTo>
                    <a:pt x="16645" y="693"/>
                  </a:moveTo>
                  <a:lnTo>
                    <a:pt x="16767" y="815"/>
                  </a:lnTo>
                  <a:lnTo>
                    <a:pt x="16645" y="896"/>
                  </a:lnTo>
                  <a:cubicBezTo>
                    <a:pt x="16605" y="896"/>
                    <a:pt x="16523" y="855"/>
                    <a:pt x="16523" y="815"/>
                  </a:cubicBezTo>
                  <a:cubicBezTo>
                    <a:pt x="16523" y="733"/>
                    <a:pt x="16605" y="693"/>
                    <a:pt x="16645" y="693"/>
                  </a:cubicBezTo>
                  <a:close/>
                  <a:moveTo>
                    <a:pt x="692" y="82"/>
                  </a:moveTo>
                  <a:cubicBezTo>
                    <a:pt x="326" y="82"/>
                    <a:pt x="0" y="408"/>
                    <a:pt x="0" y="815"/>
                  </a:cubicBezTo>
                  <a:cubicBezTo>
                    <a:pt x="0" y="1181"/>
                    <a:pt x="326" y="1507"/>
                    <a:pt x="692" y="1507"/>
                  </a:cubicBezTo>
                  <a:lnTo>
                    <a:pt x="2279" y="1507"/>
                  </a:lnTo>
                  <a:cubicBezTo>
                    <a:pt x="2686" y="1507"/>
                    <a:pt x="3012" y="1181"/>
                    <a:pt x="3012" y="815"/>
                  </a:cubicBezTo>
                  <a:cubicBezTo>
                    <a:pt x="3012" y="408"/>
                    <a:pt x="2686" y="82"/>
                    <a:pt x="2279" y="82"/>
                  </a:cubicBezTo>
                  <a:close/>
                  <a:moveTo>
                    <a:pt x="4029" y="82"/>
                  </a:moveTo>
                  <a:cubicBezTo>
                    <a:pt x="3622" y="82"/>
                    <a:pt x="3297" y="408"/>
                    <a:pt x="3297" y="815"/>
                  </a:cubicBezTo>
                  <a:cubicBezTo>
                    <a:pt x="3297" y="1181"/>
                    <a:pt x="3622" y="1507"/>
                    <a:pt x="4029" y="1507"/>
                  </a:cubicBezTo>
                  <a:lnTo>
                    <a:pt x="8180" y="1507"/>
                  </a:lnTo>
                  <a:cubicBezTo>
                    <a:pt x="8547" y="1507"/>
                    <a:pt x="8872" y="1181"/>
                    <a:pt x="8872" y="815"/>
                  </a:cubicBezTo>
                  <a:cubicBezTo>
                    <a:pt x="8872" y="408"/>
                    <a:pt x="8547" y="82"/>
                    <a:pt x="8180" y="82"/>
                  </a:cubicBezTo>
                  <a:close/>
                  <a:moveTo>
                    <a:pt x="9930" y="1"/>
                  </a:moveTo>
                  <a:cubicBezTo>
                    <a:pt x="9483" y="1"/>
                    <a:pt x="9116" y="367"/>
                    <a:pt x="9116" y="815"/>
                  </a:cubicBezTo>
                  <a:cubicBezTo>
                    <a:pt x="9116" y="1222"/>
                    <a:pt x="9483" y="1588"/>
                    <a:pt x="9930" y="1588"/>
                  </a:cubicBezTo>
                  <a:cubicBezTo>
                    <a:pt x="10194" y="1588"/>
                    <a:pt x="10441" y="1434"/>
                    <a:pt x="10582" y="1214"/>
                  </a:cubicBezTo>
                  <a:lnTo>
                    <a:pt x="10582" y="1214"/>
                  </a:lnTo>
                  <a:cubicBezTo>
                    <a:pt x="10726" y="1434"/>
                    <a:pt x="10983" y="1588"/>
                    <a:pt x="11273" y="1588"/>
                  </a:cubicBezTo>
                  <a:cubicBezTo>
                    <a:pt x="11537" y="1588"/>
                    <a:pt x="11784" y="1434"/>
                    <a:pt x="11925" y="1214"/>
                  </a:cubicBezTo>
                  <a:lnTo>
                    <a:pt x="11925" y="1214"/>
                  </a:lnTo>
                  <a:cubicBezTo>
                    <a:pt x="12069" y="1434"/>
                    <a:pt x="12326" y="1588"/>
                    <a:pt x="12616" y="1588"/>
                  </a:cubicBezTo>
                  <a:cubicBezTo>
                    <a:pt x="12914" y="1588"/>
                    <a:pt x="13158" y="1426"/>
                    <a:pt x="13288" y="1197"/>
                  </a:cubicBezTo>
                  <a:lnTo>
                    <a:pt x="13288" y="1197"/>
                  </a:lnTo>
                  <a:cubicBezTo>
                    <a:pt x="13418" y="1426"/>
                    <a:pt x="13661" y="1588"/>
                    <a:pt x="13959" y="1588"/>
                  </a:cubicBezTo>
                  <a:cubicBezTo>
                    <a:pt x="14257" y="1588"/>
                    <a:pt x="14501" y="1426"/>
                    <a:pt x="14631" y="1197"/>
                  </a:cubicBezTo>
                  <a:lnTo>
                    <a:pt x="14631" y="1197"/>
                  </a:lnTo>
                  <a:cubicBezTo>
                    <a:pt x="14761" y="1426"/>
                    <a:pt x="15004" y="1588"/>
                    <a:pt x="15302" y="1588"/>
                  </a:cubicBezTo>
                  <a:cubicBezTo>
                    <a:pt x="15600" y="1588"/>
                    <a:pt x="15844" y="1426"/>
                    <a:pt x="15974" y="1197"/>
                  </a:cubicBezTo>
                  <a:lnTo>
                    <a:pt x="15974" y="1197"/>
                  </a:lnTo>
                  <a:cubicBezTo>
                    <a:pt x="16104" y="1426"/>
                    <a:pt x="16347" y="1588"/>
                    <a:pt x="16645" y="1588"/>
                  </a:cubicBezTo>
                  <a:cubicBezTo>
                    <a:pt x="17093" y="1588"/>
                    <a:pt x="17459" y="1222"/>
                    <a:pt x="17459" y="815"/>
                  </a:cubicBezTo>
                  <a:cubicBezTo>
                    <a:pt x="17459" y="367"/>
                    <a:pt x="17093" y="1"/>
                    <a:pt x="16645" y="1"/>
                  </a:cubicBezTo>
                  <a:cubicBezTo>
                    <a:pt x="16347" y="1"/>
                    <a:pt x="16104" y="163"/>
                    <a:pt x="15974" y="403"/>
                  </a:cubicBezTo>
                  <a:lnTo>
                    <a:pt x="15974" y="403"/>
                  </a:lnTo>
                  <a:cubicBezTo>
                    <a:pt x="15844" y="163"/>
                    <a:pt x="15600" y="1"/>
                    <a:pt x="15302" y="1"/>
                  </a:cubicBezTo>
                  <a:cubicBezTo>
                    <a:pt x="15004" y="1"/>
                    <a:pt x="14761" y="163"/>
                    <a:pt x="14631" y="403"/>
                  </a:cubicBezTo>
                  <a:lnTo>
                    <a:pt x="14631" y="403"/>
                  </a:lnTo>
                  <a:cubicBezTo>
                    <a:pt x="14501" y="163"/>
                    <a:pt x="14257" y="1"/>
                    <a:pt x="13959" y="1"/>
                  </a:cubicBezTo>
                  <a:cubicBezTo>
                    <a:pt x="13661" y="1"/>
                    <a:pt x="13418" y="163"/>
                    <a:pt x="13288" y="403"/>
                  </a:cubicBezTo>
                  <a:lnTo>
                    <a:pt x="13288" y="403"/>
                  </a:lnTo>
                  <a:cubicBezTo>
                    <a:pt x="13158" y="163"/>
                    <a:pt x="12914" y="1"/>
                    <a:pt x="12616" y="1"/>
                  </a:cubicBezTo>
                  <a:cubicBezTo>
                    <a:pt x="12326" y="1"/>
                    <a:pt x="12069" y="155"/>
                    <a:pt x="11925" y="386"/>
                  </a:cubicBezTo>
                  <a:lnTo>
                    <a:pt x="11925" y="386"/>
                  </a:lnTo>
                  <a:cubicBezTo>
                    <a:pt x="11784" y="155"/>
                    <a:pt x="11537" y="1"/>
                    <a:pt x="11273" y="1"/>
                  </a:cubicBezTo>
                  <a:cubicBezTo>
                    <a:pt x="10983" y="1"/>
                    <a:pt x="10726" y="155"/>
                    <a:pt x="10582" y="386"/>
                  </a:cubicBezTo>
                  <a:lnTo>
                    <a:pt x="10582" y="386"/>
                  </a:lnTo>
                  <a:cubicBezTo>
                    <a:pt x="10441" y="155"/>
                    <a:pt x="10194" y="1"/>
                    <a:pt x="9930" y="1"/>
                  </a:cubicBezTo>
                  <a:close/>
                  <a:moveTo>
                    <a:pt x="2279" y="2524"/>
                  </a:moveTo>
                  <a:lnTo>
                    <a:pt x="2320" y="2605"/>
                  </a:lnTo>
                  <a:lnTo>
                    <a:pt x="2279" y="2646"/>
                  </a:lnTo>
                  <a:lnTo>
                    <a:pt x="692" y="2646"/>
                  </a:lnTo>
                  <a:lnTo>
                    <a:pt x="651" y="2605"/>
                  </a:lnTo>
                  <a:lnTo>
                    <a:pt x="692" y="2524"/>
                  </a:lnTo>
                  <a:close/>
                  <a:moveTo>
                    <a:pt x="8180" y="2524"/>
                  </a:moveTo>
                  <a:lnTo>
                    <a:pt x="8221" y="2605"/>
                  </a:lnTo>
                  <a:lnTo>
                    <a:pt x="8180" y="2646"/>
                  </a:lnTo>
                  <a:lnTo>
                    <a:pt x="4029" y="2646"/>
                  </a:lnTo>
                  <a:lnTo>
                    <a:pt x="3988" y="2605"/>
                  </a:lnTo>
                  <a:lnTo>
                    <a:pt x="4029" y="2524"/>
                  </a:lnTo>
                  <a:close/>
                  <a:moveTo>
                    <a:pt x="692" y="1873"/>
                  </a:moveTo>
                  <a:cubicBezTo>
                    <a:pt x="326" y="1873"/>
                    <a:pt x="0" y="2198"/>
                    <a:pt x="0" y="2605"/>
                  </a:cubicBezTo>
                  <a:cubicBezTo>
                    <a:pt x="0" y="3012"/>
                    <a:pt x="326" y="3338"/>
                    <a:pt x="692" y="3338"/>
                  </a:cubicBezTo>
                  <a:lnTo>
                    <a:pt x="2279" y="3338"/>
                  </a:lnTo>
                  <a:cubicBezTo>
                    <a:pt x="2686" y="3297"/>
                    <a:pt x="3012" y="3012"/>
                    <a:pt x="3012" y="2605"/>
                  </a:cubicBezTo>
                  <a:cubicBezTo>
                    <a:pt x="3012" y="2198"/>
                    <a:pt x="2686" y="1873"/>
                    <a:pt x="2279" y="1873"/>
                  </a:cubicBezTo>
                  <a:close/>
                  <a:moveTo>
                    <a:pt x="4029" y="1873"/>
                  </a:moveTo>
                  <a:cubicBezTo>
                    <a:pt x="3622" y="1873"/>
                    <a:pt x="3297" y="2198"/>
                    <a:pt x="3297" y="2605"/>
                  </a:cubicBezTo>
                  <a:cubicBezTo>
                    <a:pt x="3297" y="3012"/>
                    <a:pt x="3622" y="3297"/>
                    <a:pt x="4029" y="3338"/>
                  </a:cubicBezTo>
                  <a:lnTo>
                    <a:pt x="8180" y="3338"/>
                  </a:lnTo>
                  <a:cubicBezTo>
                    <a:pt x="8547" y="3297"/>
                    <a:pt x="8872" y="3012"/>
                    <a:pt x="8872" y="2605"/>
                  </a:cubicBezTo>
                  <a:cubicBezTo>
                    <a:pt x="8872" y="2198"/>
                    <a:pt x="8547" y="1873"/>
                    <a:pt x="8180" y="1873"/>
                  </a:cubicBezTo>
                  <a:close/>
                  <a:moveTo>
                    <a:pt x="2279" y="4355"/>
                  </a:moveTo>
                  <a:lnTo>
                    <a:pt x="2320" y="4396"/>
                  </a:lnTo>
                  <a:lnTo>
                    <a:pt x="2279" y="4437"/>
                  </a:lnTo>
                  <a:lnTo>
                    <a:pt x="692" y="4437"/>
                  </a:lnTo>
                  <a:lnTo>
                    <a:pt x="651" y="4396"/>
                  </a:lnTo>
                  <a:lnTo>
                    <a:pt x="692" y="4355"/>
                  </a:lnTo>
                  <a:close/>
                  <a:moveTo>
                    <a:pt x="8180" y="4355"/>
                  </a:moveTo>
                  <a:lnTo>
                    <a:pt x="8221" y="4396"/>
                  </a:lnTo>
                  <a:lnTo>
                    <a:pt x="8180" y="4437"/>
                  </a:lnTo>
                  <a:lnTo>
                    <a:pt x="4029" y="4437"/>
                  </a:lnTo>
                  <a:lnTo>
                    <a:pt x="3988" y="4396"/>
                  </a:lnTo>
                  <a:lnTo>
                    <a:pt x="4029" y="4355"/>
                  </a:lnTo>
                  <a:close/>
                  <a:moveTo>
                    <a:pt x="9930" y="4274"/>
                  </a:moveTo>
                  <a:cubicBezTo>
                    <a:pt x="9971" y="4274"/>
                    <a:pt x="10012" y="4315"/>
                    <a:pt x="10012" y="4396"/>
                  </a:cubicBezTo>
                  <a:cubicBezTo>
                    <a:pt x="10012" y="4437"/>
                    <a:pt x="9971" y="4478"/>
                    <a:pt x="9930" y="4478"/>
                  </a:cubicBezTo>
                  <a:lnTo>
                    <a:pt x="9808" y="4396"/>
                  </a:lnTo>
                  <a:lnTo>
                    <a:pt x="9930" y="4274"/>
                  </a:lnTo>
                  <a:close/>
                  <a:moveTo>
                    <a:pt x="11273" y="4274"/>
                  </a:moveTo>
                  <a:cubicBezTo>
                    <a:pt x="11314" y="4274"/>
                    <a:pt x="11355" y="4315"/>
                    <a:pt x="11355" y="4396"/>
                  </a:cubicBezTo>
                  <a:cubicBezTo>
                    <a:pt x="11355" y="4437"/>
                    <a:pt x="11314" y="4478"/>
                    <a:pt x="11273" y="4478"/>
                  </a:cubicBezTo>
                  <a:lnTo>
                    <a:pt x="11151" y="4396"/>
                  </a:lnTo>
                  <a:lnTo>
                    <a:pt x="11273" y="4274"/>
                  </a:lnTo>
                  <a:close/>
                  <a:moveTo>
                    <a:pt x="12616" y="4274"/>
                  </a:moveTo>
                  <a:cubicBezTo>
                    <a:pt x="12657" y="4274"/>
                    <a:pt x="12738" y="4315"/>
                    <a:pt x="12738" y="4396"/>
                  </a:cubicBezTo>
                  <a:cubicBezTo>
                    <a:pt x="12738" y="4437"/>
                    <a:pt x="12657" y="4478"/>
                    <a:pt x="12616" y="4478"/>
                  </a:cubicBezTo>
                  <a:lnTo>
                    <a:pt x="12494" y="4396"/>
                  </a:lnTo>
                  <a:lnTo>
                    <a:pt x="12616" y="4274"/>
                  </a:lnTo>
                  <a:close/>
                  <a:moveTo>
                    <a:pt x="13959" y="4274"/>
                  </a:moveTo>
                  <a:lnTo>
                    <a:pt x="14081" y="4396"/>
                  </a:lnTo>
                  <a:lnTo>
                    <a:pt x="13959" y="4478"/>
                  </a:lnTo>
                  <a:cubicBezTo>
                    <a:pt x="13878" y="4478"/>
                    <a:pt x="13837" y="4437"/>
                    <a:pt x="13837" y="4396"/>
                  </a:cubicBezTo>
                  <a:cubicBezTo>
                    <a:pt x="13837" y="4315"/>
                    <a:pt x="13878" y="4274"/>
                    <a:pt x="13959" y="4274"/>
                  </a:cubicBezTo>
                  <a:close/>
                  <a:moveTo>
                    <a:pt x="15302" y="4274"/>
                  </a:moveTo>
                  <a:lnTo>
                    <a:pt x="15424" y="4396"/>
                  </a:lnTo>
                  <a:lnTo>
                    <a:pt x="15302" y="4478"/>
                  </a:lnTo>
                  <a:cubicBezTo>
                    <a:pt x="15262" y="4478"/>
                    <a:pt x="15180" y="4437"/>
                    <a:pt x="15180" y="4396"/>
                  </a:cubicBezTo>
                  <a:cubicBezTo>
                    <a:pt x="15180" y="4315"/>
                    <a:pt x="15262" y="4274"/>
                    <a:pt x="15302" y="4274"/>
                  </a:cubicBezTo>
                  <a:close/>
                  <a:moveTo>
                    <a:pt x="16645" y="4274"/>
                  </a:moveTo>
                  <a:lnTo>
                    <a:pt x="16767" y="4396"/>
                  </a:lnTo>
                  <a:lnTo>
                    <a:pt x="16645" y="4478"/>
                  </a:lnTo>
                  <a:cubicBezTo>
                    <a:pt x="16605" y="4478"/>
                    <a:pt x="16523" y="4437"/>
                    <a:pt x="16523" y="4396"/>
                  </a:cubicBezTo>
                  <a:cubicBezTo>
                    <a:pt x="16523" y="4315"/>
                    <a:pt x="16605" y="4274"/>
                    <a:pt x="16645" y="4274"/>
                  </a:cubicBezTo>
                  <a:close/>
                  <a:moveTo>
                    <a:pt x="692" y="3664"/>
                  </a:moveTo>
                  <a:cubicBezTo>
                    <a:pt x="326" y="3664"/>
                    <a:pt x="0" y="3989"/>
                    <a:pt x="0" y="4396"/>
                  </a:cubicBezTo>
                  <a:cubicBezTo>
                    <a:pt x="0" y="4803"/>
                    <a:pt x="326" y="5129"/>
                    <a:pt x="692" y="5129"/>
                  </a:cubicBezTo>
                  <a:lnTo>
                    <a:pt x="2279" y="5129"/>
                  </a:lnTo>
                  <a:cubicBezTo>
                    <a:pt x="2686" y="5129"/>
                    <a:pt x="3012" y="4803"/>
                    <a:pt x="3012" y="4396"/>
                  </a:cubicBezTo>
                  <a:cubicBezTo>
                    <a:pt x="3012" y="3989"/>
                    <a:pt x="2686" y="3664"/>
                    <a:pt x="2279" y="3664"/>
                  </a:cubicBezTo>
                  <a:close/>
                  <a:moveTo>
                    <a:pt x="4029" y="3664"/>
                  </a:moveTo>
                  <a:cubicBezTo>
                    <a:pt x="3622" y="3664"/>
                    <a:pt x="3297" y="3989"/>
                    <a:pt x="3297" y="4396"/>
                  </a:cubicBezTo>
                  <a:cubicBezTo>
                    <a:pt x="3297" y="4803"/>
                    <a:pt x="3622" y="5129"/>
                    <a:pt x="4029" y="5129"/>
                  </a:cubicBezTo>
                  <a:lnTo>
                    <a:pt x="8180" y="5129"/>
                  </a:lnTo>
                  <a:cubicBezTo>
                    <a:pt x="8547" y="5129"/>
                    <a:pt x="8872" y="4803"/>
                    <a:pt x="8872" y="4396"/>
                  </a:cubicBezTo>
                  <a:cubicBezTo>
                    <a:pt x="8872" y="3989"/>
                    <a:pt x="8547" y="3664"/>
                    <a:pt x="8180" y="3664"/>
                  </a:cubicBezTo>
                  <a:close/>
                  <a:moveTo>
                    <a:pt x="9930" y="3582"/>
                  </a:moveTo>
                  <a:cubicBezTo>
                    <a:pt x="9483" y="3582"/>
                    <a:pt x="9116" y="3948"/>
                    <a:pt x="9116" y="4396"/>
                  </a:cubicBezTo>
                  <a:cubicBezTo>
                    <a:pt x="9116" y="4844"/>
                    <a:pt x="9483" y="5169"/>
                    <a:pt x="9930" y="5169"/>
                  </a:cubicBezTo>
                  <a:cubicBezTo>
                    <a:pt x="10191" y="5169"/>
                    <a:pt x="10435" y="5019"/>
                    <a:pt x="10576" y="4804"/>
                  </a:cubicBezTo>
                  <a:lnTo>
                    <a:pt x="10576" y="4804"/>
                  </a:lnTo>
                  <a:cubicBezTo>
                    <a:pt x="10719" y="5028"/>
                    <a:pt x="10979" y="5169"/>
                    <a:pt x="11273" y="5169"/>
                  </a:cubicBezTo>
                  <a:cubicBezTo>
                    <a:pt x="11534" y="5169"/>
                    <a:pt x="11778" y="5019"/>
                    <a:pt x="11919" y="4804"/>
                  </a:cubicBezTo>
                  <a:lnTo>
                    <a:pt x="11919" y="4804"/>
                  </a:lnTo>
                  <a:cubicBezTo>
                    <a:pt x="12062" y="5028"/>
                    <a:pt x="12322" y="5169"/>
                    <a:pt x="12616" y="5169"/>
                  </a:cubicBezTo>
                  <a:cubicBezTo>
                    <a:pt x="12910" y="5169"/>
                    <a:pt x="13152" y="5011"/>
                    <a:pt x="13283" y="4788"/>
                  </a:cubicBezTo>
                  <a:lnTo>
                    <a:pt x="13283" y="4788"/>
                  </a:lnTo>
                  <a:cubicBezTo>
                    <a:pt x="13411" y="5021"/>
                    <a:pt x="13657" y="5169"/>
                    <a:pt x="13959" y="5169"/>
                  </a:cubicBezTo>
                  <a:cubicBezTo>
                    <a:pt x="14261" y="5169"/>
                    <a:pt x="14507" y="5021"/>
                    <a:pt x="14636" y="4788"/>
                  </a:cubicBezTo>
                  <a:lnTo>
                    <a:pt x="14636" y="4788"/>
                  </a:lnTo>
                  <a:cubicBezTo>
                    <a:pt x="14767" y="5011"/>
                    <a:pt x="15008" y="5169"/>
                    <a:pt x="15302" y="5169"/>
                  </a:cubicBezTo>
                  <a:cubicBezTo>
                    <a:pt x="15604" y="5169"/>
                    <a:pt x="15850" y="5021"/>
                    <a:pt x="15979" y="4788"/>
                  </a:cubicBezTo>
                  <a:lnTo>
                    <a:pt x="15979" y="4788"/>
                  </a:lnTo>
                  <a:cubicBezTo>
                    <a:pt x="16110" y="5011"/>
                    <a:pt x="16351" y="5169"/>
                    <a:pt x="16645" y="5169"/>
                  </a:cubicBezTo>
                  <a:cubicBezTo>
                    <a:pt x="17093" y="5169"/>
                    <a:pt x="17459" y="4844"/>
                    <a:pt x="17459" y="4396"/>
                  </a:cubicBezTo>
                  <a:cubicBezTo>
                    <a:pt x="17459" y="3948"/>
                    <a:pt x="17093" y="3582"/>
                    <a:pt x="16645" y="3582"/>
                  </a:cubicBezTo>
                  <a:cubicBezTo>
                    <a:pt x="16347" y="3582"/>
                    <a:pt x="16104" y="3744"/>
                    <a:pt x="15974" y="3985"/>
                  </a:cubicBezTo>
                  <a:lnTo>
                    <a:pt x="15974" y="3985"/>
                  </a:lnTo>
                  <a:cubicBezTo>
                    <a:pt x="15844" y="3744"/>
                    <a:pt x="15600" y="3582"/>
                    <a:pt x="15302" y="3582"/>
                  </a:cubicBezTo>
                  <a:cubicBezTo>
                    <a:pt x="15004" y="3582"/>
                    <a:pt x="14761" y="3744"/>
                    <a:pt x="14631" y="3985"/>
                  </a:cubicBezTo>
                  <a:lnTo>
                    <a:pt x="14631" y="3985"/>
                  </a:lnTo>
                  <a:cubicBezTo>
                    <a:pt x="14501" y="3744"/>
                    <a:pt x="14257" y="3582"/>
                    <a:pt x="13959" y="3582"/>
                  </a:cubicBezTo>
                  <a:cubicBezTo>
                    <a:pt x="13661" y="3582"/>
                    <a:pt x="13418" y="3744"/>
                    <a:pt x="13288" y="3985"/>
                  </a:cubicBezTo>
                  <a:lnTo>
                    <a:pt x="13288" y="3985"/>
                  </a:lnTo>
                  <a:cubicBezTo>
                    <a:pt x="13158" y="3744"/>
                    <a:pt x="12914" y="3582"/>
                    <a:pt x="12616" y="3582"/>
                  </a:cubicBezTo>
                  <a:cubicBezTo>
                    <a:pt x="12326" y="3582"/>
                    <a:pt x="12069" y="3737"/>
                    <a:pt x="11925" y="3967"/>
                  </a:cubicBezTo>
                  <a:lnTo>
                    <a:pt x="11925" y="3967"/>
                  </a:lnTo>
                  <a:cubicBezTo>
                    <a:pt x="11784" y="3737"/>
                    <a:pt x="11537" y="3582"/>
                    <a:pt x="11273" y="3582"/>
                  </a:cubicBezTo>
                  <a:cubicBezTo>
                    <a:pt x="10983" y="3582"/>
                    <a:pt x="10726" y="3737"/>
                    <a:pt x="10582" y="3967"/>
                  </a:cubicBezTo>
                  <a:lnTo>
                    <a:pt x="10582" y="3967"/>
                  </a:lnTo>
                  <a:cubicBezTo>
                    <a:pt x="10441" y="3737"/>
                    <a:pt x="10194" y="3582"/>
                    <a:pt x="9930" y="3582"/>
                  </a:cubicBezTo>
                  <a:close/>
                  <a:moveTo>
                    <a:pt x="2279" y="6146"/>
                  </a:moveTo>
                  <a:lnTo>
                    <a:pt x="2320" y="6187"/>
                  </a:lnTo>
                  <a:lnTo>
                    <a:pt x="2279" y="6228"/>
                  </a:lnTo>
                  <a:lnTo>
                    <a:pt x="692" y="6228"/>
                  </a:lnTo>
                  <a:lnTo>
                    <a:pt x="651" y="6187"/>
                  </a:lnTo>
                  <a:lnTo>
                    <a:pt x="692" y="6146"/>
                  </a:lnTo>
                  <a:close/>
                  <a:moveTo>
                    <a:pt x="8180" y="6146"/>
                  </a:moveTo>
                  <a:lnTo>
                    <a:pt x="8221" y="6187"/>
                  </a:lnTo>
                  <a:lnTo>
                    <a:pt x="8180" y="6228"/>
                  </a:lnTo>
                  <a:lnTo>
                    <a:pt x="4029" y="6228"/>
                  </a:lnTo>
                  <a:lnTo>
                    <a:pt x="3988" y="6187"/>
                  </a:lnTo>
                  <a:lnTo>
                    <a:pt x="4029" y="6146"/>
                  </a:lnTo>
                  <a:close/>
                  <a:moveTo>
                    <a:pt x="692" y="5454"/>
                  </a:moveTo>
                  <a:cubicBezTo>
                    <a:pt x="326" y="5454"/>
                    <a:pt x="0" y="5780"/>
                    <a:pt x="0" y="6187"/>
                  </a:cubicBezTo>
                  <a:cubicBezTo>
                    <a:pt x="0" y="6594"/>
                    <a:pt x="326" y="6919"/>
                    <a:pt x="692" y="6919"/>
                  </a:cubicBezTo>
                  <a:lnTo>
                    <a:pt x="2279" y="6919"/>
                  </a:lnTo>
                  <a:cubicBezTo>
                    <a:pt x="2686" y="6919"/>
                    <a:pt x="3012" y="6594"/>
                    <a:pt x="3012" y="6187"/>
                  </a:cubicBezTo>
                  <a:cubicBezTo>
                    <a:pt x="3012" y="5780"/>
                    <a:pt x="2686" y="5454"/>
                    <a:pt x="2279" y="5454"/>
                  </a:cubicBezTo>
                  <a:close/>
                  <a:moveTo>
                    <a:pt x="4029" y="5454"/>
                  </a:moveTo>
                  <a:cubicBezTo>
                    <a:pt x="3622" y="5454"/>
                    <a:pt x="3297" y="5780"/>
                    <a:pt x="3297" y="6187"/>
                  </a:cubicBezTo>
                  <a:cubicBezTo>
                    <a:pt x="3297" y="6594"/>
                    <a:pt x="3622" y="6919"/>
                    <a:pt x="4029" y="6919"/>
                  </a:cubicBezTo>
                  <a:lnTo>
                    <a:pt x="8180" y="6919"/>
                  </a:lnTo>
                  <a:cubicBezTo>
                    <a:pt x="8547" y="6919"/>
                    <a:pt x="8872" y="6594"/>
                    <a:pt x="8872" y="6187"/>
                  </a:cubicBezTo>
                  <a:cubicBezTo>
                    <a:pt x="8872" y="5780"/>
                    <a:pt x="8547" y="5454"/>
                    <a:pt x="8180" y="5454"/>
                  </a:cubicBezTo>
                  <a:close/>
                  <a:moveTo>
                    <a:pt x="2279" y="7937"/>
                  </a:moveTo>
                  <a:lnTo>
                    <a:pt x="2320" y="7977"/>
                  </a:lnTo>
                  <a:lnTo>
                    <a:pt x="2279" y="8018"/>
                  </a:lnTo>
                  <a:lnTo>
                    <a:pt x="692" y="8018"/>
                  </a:lnTo>
                  <a:lnTo>
                    <a:pt x="651" y="7977"/>
                  </a:lnTo>
                  <a:lnTo>
                    <a:pt x="692" y="7937"/>
                  </a:lnTo>
                  <a:close/>
                  <a:moveTo>
                    <a:pt x="8180" y="7937"/>
                  </a:moveTo>
                  <a:lnTo>
                    <a:pt x="8221" y="7977"/>
                  </a:lnTo>
                  <a:lnTo>
                    <a:pt x="8180" y="8018"/>
                  </a:lnTo>
                  <a:lnTo>
                    <a:pt x="4029" y="8018"/>
                  </a:lnTo>
                  <a:lnTo>
                    <a:pt x="3988" y="7977"/>
                  </a:lnTo>
                  <a:lnTo>
                    <a:pt x="4029" y="7937"/>
                  </a:lnTo>
                  <a:close/>
                  <a:moveTo>
                    <a:pt x="692" y="7245"/>
                  </a:moveTo>
                  <a:cubicBezTo>
                    <a:pt x="326" y="7245"/>
                    <a:pt x="0" y="7571"/>
                    <a:pt x="0" y="7977"/>
                  </a:cubicBezTo>
                  <a:cubicBezTo>
                    <a:pt x="0" y="8384"/>
                    <a:pt x="326" y="8710"/>
                    <a:pt x="692" y="8710"/>
                  </a:cubicBezTo>
                  <a:lnTo>
                    <a:pt x="2279" y="8710"/>
                  </a:lnTo>
                  <a:cubicBezTo>
                    <a:pt x="2686" y="8710"/>
                    <a:pt x="3012" y="8384"/>
                    <a:pt x="3012" y="7977"/>
                  </a:cubicBezTo>
                  <a:cubicBezTo>
                    <a:pt x="3012" y="7571"/>
                    <a:pt x="2686" y="7245"/>
                    <a:pt x="2279" y="7245"/>
                  </a:cubicBezTo>
                  <a:close/>
                  <a:moveTo>
                    <a:pt x="4029" y="7245"/>
                  </a:moveTo>
                  <a:cubicBezTo>
                    <a:pt x="3622" y="7245"/>
                    <a:pt x="3297" y="7571"/>
                    <a:pt x="3297" y="7977"/>
                  </a:cubicBezTo>
                  <a:cubicBezTo>
                    <a:pt x="3297" y="8384"/>
                    <a:pt x="3622" y="8710"/>
                    <a:pt x="4029" y="8710"/>
                  </a:cubicBezTo>
                  <a:lnTo>
                    <a:pt x="8180" y="8710"/>
                  </a:lnTo>
                  <a:cubicBezTo>
                    <a:pt x="8547" y="8710"/>
                    <a:pt x="8872" y="8384"/>
                    <a:pt x="8872" y="7977"/>
                  </a:cubicBezTo>
                  <a:cubicBezTo>
                    <a:pt x="8872" y="7571"/>
                    <a:pt x="8547" y="7245"/>
                    <a:pt x="8180" y="7245"/>
                  </a:cubicBezTo>
                  <a:close/>
                  <a:moveTo>
                    <a:pt x="14529" y="9443"/>
                  </a:moveTo>
                  <a:cubicBezTo>
                    <a:pt x="14570" y="9443"/>
                    <a:pt x="14610" y="9483"/>
                    <a:pt x="14610" y="9565"/>
                  </a:cubicBezTo>
                  <a:cubicBezTo>
                    <a:pt x="14610" y="9605"/>
                    <a:pt x="14570" y="9646"/>
                    <a:pt x="14529" y="9646"/>
                  </a:cubicBezTo>
                  <a:lnTo>
                    <a:pt x="14407" y="9565"/>
                  </a:lnTo>
                  <a:lnTo>
                    <a:pt x="14529" y="9443"/>
                  </a:lnTo>
                  <a:close/>
                  <a:moveTo>
                    <a:pt x="15872" y="9443"/>
                  </a:moveTo>
                  <a:cubicBezTo>
                    <a:pt x="15913" y="9443"/>
                    <a:pt x="15994" y="9483"/>
                    <a:pt x="15994" y="9565"/>
                  </a:cubicBezTo>
                  <a:cubicBezTo>
                    <a:pt x="15994" y="9605"/>
                    <a:pt x="15913" y="9646"/>
                    <a:pt x="15872" y="9646"/>
                  </a:cubicBezTo>
                  <a:lnTo>
                    <a:pt x="15750" y="9565"/>
                  </a:lnTo>
                  <a:lnTo>
                    <a:pt x="15872" y="9443"/>
                  </a:lnTo>
                  <a:close/>
                  <a:moveTo>
                    <a:pt x="17215" y="9443"/>
                  </a:moveTo>
                  <a:cubicBezTo>
                    <a:pt x="17256" y="9443"/>
                    <a:pt x="17337" y="9483"/>
                    <a:pt x="17337" y="9565"/>
                  </a:cubicBezTo>
                  <a:cubicBezTo>
                    <a:pt x="17337" y="9605"/>
                    <a:pt x="17256" y="9646"/>
                    <a:pt x="17215" y="9646"/>
                  </a:cubicBezTo>
                  <a:lnTo>
                    <a:pt x="17093" y="9565"/>
                  </a:lnTo>
                  <a:lnTo>
                    <a:pt x="17215" y="9443"/>
                  </a:lnTo>
                  <a:close/>
                  <a:moveTo>
                    <a:pt x="18558" y="9443"/>
                  </a:moveTo>
                  <a:cubicBezTo>
                    <a:pt x="18639" y="9443"/>
                    <a:pt x="18680" y="9483"/>
                    <a:pt x="18680" y="9565"/>
                  </a:cubicBezTo>
                  <a:cubicBezTo>
                    <a:pt x="18680" y="9605"/>
                    <a:pt x="18639" y="9646"/>
                    <a:pt x="18558" y="9646"/>
                  </a:cubicBezTo>
                  <a:lnTo>
                    <a:pt x="18436" y="9565"/>
                  </a:lnTo>
                  <a:lnTo>
                    <a:pt x="18558" y="9443"/>
                  </a:lnTo>
                  <a:close/>
                  <a:moveTo>
                    <a:pt x="19901" y="9443"/>
                  </a:moveTo>
                  <a:lnTo>
                    <a:pt x="20023" y="9565"/>
                  </a:lnTo>
                  <a:lnTo>
                    <a:pt x="19901" y="9646"/>
                  </a:lnTo>
                  <a:cubicBezTo>
                    <a:pt x="19860" y="9646"/>
                    <a:pt x="19779" y="9605"/>
                    <a:pt x="19779" y="9565"/>
                  </a:cubicBezTo>
                  <a:cubicBezTo>
                    <a:pt x="19779" y="9483"/>
                    <a:pt x="19860" y="9443"/>
                    <a:pt x="19901" y="9443"/>
                  </a:cubicBezTo>
                  <a:close/>
                  <a:moveTo>
                    <a:pt x="21244" y="9443"/>
                  </a:moveTo>
                  <a:lnTo>
                    <a:pt x="21366" y="9565"/>
                  </a:lnTo>
                  <a:lnTo>
                    <a:pt x="21244" y="9646"/>
                  </a:lnTo>
                  <a:cubicBezTo>
                    <a:pt x="21203" y="9646"/>
                    <a:pt x="21163" y="9605"/>
                    <a:pt x="21163" y="9565"/>
                  </a:cubicBezTo>
                  <a:cubicBezTo>
                    <a:pt x="21163" y="9483"/>
                    <a:pt x="21203" y="9443"/>
                    <a:pt x="21244" y="9443"/>
                  </a:cubicBezTo>
                  <a:close/>
                  <a:moveTo>
                    <a:pt x="2279" y="9727"/>
                  </a:moveTo>
                  <a:lnTo>
                    <a:pt x="2320" y="9768"/>
                  </a:lnTo>
                  <a:lnTo>
                    <a:pt x="2279" y="9809"/>
                  </a:lnTo>
                  <a:lnTo>
                    <a:pt x="692" y="9809"/>
                  </a:lnTo>
                  <a:lnTo>
                    <a:pt x="651" y="9768"/>
                  </a:lnTo>
                  <a:lnTo>
                    <a:pt x="692" y="9727"/>
                  </a:lnTo>
                  <a:close/>
                  <a:moveTo>
                    <a:pt x="13105" y="9727"/>
                  </a:moveTo>
                  <a:lnTo>
                    <a:pt x="13145" y="9768"/>
                  </a:lnTo>
                  <a:lnTo>
                    <a:pt x="13105" y="9809"/>
                  </a:lnTo>
                  <a:lnTo>
                    <a:pt x="8994" y="9809"/>
                  </a:lnTo>
                  <a:lnTo>
                    <a:pt x="8913" y="9768"/>
                  </a:lnTo>
                  <a:lnTo>
                    <a:pt x="8994" y="9727"/>
                  </a:lnTo>
                  <a:close/>
                  <a:moveTo>
                    <a:pt x="692" y="9036"/>
                  </a:moveTo>
                  <a:cubicBezTo>
                    <a:pt x="326" y="9036"/>
                    <a:pt x="0" y="9361"/>
                    <a:pt x="0" y="9768"/>
                  </a:cubicBezTo>
                  <a:cubicBezTo>
                    <a:pt x="0" y="10175"/>
                    <a:pt x="326" y="10501"/>
                    <a:pt x="692" y="10501"/>
                  </a:cubicBezTo>
                  <a:lnTo>
                    <a:pt x="2279" y="10501"/>
                  </a:lnTo>
                  <a:cubicBezTo>
                    <a:pt x="2686" y="10501"/>
                    <a:pt x="3012" y="10175"/>
                    <a:pt x="3012" y="9768"/>
                  </a:cubicBezTo>
                  <a:cubicBezTo>
                    <a:pt x="3012" y="9361"/>
                    <a:pt x="2686" y="9036"/>
                    <a:pt x="2279" y="9036"/>
                  </a:cubicBezTo>
                  <a:close/>
                  <a:moveTo>
                    <a:pt x="14529" y="8751"/>
                  </a:moveTo>
                  <a:cubicBezTo>
                    <a:pt x="14141" y="8751"/>
                    <a:pt x="13814" y="9026"/>
                    <a:pt x="13734" y="9391"/>
                  </a:cubicBezTo>
                  <a:lnTo>
                    <a:pt x="13734" y="9391"/>
                  </a:lnTo>
                  <a:cubicBezTo>
                    <a:pt x="13606" y="9177"/>
                    <a:pt x="13373" y="9036"/>
                    <a:pt x="13105" y="9036"/>
                  </a:cubicBezTo>
                  <a:lnTo>
                    <a:pt x="8994" y="9036"/>
                  </a:lnTo>
                  <a:cubicBezTo>
                    <a:pt x="8587" y="9036"/>
                    <a:pt x="8262" y="9361"/>
                    <a:pt x="8262" y="9768"/>
                  </a:cubicBezTo>
                  <a:cubicBezTo>
                    <a:pt x="8262" y="10175"/>
                    <a:pt x="8587" y="10501"/>
                    <a:pt x="8994" y="10501"/>
                  </a:cubicBezTo>
                  <a:lnTo>
                    <a:pt x="13105" y="10501"/>
                  </a:lnTo>
                  <a:cubicBezTo>
                    <a:pt x="13455" y="10501"/>
                    <a:pt x="13745" y="10260"/>
                    <a:pt x="13819" y="9933"/>
                  </a:cubicBezTo>
                  <a:lnTo>
                    <a:pt x="13819" y="9933"/>
                  </a:lnTo>
                  <a:cubicBezTo>
                    <a:pt x="13958" y="10169"/>
                    <a:pt x="14225" y="10338"/>
                    <a:pt x="14529" y="10338"/>
                  </a:cubicBezTo>
                  <a:cubicBezTo>
                    <a:pt x="14793" y="10338"/>
                    <a:pt x="15040" y="10184"/>
                    <a:pt x="15181" y="9964"/>
                  </a:cubicBezTo>
                  <a:lnTo>
                    <a:pt x="15181" y="9964"/>
                  </a:lnTo>
                  <a:cubicBezTo>
                    <a:pt x="15325" y="10184"/>
                    <a:pt x="15581" y="10338"/>
                    <a:pt x="15872" y="10338"/>
                  </a:cubicBezTo>
                  <a:cubicBezTo>
                    <a:pt x="16170" y="10338"/>
                    <a:pt x="16414" y="10176"/>
                    <a:pt x="16543" y="9947"/>
                  </a:cubicBezTo>
                  <a:lnTo>
                    <a:pt x="16543" y="9947"/>
                  </a:lnTo>
                  <a:cubicBezTo>
                    <a:pt x="16673" y="10176"/>
                    <a:pt x="16917" y="10338"/>
                    <a:pt x="17215" y="10338"/>
                  </a:cubicBezTo>
                  <a:cubicBezTo>
                    <a:pt x="17513" y="10338"/>
                    <a:pt x="17757" y="10176"/>
                    <a:pt x="17886" y="9947"/>
                  </a:cubicBezTo>
                  <a:lnTo>
                    <a:pt x="17886" y="9947"/>
                  </a:lnTo>
                  <a:cubicBezTo>
                    <a:pt x="18016" y="10176"/>
                    <a:pt x="18260" y="10338"/>
                    <a:pt x="18558" y="10338"/>
                  </a:cubicBezTo>
                  <a:cubicBezTo>
                    <a:pt x="18856" y="10338"/>
                    <a:pt x="19100" y="10176"/>
                    <a:pt x="19229" y="9947"/>
                  </a:cubicBezTo>
                  <a:lnTo>
                    <a:pt x="19229" y="9947"/>
                  </a:lnTo>
                  <a:cubicBezTo>
                    <a:pt x="19359" y="10176"/>
                    <a:pt x="19603" y="10338"/>
                    <a:pt x="19901" y="10338"/>
                  </a:cubicBezTo>
                  <a:cubicBezTo>
                    <a:pt x="20192" y="10338"/>
                    <a:pt x="20448" y="10184"/>
                    <a:pt x="20592" y="9964"/>
                  </a:cubicBezTo>
                  <a:lnTo>
                    <a:pt x="20592" y="9964"/>
                  </a:lnTo>
                  <a:cubicBezTo>
                    <a:pt x="20733" y="10184"/>
                    <a:pt x="20980" y="10338"/>
                    <a:pt x="21244" y="10338"/>
                  </a:cubicBezTo>
                  <a:cubicBezTo>
                    <a:pt x="21692" y="10338"/>
                    <a:pt x="22058" y="9972"/>
                    <a:pt x="22058" y="9565"/>
                  </a:cubicBezTo>
                  <a:cubicBezTo>
                    <a:pt x="22058" y="9117"/>
                    <a:pt x="21692" y="8751"/>
                    <a:pt x="21244" y="8751"/>
                  </a:cubicBezTo>
                  <a:cubicBezTo>
                    <a:pt x="20980" y="8751"/>
                    <a:pt x="20733" y="8905"/>
                    <a:pt x="20592" y="9136"/>
                  </a:cubicBezTo>
                  <a:lnTo>
                    <a:pt x="20592" y="9136"/>
                  </a:lnTo>
                  <a:cubicBezTo>
                    <a:pt x="20448" y="8905"/>
                    <a:pt x="20192" y="8751"/>
                    <a:pt x="19901" y="8751"/>
                  </a:cubicBezTo>
                  <a:cubicBezTo>
                    <a:pt x="19603" y="8751"/>
                    <a:pt x="19359" y="8913"/>
                    <a:pt x="19229" y="9153"/>
                  </a:cubicBezTo>
                  <a:lnTo>
                    <a:pt x="19229" y="9153"/>
                  </a:lnTo>
                  <a:cubicBezTo>
                    <a:pt x="19100" y="8913"/>
                    <a:pt x="18856" y="8751"/>
                    <a:pt x="18558" y="8751"/>
                  </a:cubicBezTo>
                  <a:cubicBezTo>
                    <a:pt x="18260" y="8751"/>
                    <a:pt x="18016" y="8913"/>
                    <a:pt x="17886" y="9153"/>
                  </a:cubicBezTo>
                  <a:lnTo>
                    <a:pt x="17886" y="9153"/>
                  </a:lnTo>
                  <a:cubicBezTo>
                    <a:pt x="17757" y="8913"/>
                    <a:pt x="17513" y="8751"/>
                    <a:pt x="17215" y="8751"/>
                  </a:cubicBezTo>
                  <a:cubicBezTo>
                    <a:pt x="16917" y="8751"/>
                    <a:pt x="16673" y="8913"/>
                    <a:pt x="16543" y="9153"/>
                  </a:cubicBezTo>
                  <a:lnTo>
                    <a:pt x="16543" y="9153"/>
                  </a:lnTo>
                  <a:cubicBezTo>
                    <a:pt x="16414" y="8913"/>
                    <a:pt x="16170" y="8751"/>
                    <a:pt x="15872" y="8751"/>
                  </a:cubicBezTo>
                  <a:cubicBezTo>
                    <a:pt x="15581" y="8751"/>
                    <a:pt x="15325" y="8905"/>
                    <a:pt x="15181" y="9136"/>
                  </a:cubicBezTo>
                  <a:lnTo>
                    <a:pt x="15181" y="9136"/>
                  </a:lnTo>
                  <a:cubicBezTo>
                    <a:pt x="15040" y="8905"/>
                    <a:pt x="14793" y="8751"/>
                    <a:pt x="14529" y="8751"/>
                  </a:cubicBezTo>
                  <a:close/>
                  <a:moveTo>
                    <a:pt x="2279" y="11518"/>
                  </a:moveTo>
                  <a:lnTo>
                    <a:pt x="2320" y="11559"/>
                  </a:lnTo>
                  <a:lnTo>
                    <a:pt x="2279" y="11640"/>
                  </a:lnTo>
                  <a:lnTo>
                    <a:pt x="692" y="11640"/>
                  </a:lnTo>
                  <a:lnTo>
                    <a:pt x="651" y="11559"/>
                  </a:lnTo>
                  <a:lnTo>
                    <a:pt x="692" y="11518"/>
                  </a:lnTo>
                  <a:close/>
                  <a:moveTo>
                    <a:pt x="13105" y="11518"/>
                  </a:moveTo>
                  <a:lnTo>
                    <a:pt x="13145" y="11559"/>
                  </a:lnTo>
                  <a:lnTo>
                    <a:pt x="13105" y="11640"/>
                  </a:lnTo>
                  <a:lnTo>
                    <a:pt x="8994" y="11640"/>
                  </a:lnTo>
                  <a:lnTo>
                    <a:pt x="8913" y="11559"/>
                  </a:lnTo>
                  <a:lnTo>
                    <a:pt x="8994" y="11518"/>
                  </a:lnTo>
                  <a:close/>
                  <a:moveTo>
                    <a:pt x="692" y="10867"/>
                  </a:moveTo>
                  <a:cubicBezTo>
                    <a:pt x="326" y="10867"/>
                    <a:pt x="0" y="11193"/>
                    <a:pt x="0" y="11559"/>
                  </a:cubicBezTo>
                  <a:cubicBezTo>
                    <a:pt x="0" y="11966"/>
                    <a:pt x="326" y="12291"/>
                    <a:pt x="692" y="12291"/>
                  </a:cubicBezTo>
                  <a:lnTo>
                    <a:pt x="2279" y="12291"/>
                  </a:lnTo>
                  <a:cubicBezTo>
                    <a:pt x="2686" y="12291"/>
                    <a:pt x="3012" y="11966"/>
                    <a:pt x="3012" y="11559"/>
                  </a:cubicBezTo>
                  <a:cubicBezTo>
                    <a:pt x="3012" y="11193"/>
                    <a:pt x="2686" y="10867"/>
                    <a:pt x="2279" y="10867"/>
                  </a:cubicBezTo>
                  <a:close/>
                  <a:moveTo>
                    <a:pt x="8994" y="10867"/>
                  </a:moveTo>
                  <a:cubicBezTo>
                    <a:pt x="8587" y="10867"/>
                    <a:pt x="8262" y="11193"/>
                    <a:pt x="8262" y="11559"/>
                  </a:cubicBezTo>
                  <a:cubicBezTo>
                    <a:pt x="8262" y="11966"/>
                    <a:pt x="8587" y="12291"/>
                    <a:pt x="8994" y="12291"/>
                  </a:cubicBezTo>
                  <a:lnTo>
                    <a:pt x="13105" y="12291"/>
                  </a:lnTo>
                  <a:cubicBezTo>
                    <a:pt x="13512" y="12291"/>
                    <a:pt x="13837" y="11966"/>
                    <a:pt x="13837" y="11559"/>
                  </a:cubicBezTo>
                  <a:cubicBezTo>
                    <a:pt x="13837" y="11193"/>
                    <a:pt x="13512" y="10867"/>
                    <a:pt x="13105" y="10867"/>
                  </a:cubicBezTo>
                  <a:close/>
                  <a:moveTo>
                    <a:pt x="14529" y="13146"/>
                  </a:moveTo>
                  <a:cubicBezTo>
                    <a:pt x="14570" y="13146"/>
                    <a:pt x="14610" y="13187"/>
                    <a:pt x="14610" y="13268"/>
                  </a:cubicBezTo>
                  <a:cubicBezTo>
                    <a:pt x="14610" y="13309"/>
                    <a:pt x="14570" y="13350"/>
                    <a:pt x="14529" y="13350"/>
                  </a:cubicBezTo>
                  <a:lnTo>
                    <a:pt x="14407" y="13268"/>
                  </a:lnTo>
                  <a:lnTo>
                    <a:pt x="14529" y="13146"/>
                  </a:lnTo>
                  <a:close/>
                  <a:moveTo>
                    <a:pt x="15872" y="13146"/>
                  </a:moveTo>
                  <a:cubicBezTo>
                    <a:pt x="15913" y="13146"/>
                    <a:pt x="15994" y="13187"/>
                    <a:pt x="15994" y="13268"/>
                  </a:cubicBezTo>
                  <a:cubicBezTo>
                    <a:pt x="15994" y="13309"/>
                    <a:pt x="15913" y="13350"/>
                    <a:pt x="15872" y="13350"/>
                  </a:cubicBezTo>
                  <a:lnTo>
                    <a:pt x="15750" y="13268"/>
                  </a:lnTo>
                  <a:lnTo>
                    <a:pt x="15872" y="13146"/>
                  </a:lnTo>
                  <a:close/>
                  <a:moveTo>
                    <a:pt x="17215" y="13146"/>
                  </a:moveTo>
                  <a:cubicBezTo>
                    <a:pt x="17256" y="13146"/>
                    <a:pt x="17337" y="13187"/>
                    <a:pt x="17337" y="13268"/>
                  </a:cubicBezTo>
                  <a:cubicBezTo>
                    <a:pt x="17337" y="13309"/>
                    <a:pt x="17256" y="13350"/>
                    <a:pt x="17215" y="13350"/>
                  </a:cubicBezTo>
                  <a:lnTo>
                    <a:pt x="17093" y="13268"/>
                  </a:lnTo>
                  <a:lnTo>
                    <a:pt x="17215" y="13146"/>
                  </a:lnTo>
                  <a:close/>
                  <a:moveTo>
                    <a:pt x="18558" y="13146"/>
                  </a:moveTo>
                  <a:cubicBezTo>
                    <a:pt x="18639" y="13146"/>
                    <a:pt x="18680" y="13187"/>
                    <a:pt x="18680" y="13268"/>
                  </a:cubicBezTo>
                  <a:cubicBezTo>
                    <a:pt x="18680" y="13309"/>
                    <a:pt x="18639" y="13350"/>
                    <a:pt x="18558" y="13350"/>
                  </a:cubicBezTo>
                  <a:lnTo>
                    <a:pt x="18436" y="13268"/>
                  </a:lnTo>
                  <a:lnTo>
                    <a:pt x="18558" y="13146"/>
                  </a:lnTo>
                  <a:close/>
                  <a:moveTo>
                    <a:pt x="19901" y="13146"/>
                  </a:moveTo>
                  <a:lnTo>
                    <a:pt x="20023" y="13268"/>
                  </a:lnTo>
                  <a:lnTo>
                    <a:pt x="19901" y="13350"/>
                  </a:lnTo>
                  <a:cubicBezTo>
                    <a:pt x="19860" y="13350"/>
                    <a:pt x="19779" y="13309"/>
                    <a:pt x="19779" y="13268"/>
                  </a:cubicBezTo>
                  <a:cubicBezTo>
                    <a:pt x="19779" y="13187"/>
                    <a:pt x="19860" y="13146"/>
                    <a:pt x="19901" y="13146"/>
                  </a:cubicBezTo>
                  <a:close/>
                  <a:moveTo>
                    <a:pt x="21244" y="13146"/>
                  </a:moveTo>
                  <a:lnTo>
                    <a:pt x="21366" y="13268"/>
                  </a:lnTo>
                  <a:lnTo>
                    <a:pt x="21244" y="13350"/>
                  </a:lnTo>
                  <a:cubicBezTo>
                    <a:pt x="21203" y="13350"/>
                    <a:pt x="21163" y="13309"/>
                    <a:pt x="21163" y="13268"/>
                  </a:cubicBezTo>
                  <a:cubicBezTo>
                    <a:pt x="21163" y="13187"/>
                    <a:pt x="21203" y="13146"/>
                    <a:pt x="21244" y="13146"/>
                  </a:cubicBezTo>
                  <a:close/>
                  <a:moveTo>
                    <a:pt x="2279" y="13309"/>
                  </a:moveTo>
                  <a:lnTo>
                    <a:pt x="2320" y="13390"/>
                  </a:lnTo>
                  <a:lnTo>
                    <a:pt x="2279" y="13431"/>
                  </a:lnTo>
                  <a:lnTo>
                    <a:pt x="692" y="13431"/>
                  </a:lnTo>
                  <a:lnTo>
                    <a:pt x="651" y="13390"/>
                  </a:lnTo>
                  <a:lnTo>
                    <a:pt x="692" y="13309"/>
                  </a:lnTo>
                  <a:close/>
                  <a:moveTo>
                    <a:pt x="13105" y="13309"/>
                  </a:moveTo>
                  <a:lnTo>
                    <a:pt x="13145" y="13390"/>
                  </a:lnTo>
                  <a:lnTo>
                    <a:pt x="13105" y="13431"/>
                  </a:lnTo>
                  <a:lnTo>
                    <a:pt x="8994" y="13431"/>
                  </a:lnTo>
                  <a:lnTo>
                    <a:pt x="8913" y="13390"/>
                  </a:lnTo>
                  <a:lnTo>
                    <a:pt x="8994" y="13309"/>
                  </a:lnTo>
                  <a:close/>
                  <a:moveTo>
                    <a:pt x="692" y="12658"/>
                  </a:moveTo>
                  <a:cubicBezTo>
                    <a:pt x="326" y="12658"/>
                    <a:pt x="0" y="12983"/>
                    <a:pt x="0" y="13390"/>
                  </a:cubicBezTo>
                  <a:cubicBezTo>
                    <a:pt x="0" y="13756"/>
                    <a:pt x="326" y="14082"/>
                    <a:pt x="692" y="14082"/>
                  </a:cubicBezTo>
                  <a:lnTo>
                    <a:pt x="2279" y="14082"/>
                  </a:lnTo>
                  <a:cubicBezTo>
                    <a:pt x="2686" y="14082"/>
                    <a:pt x="3012" y="13756"/>
                    <a:pt x="3012" y="13390"/>
                  </a:cubicBezTo>
                  <a:cubicBezTo>
                    <a:pt x="3012" y="12983"/>
                    <a:pt x="2686" y="12658"/>
                    <a:pt x="2279" y="12658"/>
                  </a:cubicBezTo>
                  <a:close/>
                  <a:moveTo>
                    <a:pt x="14529" y="12454"/>
                  </a:moveTo>
                  <a:cubicBezTo>
                    <a:pt x="14161" y="12454"/>
                    <a:pt x="13848" y="12702"/>
                    <a:pt x="13748" y="13038"/>
                  </a:cubicBezTo>
                  <a:lnTo>
                    <a:pt x="13748" y="13038"/>
                  </a:lnTo>
                  <a:cubicBezTo>
                    <a:pt x="13624" y="12811"/>
                    <a:pt x="13384" y="12658"/>
                    <a:pt x="13105" y="12658"/>
                  </a:cubicBezTo>
                  <a:lnTo>
                    <a:pt x="8994" y="12658"/>
                  </a:lnTo>
                  <a:cubicBezTo>
                    <a:pt x="8587" y="12658"/>
                    <a:pt x="8262" y="12983"/>
                    <a:pt x="8262" y="13390"/>
                  </a:cubicBezTo>
                  <a:cubicBezTo>
                    <a:pt x="8262" y="13756"/>
                    <a:pt x="8587" y="14082"/>
                    <a:pt x="8994" y="14082"/>
                  </a:cubicBezTo>
                  <a:lnTo>
                    <a:pt x="13105" y="14082"/>
                  </a:lnTo>
                  <a:cubicBezTo>
                    <a:pt x="13430" y="14082"/>
                    <a:pt x="13704" y="13874"/>
                    <a:pt x="13800" y="13603"/>
                  </a:cubicBezTo>
                  <a:lnTo>
                    <a:pt x="13800" y="13603"/>
                  </a:lnTo>
                  <a:cubicBezTo>
                    <a:pt x="13934" y="13856"/>
                    <a:pt x="14211" y="14041"/>
                    <a:pt x="14529" y="14041"/>
                  </a:cubicBezTo>
                  <a:cubicBezTo>
                    <a:pt x="14793" y="14041"/>
                    <a:pt x="15040" y="13887"/>
                    <a:pt x="15181" y="13667"/>
                  </a:cubicBezTo>
                  <a:lnTo>
                    <a:pt x="15181" y="13667"/>
                  </a:lnTo>
                  <a:cubicBezTo>
                    <a:pt x="15325" y="13887"/>
                    <a:pt x="15581" y="14041"/>
                    <a:pt x="15872" y="14041"/>
                  </a:cubicBezTo>
                  <a:cubicBezTo>
                    <a:pt x="16170" y="14041"/>
                    <a:pt x="16414" y="13879"/>
                    <a:pt x="16543" y="13651"/>
                  </a:cubicBezTo>
                  <a:lnTo>
                    <a:pt x="16543" y="13651"/>
                  </a:lnTo>
                  <a:cubicBezTo>
                    <a:pt x="16673" y="13879"/>
                    <a:pt x="16917" y="14041"/>
                    <a:pt x="17215" y="14041"/>
                  </a:cubicBezTo>
                  <a:cubicBezTo>
                    <a:pt x="17513" y="14041"/>
                    <a:pt x="17757" y="13879"/>
                    <a:pt x="17886" y="13651"/>
                  </a:cubicBezTo>
                  <a:lnTo>
                    <a:pt x="17886" y="13651"/>
                  </a:lnTo>
                  <a:cubicBezTo>
                    <a:pt x="18016" y="13879"/>
                    <a:pt x="18260" y="14041"/>
                    <a:pt x="18558" y="14041"/>
                  </a:cubicBezTo>
                  <a:cubicBezTo>
                    <a:pt x="18856" y="14041"/>
                    <a:pt x="19100" y="13879"/>
                    <a:pt x="19229" y="13651"/>
                  </a:cubicBezTo>
                  <a:lnTo>
                    <a:pt x="19229" y="13651"/>
                  </a:lnTo>
                  <a:cubicBezTo>
                    <a:pt x="19359" y="13879"/>
                    <a:pt x="19603" y="14041"/>
                    <a:pt x="19901" y="14041"/>
                  </a:cubicBezTo>
                  <a:cubicBezTo>
                    <a:pt x="20192" y="14041"/>
                    <a:pt x="20448" y="13887"/>
                    <a:pt x="20592" y="13667"/>
                  </a:cubicBezTo>
                  <a:lnTo>
                    <a:pt x="20592" y="13667"/>
                  </a:lnTo>
                  <a:cubicBezTo>
                    <a:pt x="20733" y="13887"/>
                    <a:pt x="20980" y="14041"/>
                    <a:pt x="21244" y="14041"/>
                  </a:cubicBezTo>
                  <a:cubicBezTo>
                    <a:pt x="21692" y="14041"/>
                    <a:pt x="22058" y="13675"/>
                    <a:pt x="22058" y="13268"/>
                  </a:cubicBezTo>
                  <a:cubicBezTo>
                    <a:pt x="22058" y="12820"/>
                    <a:pt x="21692" y="12454"/>
                    <a:pt x="21244" y="12454"/>
                  </a:cubicBezTo>
                  <a:cubicBezTo>
                    <a:pt x="20980" y="12454"/>
                    <a:pt x="20733" y="12609"/>
                    <a:pt x="20592" y="12839"/>
                  </a:cubicBezTo>
                  <a:lnTo>
                    <a:pt x="20592" y="12839"/>
                  </a:lnTo>
                  <a:cubicBezTo>
                    <a:pt x="20448" y="12609"/>
                    <a:pt x="20192" y="12454"/>
                    <a:pt x="19901" y="12454"/>
                  </a:cubicBezTo>
                  <a:cubicBezTo>
                    <a:pt x="19603" y="12454"/>
                    <a:pt x="19359" y="12616"/>
                    <a:pt x="19229" y="12857"/>
                  </a:cubicBezTo>
                  <a:lnTo>
                    <a:pt x="19229" y="12857"/>
                  </a:lnTo>
                  <a:cubicBezTo>
                    <a:pt x="19100" y="12616"/>
                    <a:pt x="18856" y="12454"/>
                    <a:pt x="18558" y="12454"/>
                  </a:cubicBezTo>
                  <a:cubicBezTo>
                    <a:pt x="18260" y="12454"/>
                    <a:pt x="18016" y="12616"/>
                    <a:pt x="17886" y="12857"/>
                  </a:cubicBezTo>
                  <a:lnTo>
                    <a:pt x="17886" y="12857"/>
                  </a:lnTo>
                  <a:cubicBezTo>
                    <a:pt x="17757" y="12616"/>
                    <a:pt x="17513" y="12454"/>
                    <a:pt x="17215" y="12454"/>
                  </a:cubicBezTo>
                  <a:cubicBezTo>
                    <a:pt x="16917" y="12454"/>
                    <a:pt x="16673" y="12616"/>
                    <a:pt x="16543" y="12857"/>
                  </a:cubicBezTo>
                  <a:lnTo>
                    <a:pt x="16543" y="12857"/>
                  </a:lnTo>
                  <a:cubicBezTo>
                    <a:pt x="16414" y="12616"/>
                    <a:pt x="16170" y="12454"/>
                    <a:pt x="15872" y="12454"/>
                  </a:cubicBezTo>
                  <a:cubicBezTo>
                    <a:pt x="15581" y="12454"/>
                    <a:pt x="15325" y="12609"/>
                    <a:pt x="15181" y="12839"/>
                  </a:cubicBezTo>
                  <a:lnTo>
                    <a:pt x="15181" y="12839"/>
                  </a:lnTo>
                  <a:cubicBezTo>
                    <a:pt x="15040" y="12609"/>
                    <a:pt x="14793" y="12454"/>
                    <a:pt x="14529" y="1245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4" name="Google Shape;2114;p35"/>
            <p:cNvSpPr/>
            <p:nvPr/>
          </p:nvSpPr>
          <p:spPr>
            <a:xfrm>
              <a:off x="3304325" y="2953625"/>
              <a:ext cx="534175" cy="335775"/>
            </a:xfrm>
            <a:custGeom>
              <a:rect b="b" l="l" r="r" t="t"/>
              <a:pathLst>
                <a:path extrusionOk="0" h="13431" w="21367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6" y="856"/>
                  </a:cubicBezTo>
                  <a:lnTo>
                    <a:pt x="1954" y="856"/>
                  </a:lnTo>
                  <a:cubicBezTo>
                    <a:pt x="2157" y="856"/>
                    <a:pt x="2360" y="693"/>
                    <a:pt x="2360" y="489"/>
                  </a:cubicBezTo>
                  <a:cubicBezTo>
                    <a:pt x="2360" y="245"/>
                    <a:pt x="2157" y="82"/>
                    <a:pt x="1954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3"/>
                    <a:pt x="3500" y="856"/>
                    <a:pt x="3703" y="856"/>
                  </a:cubicBezTo>
                  <a:lnTo>
                    <a:pt x="7855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55" y="82"/>
                  </a:cubicBezTo>
                  <a:close/>
                  <a:moveTo>
                    <a:pt x="9605" y="1"/>
                  </a:moveTo>
                  <a:cubicBezTo>
                    <a:pt x="9360" y="1"/>
                    <a:pt x="9157" y="204"/>
                    <a:pt x="9157" y="489"/>
                  </a:cubicBezTo>
                  <a:cubicBezTo>
                    <a:pt x="9157" y="733"/>
                    <a:pt x="9360" y="937"/>
                    <a:pt x="9605" y="937"/>
                  </a:cubicBezTo>
                  <a:cubicBezTo>
                    <a:pt x="9849" y="937"/>
                    <a:pt x="10052" y="733"/>
                    <a:pt x="10052" y="489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89"/>
                  </a:cubicBezTo>
                  <a:cubicBezTo>
                    <a:pt x="10500" y="733"/>
                    <a:pt x="10703" y="937"/>
                    <a:pt x="10948" y="937"/>
                  </a:cubicBezTo>
                  <a:cubicBezTo>
                    <a:pt x="11192" y="937"/>
                    <a:pt x="11395" y="733"/>
                    <a:pt x="11395" y="489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89"/>
                  </a:cubicBezTo>
                  <a:cubicBezTo>
                    <a:pt x="11843" y="733"/>
                    <a:pt x="12046" y="937"/>
                    <a:pt x="12291" y="937"/>
                  </a:cubicBezTo>
                  <a:cubicBezTo>
                    <a:pt x="12535" y="937"/>
                    <a:pt x="12738" y="733"/>
                    <a:pt x="12738" y="489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89"/>
                  </a:cubicBezTo>
                  <a:cubicBezTo>
                    <a:pt x="13186" y="733"/>
                    <a:pt x="13389" y="937"/>
                    <a:pt x="13634" y="937"/>
                  </a:cubicBezTo>
                  <a:cubicBezTo>
                    <a:pt x="13878" y="937"/>
                    <a:pt x="14081" y="733"/>
                    <a:pt x="14081" y="489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89"/>
                  </a:cubicBezTo>
                  <a:cubicBezTo>
                    <a:pt x="14529" y="733"/>
                    <a:pt x="14732" y="937"/>
                    <a:pt x="14977" y="937"/>
                  </a:cubicBezTo>
                  <a:cubicBezTo>
                    <a:pt x="15221" y="937"/>
                    <a:pt x="15424" y="733"/>
                    <a:pt x="15424" y="489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89"/>
                  </a:cubicBezTo>
                  <a:cubicBezTo>
                    <a:pt x="15872" y="733"/>
                    <a:pt x="16075" y="937"/>
                    <a:pt x="16320" y="937"/>
                  </a:cubicBezTo>
                  <a:cubicBezTo>
                    <a:pt x="16564" y="937"/>
                    <a:pt x="16767" y="733"/>
                    <a:pt x="16767" y="489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4" y="2646"/>
                  </a:lnTo>
                  <a:cubicBezTo>
                    <a:pt x="2157" y="2646"/>
                    <a:pt x="2360" y="2483"/>
                    <a:pt x="2360" y="2280"/>
                  </a:cubicBezTo>
                  <a:cubicBezTo>
                    <a:pt x="2360" y="2036"/>
                    <a:pt x="2157" y="1873"/>
                    <a:pt x="1954" y="1873"/>
                  </a:cubicBezTo>
                  <a:close/>
                  <a:moveTo>
                    <a:pt x="3703" y="1873"/>
                  </a:moveTo>
                  <a:cubicBezTo>
                    <a:pt x="3500" y="1873"/>
                    <a:pt x="3337" y="2036"/>
                    <a:pt x="3337" y="2280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55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55" y="1873"/>
                  </a:cubicBezTo>
                  <a:close/>
                  <a:moveTo>
                    <a:pt x="366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6" y="4437"/>
                  </a:cubicBezTo>
                  <a:lnTo>
                    <a:pt x="1954" y="4437"/>
                  </a:lnTo>
                  <a:cubicBezTo>
                    <a:pt x="2157" y="4437"/>
                    <a:pt x="2360" y="4274"/>
                    <a:pt x="2360" y="4071"/>
                  </a:cubicBezTo>
                  <a:cubicBezTo>
                    <a:pt x="2360" y="3867"/>
                    <a:pt x="2157" y="3664"/>
                    <a:pt x="1954" y="3664"/>
                  </a:cubicBezTo>
                  <a:close/>
                  <a:moveTo>
                    <a:pt x="3703" y="3664"/>
                  </a:moveTo>
                  <a:cubicBezTo>
                    <a:pt x="3500" y="3664"/>
                    <a:pt x="3337" y="3867"/>
                    <a:pt x="3337" y="4071"/>
                  </a:cubicBezTo>
                  <a:cubicBezTo>
                    <a:pt x="3337" y="4274"/>
                    <a:pt x="3500" y="4437"/>
                    <a:pt x="3703" y="4437"/>
                  </a:cubicBezTo>
                  <a:lnTo>
                    <a:pt x="7855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55" y="3664"/>
                  </a:cubicBezTo>
                  <a:close/>
                  <a:moveTo>
                    <a:pt x="9605" y="3623"/>
                  </a:moveTo>
                  <a:cubicBezTo>
                    <a:pt x="9360" y="3623"/>
                    <a:pt x="9157" y="3826"/>
                    <a:pt x="9157" y="4071"/>
                  </a:cubicBezTo>
                  <a:cubicBezTo>
                    <a:pt x="9157" y="4315"/>
                    <a:pt x="9360" y="4518"/>
                    <a:pt x="9605" y="4518"/>
                  </a:cubicBezTo>
                  <a:cubicBezTo>
                    <a:pt x="9849" y="4518"/>
                    <a:pt x="10052" y="4315"/>
                    <a:pt x="10052" y="4071"/>
                  </a:cubicBezTo>
                  <a:cubicBezTo>
                    <a:pt x="10052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3" y="3623"/>
                    <a:pt x="10500" y="3826"/>
                    <a:pt x="10500" y="4071"/>
                  </a:cubicBezTo>
                  <a:cubicBezTo>
                    <a:pt x="10500" y="4315"/>
                    <a:pt x="10703" y="4518"/>
                    <a:pt x="10948" y="4518"/>
                  </a:cubicBezTo>
                  <a:cubicBezTo>
                    <a:pt x="11192" y="4518"/>
                    <a:pt x="11395" y="4315"/>
                    <a:pt x="11395" y="4071"/>
                  </a:cubicBezTo>
                  <a:cubicBezTo>
                    <a:pt x="11395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6" y="3623"/>
                    <a:pt x="11843" y="3826"/>
                    <a:pt x="11843" y="4071"/>
                  </a:cubicBezTo>
                  <a:cubicBezTo>
                    <a:pt x="11843" y="4315"/>
                    <a:pt x="12046" y="4518"/>
                    <a:pt x="12291" y="4518"/>
                  </a:cubicBezTo>
                  <a:cubicBezTo>
                    <a:pt x="12535" y="4518"/>
                    <a:pt x="12738" y="4315"/>
                    <a:pt x="12738" y="4071"/>
                  </a:cubicBezTo>
                  <a:cubicBezTo>
                    <a:pt x="12738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89" y="3623"/>
                    <a:pt x="13186" y="3826"/>
                    <a:pt x="13186" y="4071"/>
                  </a:cubicBezTo>
                  <a:cubicBezTo>
                    <a:pt x="13186" y="4315"/>
                    <a:pt x="13389" y="4518"/>
                    <a:pt x="13634" y="4518"/>
                  </a:cubicBezTo>
                  <a:cubicBezTo>
                    <a:pt x="13878" y="4518"/>
                    <a:pt x="14081" y="4315"/>
                    <a:pt x="14081" y="4071"/>
                  </a:cubicBezTo>
                  <a:cubicBezTo>
                    <a:pt x="14081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2" y="3623"/>
                    <a:pt x="14529" y="3826"/>
                    <a:pt x="14529" y="4071"/>
                  </a:cubicBezTo>
                  <a:cubicBezTo>
                    <a:pt x="14529" y="4315"/>
                    <a:pt x="14732" y="4518"/>
                    <a:pt x="14977" y="4518"/>
                  </a:cubicBezTo>
                  <a:cubicBezTo>
                    <a:pt x="15221" y="4518"/>
                    <a:pt x="15424" y="4315"/>
                    <a:pt x="15424" y="4071"/>
                  </a:cubicBezTo>
                  <a:cubicBezTo>
                    <a:pt x="15424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5" y="3623"/>
                    <a:pt x="15872" y="3826"/>
                    <a:pt x="15872" y="4071"/>
                  </a:cubicBezTo>
                  <a:cubicBezTo>
                    <a:pt x="15872" y="4315"/>
                    <a:pt x="16075" y="4518"/>
                    <a:pt x="16320" y="4518"/>
                  </a:cubicBezTo>
                  <a:cubicBezTo>
                    <a:pt x="16564" y="4518"/>
                    <a:pt x="16767" y="4315"/>
                    <a:pt x="16767" y="4071"/>
                  </a:cubicBezTo>
                  <a:cubicBezTo>
                    <a:pt x="16767" y="3826"/>
                    <a:pt x="16564" y="3623"/>
                    <a:pt x="16320" y="3623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6" y="6228"/>
                  </a:cubicBezTo>
                  <a:lnTo>
                    <a:pt x="1954" y="6228"/>
                  </a:lnTo>
                  <a:cubicBezTo>
                    <a:pt x="2157" y="6228"/>
                    <a:pt x="2360" y="6065"/>
                    <a:pt x="2360" y="5861"/>
                  </a:cubicBezTo>
                  <a:cubicBezTo>
                    <a:pt x="2360" y="5658"/>
                    <a:pt x="2157" y="5454"/>
                    <a:pt x="1954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8"/>
                    <a:pt x="3337" y="5861"/>
                  </a:cubicBezTo>
                  <a:cubicBezTo>
                    <a:pt x="3337" y="6065"/>
                    <a:pt x="3500" y="6228"/>
                    <a:pt x="3703" y="6228"/>
                  </a:cubicBezTo>
                  <a:lnTo>
                    <a:pt x="7855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55" y="5454"/>
                  </a:cubicBezTo>
                  <a:close/>
                  <a:moveTo>
                    <a:pt x="366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6" y="8059"/>
                  </a:cubicBezTo>
                  <a:lnTo>
                    <a:pt x="1954" y="8059"/>
                  </a:lnTo>
                  <a:cubicBezTo>
                    <a:pt x="2157" y="8059"/>
                    <a:pt x="2360" y="7855"/>
                    <a:pt x="2360" y="7652"/>
                  </a:cubicBezTo>
                  <a:cubicBezTo>
                    <a:pt x="2360" y="7448"/>
                    <a:pt x="2157" y="7286"/>
                    <a:pt x="1954" y="7286"/>
                  </a:cubicBezTo>
                  <a:close/>
                  <a:moveTo>
                    <a:pt x="3703" y="7286"/>
                  </a:moveTo>
                  <a:cubicBezTo>
                    <a:pt x="3500" y="7286"/>
                    <a:pt x="3337" y="7448"/>
                    <a:pt x="3337" y="7652"/>
                  </a:cubicBezTo>
                  <a:cubicBezTo>
                    <a:pt x="3337" y="7855"/>
                    <a:pt x="3500" y="8059"/>
                    <a:pt x="3703" y="8059"/>
                  </a:cubicBezTo>
                  <a:lnTo>
                    <a:pt x="7855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55" y="7286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3" y="9687"/>
                  </a:cubicBezTo>
                  <a:cubicBezTo>
                    <a:pt x="14448" y="9687"/>
                    <a:pt x="14651" y="9483"/>
                    <a:pt x="14651" y="9239"/>
                  </a:cubicBezTo>
                  <a:cubicBezTo>
                    <a:pt x="14651" y="8995"/>
                    <a:pt x="14448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6" y="9687"/>
                  </a:cubicBezTo>
                  <a:cubicBezTo>
                    <a:pt x="15791" y="9687"/>
                    <a:pt x="15994" y="9483"/>
                    <a:pt x="15994" y="9239"/>
                  </a:cubicBezTo>
                  <a:cubicBezTo>
                    <a:pt x="15994" y="8995"/>
                    <a:pt x="15791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89" y="9687"/>
                  </a:cubicBezTo>
                  <a:cubicBezTo>
                    <a:pt x="17134" y="9687"/>
                    <a:pt x="17337" y="9483"/>
                    <a:pt x="17337" y="9239"/>
                  </a:cubicBezTo>
                  <a:cubicBezTo>
                    <a:pt x="17337" y="8995"/>
                    <a:pt x="17134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2" y="9687"/>
                  </a:cubicBezTo>
                  <a:cubicBezTo>
                    <a:pt x="18477" y="9687"/>
                    <a:pt x="18680" y="9483"/>
                    <a:pt x="18680" y="9239"/>
                  </a:cubicBezTo>
                  <a:cubicBezTo>
                    <a:pt x="18680" y="8995"/>
                    <a:pt x="18477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5" y="9687"/>
                  </a:cubicBezTo>
                  <a:cubicBezTo>
                    <a:pt x="19820" y="9687"/>
                    <a:pt x="20023" y="9483"/>
                    <a:pt x="20023" y="9239"/>
                  </a:cubicBezTo>
                  <a:cubicBezTo>
                    <a:pt x="20023" y="8995"/>
                    <a:pt x="19820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8" y="9687"/>
                  </a:cubicBezTo>
                  <a:cubicBezTo>
                    <a:pt x="21163" y="9687"/>
                    <a:pt x="21366" y="9483"/>
                    <a:pt x="21366" y="9239"/>
                  </a:cubicBezTo>
                  <a:cubicBezTo>
                    <a:pt x="21366" y="8995"/>
                    <a:pt x="21163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6" y="9850"/>
                  </a:cubicBezTo>
                  <a:lnTo>
                    <a:pt x="1954" y="9850"/>
                  </a:lnTo>
                  <a:cubicBezTo>
                    <a:pt x="2157" y="9850"/>
                    <a:pt x="2360" y="9646"/>
                    <a:pt x="2360" y="9443"/>
                  </a:cubicBezTo>
                  <a:cubicBezTo>
                    <a:pt x="2360" y="9239"/>
                    <a:pt x="2157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4" y="9076"/>
                    <a:pt x="8262" y="9239"/>
                    <a:pt x="8262" y="9443"/>
                  </a:cubicBezTo>
                  <a:cubicBezTo>
                    <a:pt x="8262" y="9646"/>
                    <a:pt x="8424" y="9850"/>
                    <a:pt x="8669" y="9850"/>
                  </a:cubicBezTo>
                  <a:lnTo>
                    <a:pt x="12779" y="9850"/>
                  </a:lnTo>
                  <a:cubicBezTo>
                    <a:pt x="12982" y="9850"/>
                    <a:pt x="13145" y="9646"/>
                    <a:pt x="13145" y="9443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6" y="11640"/>
                  </a:cubicBezTo>
                  <a:lnTo>
                    <a:pt x="1954" y="11640"/>
                  </a:lnTo>
                  <a:cubicBezTo>
                    <a:pt x="2157" y="11640"/>
                    <a:pt x="2360" y="11478"/>
                    <a:pt x="2360" y="11233"/>
                  </a:cubicBezTo>
                  <a:cubicBezTo>
                    <a:pt x="2360" y="11030"/>
                    <a:pt x="2157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4" y="10867"/>
                    <a:pt x="8262" y="11030"/>
                    <a:pt x="8262" y="11233"/>
                  </a:cubicBezTo>
                  <a:cubicBezTo>
                    <a:pt x="8262" y="11478"/>
                    <a:pt x="8424" y="11640"/>
                    <a:pt x="8669" y="11640"/>
                  </a:cubicBezTo>
                  <a:lnTo>
                    <a:pt x="12779" y="11640"/>
                  </a:lnTo>
                  <a:cubicBezTo>
                    <a:pt x="12982" y="11640"/>
                    <a:pt x="13145" y="11478"/>
                    <a:pt x="13145" y="11233"/>
                  </a:cubicBezTo>
                  <a:cubicBezTo>
                    <a:pt x="13145" y="11030"/>
                    <a:pt x="12982" y="10867"/>
                    <a:pt x="12779" y="10867"/>
                  </a:cubicBezTo>
                  <a:close/>
                  <a:moveTo>
                    <a:pt x="14203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3" y="13390"/>
                  </a:cubicBezTo>
                  <a:cubicBezTo>
                    <a:pt x="14448" y="13390"/>
                    <a:pt x="14651" y="13187"/>
                    <a:pt x="14651" y="12943"/>
                  </a:cubicBezTo>
                  <a:cubicBezTo>
                    <a:pt x="14651" y="12698"/>
                    <a:pt x="14448" y="12495"/>
                    <a:pt x="14203" y="12495"/>
                  </a:cubicBezTo>
                  <a:close/>
                  <a:moveTo>
                    <a:pt x="15546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6" y="13390"/>
                  </a:cubicBezTo>
                  <a:cubicBezTo>
                    <a:pt x="15791" y="13390"/>
                    <a:pt x="15994" y="13187"/>
                    <a:pt x="15994" y="12943"/>
                  </a:cubicBezTo>
                  <a:cubicBezTo>
                    <a:pt x="15994" y="12698"/>
                    <a:pt x="15791" y="12495"/>
                    <a:pt x="15546" y="12495"/>
                  </a:cubicBezTo>
                  <a:close/>
                  <a:moveTo>
                    <a:pt x="16889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89" y="13390"/>
                  </a:cubicBezTo>
                  <a:cubicBezTo>
                    <a:pt x="17134" y="13390"/>
                    <a:pt x="17337" y="13187"/>
                    <a:pt x="17337" y="12943"/>
                  </a:cubicBezTo>
                  <a:cubicBezTo>
                    <a:pt x="17337" y="12698"/>
                    <a:pt x="17134" y="12495"/>
                    <a:pt x="16889" y="12495"/>
                  </a:cubicBezTo>
                  <a:close/>
                  <a:moveTo>
                    <a:pt x="18232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2" y="13390"/>
                  </a:cubicBezTo>
                  <a:cubicBezTo>
                    <a:pt x="18477" y="13390"/>
                    <a:pt x="18680" y="13187"/>
                    <a:pt x="18680" y="12943"/>
                  </a:cubicBezTo>
                  <a:cubicBezTo>
                    <a:pt x="18680" y="12698"/>
                    <a:pt x="18477" y="12495"/>
                    <a:pt x="18232" y="12495"/>
                  </a:cubicBezTo>
                  <a:close/>
                  <a:moveTo>
                    <a:pt x="19575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5" y="13390"/>
                  </a:cubicBezTo>
                  <a:cubicBezTo>
                    <a:pt x="19820" y="13390"/>
                    <a:pt x="20023" y="13187"/>
                    <a:pt x="20023" y="12943"/>
                  </a:cubicBezTo>
                  <a:cubicBezTo>
                    <a:pt x="20023" y="12698"/>
                    <a:pt x="19820" y="12495"/>
                    <a:pt x="19575" y="12495"/>
                  </a:cubicBezTo>
                  <a:close/>
                  <a:moveTo>
                    <a:pt x="20918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8" y="13390"/>
                  </a:cubicBezTo>
                  <a:cubicBezTo>
                    <a:pt x="21163" y="13390"/>
                    <a:pt x="21366" y="13187"/>
                    <a:pt x="21366" y="12943"/>
                  </a:cubicBezTo>
                  <a:cubicBezTo>
                    <a:pt x="21366" y="12698"/>
                    <a:pt x="21163" y="12495"/>
                    <a:pt x="20918" y="12495"/>
                  </a:cubicBezTo>
                  <a:close/>
                  <a:moveTo>
                    <a:pt x="366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6" y="13431"/>
                  </a:cubicBezTo>
                  <a:lnTo>
                    <a:pt x="1954" y="13431"/>
                  </a:lnTo>
                  <a:cubicBezTo>
                    <a:pt x="2157" y="13431"/>
                    <a:pt x="2360" y="13268"/>
                    <a:pt x="2360" y="13065"/>
                  </a:cubicBezTo>
                  <a:cubicBezTo>
                    <a:pt x="2360" y="12821"/>
                    <a:pt x="2157" y="12658"/>
                    <a:pt x="1954" y="12658"/>
                  </a:cubicBezTo>
                  <a:close/>
                  <a:moveTo>
                    <a:pt x="8669" y="12658"/>
                  </a:moveTo>
                  <a:cubicBezTo>
                    <a:pt x="8424" y="12658"/>
                    <a:pt x="8262" y="12821"/>
                    <a:pt x="8262" y="13065"/>
                  </a:cubicBezTo>
                  <a:cubicBezTo>
                    <a:pt x="8262" y="13268"/>
                    <a:pt x="8424" y="13431"/>
                    <a:pt x="8669" y="13431"/>
                  </a:cubicBezTo>
                  <a:lnTo>
                    <a:pt x="12779" y="13431"/>
                  </a:lnTo>
                  <a:cubicBezTo>
                    <a:pt x="12982" y="13431"/>
                    <a:pt x="13145" y="13268"/>
                    <a:pt x="13145" y="13065"/>
                  </a:cubicBezTo>
                  <a:cubicBezTo>
                    <a:pt x="13145" y="12821"/>
                    <a:pt x="12982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5" name="Google Shape;2115;p35"/>
            <p:cNvSpPr/>
            <p:nvPr/>
          </p:nvSpPr>
          <p:spPr>
            <a:xfrm>
              <a:off x="3304325" y="3321950"/>
              <a:ext cx="534175" cy="335775"/>
            </a:xfrm>
            <a:custGeom>
              <a:rect b="b" l="l" r="r" t="t"/>
              <a:pathLst>
                <a:path extrusionOk="0" h="13431" w="21367">
                  <a:moveTo>
                    <a:pt x="366" y="82"/>
                  </a:moveTo>
                  <a:cubicBezTo>
                    <a:pt x="163" y="82"/>
                    <a:pt x="0" y="244"/>
                    <a:pt x="0" y="448"/>
                  </a:cubicBezTo>
                  <a:cubicBezTo>
                    <a:pt x="0" y="692"/>
                    <a:pt x="163" y="855"/>
                    <a:pt x="366" y="855"/>
                  </a:cubicBezTo>
                  <a:lnTo>
                    <a:pt x="1954" y="855"/>
                  </a:lnTo>
                  <a:cubicBezTo>
                    <a:pt x="2157" y="855"/>
                    <a:pt x="2360" y="692"/>
                    <a:pt x="2360" y="448"/>
                  </a:cubicBezTo>
                  <a:cubicBezTo>
                    <a:pt x="2360" y="244"/>
                    <a:pt x="2157" y="82"/>
                    <a:pt x="1954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4"/>
                    <a:pt x="3337" y="448"/>
                  </a:cubicBezTo>
                  <a:cubicBezTo>
                    <a:pt x="3337" y="692"/>
                    <a:pt x="3500" y="855"/>
                    <a:pt x="3703" y="855"/>
                  </a:cubicBezTo>
                  <a:lnTo>
                    <a:pt x="7855" y="855"/>
                  </a:lnTo>
                  <a:cubicBezTo>
                    <a:pt x="8058" y="855"/>
                    <a:pt x="8221" y="692"/>
                    <a:pt x="8221" y="448"/>
                  </a:cubicBezTo>
                  <a:cubicBezTo>
                    <a:pt x="8221" y="244"/>
                    <a:pt x="8058" y="82"/>
                    <a:pt x="7855" y="82"/>
                  </a:cubicBezTo>
                  <a:close/>
                  <a:moveTo>
                    <a:pt x="9605" y="0"/>
                  </a:moveTo>
                  <a:cubicBezTo>
                    <a:pt x="9360" y="0"/>
                    <a:pt x="9157" y="204"/>
                    <a:pt x="9157" y="448"/>
                  </a:cubicBezTo>
                  <a:cubicBezTo>
                    <a:pt x="9157" y="692"/>
                    <a:pt x="9360" y="896"/>
                    <a:pt x="9605" y="896"/>
                  </a:cubicBezTo>
                  <a:cubicBezTo>
                    <a:pt x="9849" y="896"/>
                    <a:pt x="10052" y="692"/>
                    <a:pt x="10052" y="448"/>
                  </a:cubicBezTo>
                  <a:cubicBezTo>
                    <a:pt x="10052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3" y="0"/>
                    <a:pt x="10500" y="204"/>
                    <a:pt x="10500" y="448"/>
                  </a:cubicBezTo>
                  <a:cubicBezTo>
                    <a:pt x="10500" y="692"/>
                    <a:pt x="10703" y="896"/>
                    <a:pt x="10948" y="896"/>
                  </a:cubicBezTo>
                  <a:cubicBezTo>
                    <a:pt x="11192" y="896"/>
                    <a:pt x="11395" y="692"/>
                    <a:pt x="11395" y="448"/>
                  </a:cubicBezTo>
                  <a:cubicBezTo>
                    <a:pt x="11395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6" y="0"/>
                    <a:pt x="11843" y="204"/>
                    <a:pt x="11843" y="448"/>
                  </a:cubicBezTo>
                  <a:cubicBezTo>
                    <a:pt x="11843" y="692"/>
                    <a:pt x="12046" y="896"/>
                    <a:pt x="12291" y="896"/>
                  </a:cubicBezTo>
                  <a:cubicBezTo>
                    <a:pt x="12535" y="896"/>
                    <a:pt x="12738" y="692"/>
                    <a:pt x="12738" y="448"/>
                  </a:cubicBezTo>
                  <a:cubicBezTo>
                    <a:pt x="12738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89" y="0"/>
                    <a:pt x="13186" y="204"/>
                    <a:pt x="13186" y="448"/>
                  </a:cubicBezTo>
                  <a:cubicBezTo>
                    <a:pt x="13186" y="692"/>
                    <a:pt x="13389" y="896"/>
                    <a:pt x="13634" y="896"/>
                  </a:cubicBezTo>
                  <a:cubicBezTo>
                    <a:pt x="13878" y="896"/>
                    <a:pt x="14081" y="692"/>
                    <a:pt x="14081" y="448"/>
                  </a:cubicBezTo>
                  <a:cubicBezTo>
                    <a:pt x="14081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2" y="0"/>
                    <a:pt x="14529" y="204"/>
                    <a:pt x="14529" y="448"/>
                  </a:cubicBezTo>
                  <a:cubicBezTo>
                    <a:pt x="14529" y="692"/>
                    <a:pt x="14732" y="896"/>
                    <a:pt x="14977" y="896"/>
                  </a:cubicBezTo>
                  <a:cubicBezTo>
                    <a:pt x="15221" y="896"/>
                    <a:pt x="15424" y="692"/>
                    <a:pt x="15424" y="448"/>
                  </a:cubicBezTo>
                  <a:cubicBezTo>
                    <a:pt x="15424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5" y="0"/>
                    <a:pt x="15872" y="204"/>
                    <a:pt x="15872" y="448"/>
                  </a:cubicBezTo>
                  <a:cubicBezTo>
                    <a:pt x="15872" y="692"/>
                    <a:pt x="16075" y="896"/>
                    <a:pt x="16320" y="896"/>
                  </a:cubicBezTo>
                  <a:cubicBezTo>
                    <a:pt x="16564" y="896"/>
                    <a:pt x="16767" y="692"/>
                    <a:pt x="16767" y="448"/>
                  </a:cubicBezTo>
                  <a:cubicBezTo>
                    <a:pt x="16767" y="204"/>
                    <a:pt x="16564" y="0"/>
                    <a:pt x="16320" y="0"/>
                  </a:cubicBezTo>
                  <a:close/>
                  <a:moveTo>
                    <a:pt x="366" y="1872"/>
                  </a:moveTo>
                  <a:cubicBezTo>
                    <a:pt x="163" y="1872"/>
                    <a:pt x="0" y="2035"/>
                    <a:pt x="0" y="2239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4" y="2646"/>
                  </a:lnTo>
                  <a:cubicBezTo>
                    <a:pt x="2157" y="2646"/>
                    <a:pt x="2360" y="2483"/>
                    <a:pt x="2360" y="2239"/>
                  </a:cubicBezTo>
                  <a:cubicBezTo>
                    <a:pt x="2360" y="2035"/>
                    <a:pt x="2157" y="1872"/>
                    <a:pt x="1954" y="1872"/>
                  </a:cubicBezTo>
                  <a:close/>
                  <a:moveTo>
                    <a:pt x="3703" y="1872"/>
                  </a:moveTo>
                  <a:cubicBezTo>
                    <a:pt x="3500" y="1872"/>
                    <a:pt x="3337" y="2035"/>
                    <a:pt x="3337" y="2239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55" y="2646"/>
                  </a:lnTo>
                  <a:cubicBezTo>
                    <a:pt x="8058" y="2646"/>
                    <a:pt x="8221" y="2483"/>
                    <a:pt x="8221" y="2239"/>
                  </a:cubicBezTo>
                  <a:cubicBezTo>
                    <a:pt x="8221" y="2035"/>
                    <a:pt x="8058" y="1872"/>
                    <a:pt x="7855" y="187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26"/>
                    <a:pt x="0" y="4070"/>
                  </a:cubicBezTo>
                  <a:cubicBezTo>
                    <a:pt x="0" y="4273"/>
                    <a:pt x="163" y="4436"/>
                    <a:pt x="366" y="4436"/>
                  </a:cubicBezTo>
                  <a:lnTo>
                    <a:pt x="1954" y="4436"/>
                  </a:lnTo>
                  <a:cubicBezTo>
                    <a:pt x="2157" y="4436"/>
                    <a:pt x="2360" y="4273"/>
                    <a:pt x="2360" y="4070"/>
                  </a:cubicBezTo>
                  <a:cubicBezTo>
                    <a:pt x="2360" y="3826"/>
                    <a:pt x="2157" y="3663"/>
                    <a:pt x="1954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26"/>
                    <a:pt x="3337" y="4070"/>
                  </a:cubicBezTo>
                  <a:cubicBezTo>
                    <a:pt x="3337" y="4273"/>
                    <a:pt x="3500" y="4436"/>
                    <a:pt x="3703" y="4436"/>
                  </a:cubicBezTo>
                  <a:lnTo>
                    <a:pt x="7855" y="4436"/>
                  </a:lnTo>
                  <a:cubicBezTo>
                    <a:pt x="8058" y="4436"/>
                    <a:pt x="8221" y="4273"/>
                    <a:pt x="8221" y="4070"/>
                  </a:cubicBezTo>
                  <a:cubicBezTo>
                    <a:pt x="8221" y="3826"/>
                    <a:pt x="8058" y="3663"/>
                    <a:pt x="7855" y="3663"/>
                  </a:cubicBezTo>
                  <a:close/>
                  <a:moveTo>
                    <a:pt x="9605" y="3622"/>
                  </a:moveTo>
                  <a:cubicBezTo>
                    <a:pt x="9360" y="3622"/>
                    <a:pt x="9157" y="3785"/>
                    <a:pt x="9157" y="4070"/>
                  </a:cubicBezTo>
                  <a:cubicBezTo>
                    <a:pt x="9157" y="4314"/>
                    <a:pt x="9360" y="4518"/>
                    <a:pt x="9605" y="4518"/>
                  </a:cubicBezTo>
                  <a:cubicBezTo>
                    <a:pt x="9849" y="4518"/>
                    <a:pt x="10052" y="4314"/>
                    <a:pt x="10052" y="4070"/>
                  </a:cubicBezTo>
                  <a:cubicBezTo>
                    <a:pt x="10052" y="3785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3" y="3622"/>
                    <a:pt x="10500" y="3785"/>
                    <a:pt x="10500" y="4070"/>
                  </a:cubicBezTo>
                  <a:cubicBezTo>
                    <a:pt x="10500" y="4314"/>
                    <a:pt x="10703" y="4518"/>
                    <a:pt x="10948" y="4518"/>
                  </a:cubicBezTo>
                  <a:cubicBezTo>
                    <a:pt x="11192" y="4518"/>
                    <a:pt x="11395" y="4314"/>
                    <a:pt x="11395" y="4070"/>
                  </a:cubicBezTo>
                  <a:cubicBezTo>
                    <a:pt x="11395" y="3785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6" y="3622"/>
                    <a:pt x="11843" y="3785"/>
                    <a:pt x="11843" y="4070"/>
                  </a:cubicBezTo>
                  <a:cubicBezTo>
                    <a:pt x="11843" y="4314"/>
                    <a:pt x="12046" y="4518"/>
                    <a:pt x="12291" y="4518"/>
                  </a:cubicBezTo>
                  <a:cubicBezTo>
                    <a:pt x="12535" y="4518"/>
                    <a:pt x="12738" y="4314"/>
                    <a:pt x="12738" y="4070"/>
                  </a:cubicBezTo>
                  <a:cubicBezTo>
                    <a:pt x="12738" y="3785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89" y="3622"/>
                    <a:pt x="13186" y="3785"/>
                    <a:pt x="13186" y="4070"/>
                  </a:cubicBezTo>
                  <a:cubicBezTo>
                    <a:pt x="13186" y="4314"/>
                    <a:pt x="13389" y="4518"/>
                    <a:pt x="13634" y="4518"/>
                  </a:cubicBezTo>
                  <a:cubicBezTo>
                    <a:pt x="13878" y="4518"/>
                    <a:pt x="14081" y="4314"/>
                    <a:pt x="14081" y="4070"/>
                  </a:cubicBezTo>
                  <a:cubicBezTo>
                    <a:pt x="14081" y="3785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2" y="3622"/>
                    <a:pt x="14529" y="3785"/>
                    <a:pt x="14529" y="4070"/>
                  </a:cubicBezTo>
                  <a:cubicBezTo>
                    <a:pt x="14529" y="4314"/>
                    <a:pt x="14732" y="4518"/>
                    <a:pt x="14977" y="4518"/>
                  </a:cubicBezTo>
                  <a:cubicBezTo>
                    <a:pt x="15221" y="4518"/>
                    <a:pt x="15424" y="4314"/>
                    <a:pt x="15424" y="4070"/>
                  </a:cubicBezTo>
                  <a:cubicBezTo>
                    <a:pt x="15424" y="3785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5" y="3622"/>
                    <a:pt x="15872" y="3785"/>
                    <a:pt x="15872" y="4070"/>
                  </a:cubicBezTo>
                  <a:cubicBezTo>
                    <a:pt x="15872" y="4314"/>
                    <a:pt x="16075" y="4518"/>
                    <a:pt x="16320" y="4518"/>
                  </a:cubicBezTo>
                  <a:cubicBezTo>
                    <a:pt x="16564" y="4518"/>
                    <a:pt x="16767" y="4314"/>
                    <a:pt x="16767" y="4070"/>
                  </a:cubicBezTo>
                  <a:cubicBezTo>
                    <a:pt x="16767" y="3785"/>
                    <a:pt x="16564" y="3622"/>
                    <a:pt x="16320" y="362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17"/>
                    <a:pt x="0" y="5861"/>
                  </a:cubicBezTo>
                  <a:cubicBezTo>
                    <a:pt x="0" y="6064"/>
                    <a:pt x="163" y="6227"/>
                    <a:pt x="366" y="6227"/>
                  </a:cubicBezTo>
                  <a:lnTo>
                    <a:pt x="1954" y="6227"/>
                  </a:lnTo>
                  <a:cubicBezTo>
                    <a:pt x="2157" y="6227"/>
                    <a:pt x="2360" y="6064"/>
                    <a:pt x="2360" y="5861"/>
                  </a:cubicBezTo>
                  <a:cubicBezTo>
                    <a:pt x="2360" y="5617"/>
                    <a:pt x="2157" y="5454"/>
                    <a:pt x="1954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17"/>
                    <a:pt x="3337" y="5861"/>
                  </a:cubicBezTo>
                  <a:cubicBezTo>
                    <a:pt x="3337" y="6064"/>
                    <a:pt x="3500" y="6227"/>
                    <a:pt x="3703" y="6227"/>
                  </a:cubicBezTo>
                  <a:lnTo>
                    <a:pt x="7855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17"/>
                    <a:pt x="8058" y="5454"/>
                    <a:pt x="7855" y="5454"/>
                  </a:cubicBezTo>
                  <a:close/>
                  <a:moveTo>
                    <a:pt x="366" y="7244"/>
                  </a:moveTo>
                  <a:cubicBezTo>
                    <a:pt x="163" y="7244"/>
                    <a:pt x="0" y="7448"/>
                    <a:pt x="0" y="7651"/>
                  </a:cubicBezTo>
                  <a:cubicBezTo>
                    <a:pt x="0" y="7855"/>
                    <a:pt x="163" y="8018"/>
                    <a:pt x="366" y="8018"/>
                  </a:cubicBezTo>
                  <a:lnTo>
                    <a:pt x="1954" y="8018"/>
                  </a:lnTo>
                  <a:cubicBezTo>
                    <a:pt x="2157" y="8018"/>
                    <a:pt x="2360" y="7855"/>
                    <a:pt x="2360" y="7651"/>
                  </a:cubicBezTo>
                  <a:cubicBezTo>
                    <a:pt x="2360" y="7448"/>
                    <a:pt x="2157" y="7244"/>
                    <a:pt x="1954" y="7244"/>
                  </a:cubicBezTo>
                  <a:close/>
                  <a:moveTo>
                    <a:pt x="3703" y="7244"/>
                  </a:moveTo>
                  <a:cubicBezTo>
                    <a:pt x="3500" y="7244"/>
                    <a:pt x="3337" y="7448"/>
                    <a:pt x="3337" y="7651"/>
                  </a:cubicBezTo>
                  <a:cubicBezTo>
                    <a:pt x="3337" y="7855"/>
                    <a:pt x="3500" y="8018"/>
                    <a:pt x="3703" y="8018"/>
                  </a:cubicBezTo>
                  <a:lnTo>
                    <a:pt x="7855" y="8018"/>
                  </a:lnTo>
                  <a:cubicBezTo>
                    <a:pt x="8058" y="8018"/>
                    <a:pt x="8221" y="7855"/>
                    <a:pt x="8221" y="7651"/>
                  </a:cubicBezTo>
                  <a:cubicBezTo>
                    <a:pt x="8221" y="7448"/>
                    <a:pt x="8058" y="7244"/>
                    <a:pt x="7855" y="7244"/>
                  </a:cubicBezTo>
                  <a:close/>
                  <a:moveTo>
                    <a:pt x="14203" y="8750"/>
                  </a:moveTo>
                  <a:cubicBezTo>
                    <a:pt x="13959" y="8750"/>
                    <a:pt x="13756" y="8954"/>
                    <a:pt x="13756" y="9198"/>
                  </a:cubicBezTo>
                  <a:cubicBezTo>
                    <a:pt x="13756" y="9483"/>
                    <a:pt x="13959" y="9686"/>
                    <a:pt x="14203" y="9686"/>
                  </a:cubicBezTo>
                  <a:cubicBezTo>
                    <a:pt x="14448" y="9686"/>
                    <a:pt x="14651" y="9483"/>
                    <a:pt x="14651" y="9198"/>
                  </a:cubicBezTo>
                  <a:cubicBezTo>
                    <a:pt x="14651" y="8954"/>
                    <a:pt x="14448" y="8750"/>
                    <a:pt x="14203" y="8750"/>
                  </a:cubicBezTo>
                  <a:close/>
                  <a:moveTo>
                    <a:pt x="15546" y="8750"/>
                  </a:moveTo>
                  <a:cubicBezTo>
                    <a:pt x="15302" y="8750"/>
                    <a:pt x="15099" y="8954"/>
                    <a:pt x="15099" y="9198"/>
                  </a:cubicBezTo>
                  <a:cubicBezTo>
                    <a:pt x="15099" y="9483"/>
                    <a:pt x="15302" y="9686"/>
                    <a:pt x="15546" y="9686"/>
                  </a:cubicBezTo>
                  <a:cubicBezTo>
                    <a:pt x="15791" y="9686"/>
                    <a:pt x="15994" y="9483"/>
                    <a:pt x="15994" y="9198"/>
                  </a:cubicBezTo>
                  <a:cubicBezTo>
                    <a:pt x="15994" y="8954"/>
                    <a:pt x="15791" y="8750"/>
                    <a:pt x="15546" y="8750"/>
                  </a:cubicBezTo>
                  <a:close/>
                  <a:moveTo>
                    <a:pt x="16889" y="8750"/>
                  </a:moveTo>
                  <a:cubicBezTo>
                    <a:pt x="16645" y="8750"/>
                    <a:pt x="16442" y="8954"/>
                    <a:pt x="16442" y="9198"/>
                  </a:cubicBezTo>
                  <a:cubicBezTo>
                    <a:pt x="16442" y="9483"/>
                    <a:pt x="16645" y="9686"/>
                    <a:pt x="16889" y="9686"/>
                  </a:cubicBezTo>
                  <a:cubicBezTo>
                    <a:pt x="17134" y="9686"/>
                    <a:pt x="17337" y="9483"/>
                    <a:pt x="17337" y="9198"/>
                  </a:cubicBezTo>
                  <a:cubicBezTo>
                    <a:pt x="17337" y="8954"/>
                    <a:pt x="17134" y="8750"/>
                    <a:pt x="16889" y="8750"/>
                  </a:cubicBezTo>
                  <a:close/>
                  <a:moveTo>
                    <a:pt x="18232" y="8750"/>
                  </a:moveTo>
                  <a:cubicBezTo>
                    <a:pt x="17988" y="8750"/>
                    <a:pt x="17785" y="8954"/>
                    <a:pt x="17785" y="9198"/>
                  </a:cubicBezTo>
                  <a:cubicBezTo>
                    <a:pt x="17785" y="9483"/>
                    <a:pt x="17988" y="9686"/>
                    <a:pt x="18232" y="9686"/>
                  </a:cubicBezTo>
                  <a:cubicBezTo>
                    <a:pt x="18477" y="9686"/>
                    <a:pt x="18680" y="9483"/>
                    <a:pt x="18680" y="9198"/>
                  </a:cubicBezTo>
                  <a:cubicBezTo>
                    <a:pt x="18680" y="8954"/>
                    <a:pt x="18477" y="8750"/>
                    <a:pt x="18232" y="8750"/>
                  </a:cubicBezTo>
                  <a:close/>
                  <a:moveTo>
                    <a:pt x="19575" y="8750"/>
                  </a:moveTo>
                  <a:cubicBezTo>
                    <a:pt x="19331" y="8750"/>
                    <a:pt x="19128" y="8954"/>
                    <a:pt x="19128" y="9198"/>
                  </a:cubicBezTo>
                  <a:cubicBezTo>
                    <a:pt x="19128" y="9483"/>
                    <a:pt x="19331" y="9686"/>
                    <a:pt x="19575" y="9686"/>
                  </a:cubicBezTo>
                  <a:cubicBezTo>
                    <a:pt x="19820" y="9686"/>
                    <a:pt x="20023" y="9483"/>
                    <a:pt x="20023" y="9198"/>
                  </a:cubicBezTo>
                  <a:cubicBezTo>
                    <a:pt x="20023" y="8954"/>
                    <a:pt x="19820" y="8750"/>
                    <a:pt x="19575" y="8750"/>
                  </a:cubicBezTo>
                  <a:close/>
                  <a:moveTo>
                    <a:pt x="20918" y="8750"/>
                  </a:moveTo>
                  <a:cubicBezTo>
                    <a:pt x="20674" y="8750"/>
                    <a:pt x="20471" y="8954"/>
                    <a:pt x="20471" y="9198"/>
                  </a:cubicBezTo>
                  <a:cubicBezTo>
                    <a:pt x="20471" y="9483"/>
                    <a:pt x="20674" y="9686"/>
                    <a:pt x="20918" y="9686"/>
                  </a:cubicBezTo>
                  <a:cubicBezTo>
                    <a:pt x="21163" y="9686"/>
                    <a:pt x="21366" y="9483"/>
                    <a:pt x="21366" y="9198"/>
                  </a:cubicBezTo>
                  <a:cubicBezTo>
                    <a:pt x="21366" y="8954"/>
                    <a:pt x="21163" y="8750"/>
                    <a:pt x="20918" y="8750"/>
                  </a:cubicBezTo>
                  <a:close/>
                  <a:moveTo>
                    <a:pt x="366" y="9035"/>
                  </a:moveTo>
                  <a:cubicBezTo>
                    <a:pt x="163" y="9035"/>
                    <a:pt x="0" y="9239"/>
                    <a:pt x="0" y="9442"/>
                  </a:cubicBezTo>
                  <a:cubicBezTo>
                    <a:pt x="0" y="9646"/>
                    <a:pt x="163" y="9849"/>
                    <a:pt x="366" y="9849"/>
                  </a:cubicBezTo>
                  <a:lnTo>
                    <a:pt x="1954" y="9849"/>
                  </a:lnTo>
                  <a:cubicBezTo>
                    <a:pt x="2157" y="9849"/>
                    <a:pt x="2360" y="9646"/>
                    <a:pt x="2360" y="9442"/>
                  </a:cubicBezTo>
                  <a:cubicBezTo>
                    <a:pt x="2360" y="9239"/>
                    <a:pt x="2157" y="9035"/>
                    <a:pt x="1954" y="9035"/>
                  </a:cubicBezTo>
                  <a:close/>
                  <a:moveTo>
                    <a:pt x="8669" y="9035"/>
                  </a:moveTo>
                  <a:cubicBezTo>
                    <a:pt x="8424" y="9035"/>
                    <a:pt x="8262" y="9239"/>
                    <a:pt x="8262" y="9442"/>
                  </a:cubicBezTo>
                  <a:cubicBezTo>
                    <a:pt x="8262" y="9646"/>
                    <a:pt x="8424" y="9849"/>
                    <a:pt x="8669" y="9849"/>
                  </a:cubicBezTo>
                  <a:lnTo>
                    <a:pt x="12779" y="9849"/>
                  </a:lnTo>
                  <a:cubicBezTo>
                    <a:pt x="12982" y="9849"/>
                    <a:pt x="13145" y="9646"/>
                    <a:pt x="13145" y="9442"/>
                  </a:cubicBezTo>
                  <a:cubicBezTo>
                    <a:pt x="13145" y="9239"/>
                    <a:pt x="12982" y="9035"/>
                    <a:pt x="12779" y="9035"/>
                  </a:cubicBezTo>
                  <a:close/>
                  <a:moveTo>
                    <a:pt x="366" y="10866"/>
                  </a:moveTo>
                  <a:cubicBezTo>
                    <a:pt x="163" y="10866"/>
                    <a:pt x="0" y="11029"/>
                    <a:pt x="0" y="11233"/>
                  </a:cubicBezTo>
                  <a:cubicBezTo>
                    <a:pt x="0" y="11436"/>
                    <a:pt x="163" y="11640"/>
                    <a:pt x="366" y="11640"/>
                  </a:cubicBezTo>
                  <a:lnTo>
                    <a:pt x="1954" y="11640"/>
                  </a:lnTo>
                  <a:cubicBezTo>
                    <a:pt x="2157" y="11640"/>
                    <a:pt x="2360" y="11436"/>
                    <a:pt x="2360" y="11233"/>
                  </a:cubicBezTo>
                  <a:cubicBezTo>
                    <a:pt x="2360" y="11029"/>
                    <a:pt x="2157" y="10866"/>
                    <a:pt x="1954" y="10866"/>
                  </a:cubicBezTo>
                  <a:close/>
                  <a:moveTo>
                    <a:pt x="8669" y="10866"/>
                  </a:moveTo>
                  <a:cubicBezTo>
                    <a:pt x="8424" y="10866"/>
                    <a:pt x="8262" y="11029"/>
                    <a:pt x="8262" y="11233"/>
                  </a:cubicBezTo>
                  <a:cubicBezTo>
                    <a:pt x="8262" y="11436"/>
                    <a:pt x="8424" y="11640"/>
                    <a:pt x="8669" y="11640"/>
                  </a:cubicBezTo>
                  <a:lnTo>
                    <a:pt x="12779" y="11640"/>
                  </a:lnTo>
                  <a:cubicBezTo>
                    <a:pt x="12982" y="11640"/>
                    <a:pt x="13145" y="11436"/>
                    <a:pt x="13145" y="11233"/>
                  </a:cubicBezTo>
                  <a:cubicBezTo>
                    <a:pt x="13145" y="11029"/>
                    <a:pt x="12982" y="10866"/>
                    <a:pt x="12779" y="10866"/>
                  </a:cubicBezTo>
                  <a:close/>
                  <a:moveTo>
                    <a:pt x="14203" y="12454"/>
                  </a:moveTo>
                  <a:cubicBezTo>
                    <a:pt x="13959" y="12454"/>
                    <a:pt x="13756" y="12657"/>
                    <a:pt x="13756" y="12942"/>
                  </a:cubicBezTo>
                  <a:cubicBezTo>
                    <a:pt x="13756" y="13186"/>
                    <a:pt x="13959" y="13390"/>
                    <a:pt x="14203" y="13390"/>
                  </a:cubicBezTo>
                  <a:cubicBezTo>
                    <a:pt x="14448" y="13390"/>
                    <a:pt x="14651" y="13186"/>
                    <a:pt x="14651" y="12942"/>
                  </a:cubicBezTo>
                  <a:cubicBezTo>
                    <a:pt x="14651" y="12657"/>
                    <a:pt x="14448" y="12454"/>
                    <a:pt x="14203" y="12454"/>
                  </a:cubicBezTo>
                  <a:close/>
                  <a:moveTo>
                    <a:pt x="15546" y="12454"/>
                  </a:moveTo>
                  <a:cubicBezTo>
                    <a:pt x="15302" y="12454"/>
                    <a:pt x="15099" y="12657"/>
                    <a:pt x="15099" y="12942"/>
                  </a:cubicBezTo>
                  <a:cubicBezTo>
                    <a:pt x="15099" y="13186"/>
                    <a:pt x="15302" y="13390"/>
                    <a:pt x="15546" y="13390"/>
                  </a:cubicBezTo>
                  <a:cubicBezTo>
                    <a:pt x="15791" y="13390"/>
                    <a:pt x="15994" y="13186"/>
                    <a:pt x="15994" y="12942"/>
                  </a:cubicBezTo>
                  <a:cubicBezTo>
                    <a:pt x="15994" y="12657"/>
                    <a:pt x="15791" y="12454"/>
                    <a:pt x="15546" y="12454"/>
                  </a:cubicBezTo>
                  <a:close/>
                  <a:moveTo>
                    <a:pt x="16889" y="12454"/>
                  </a:moveTo>
                  <a:cubicBezTo>
                    <a:pt x="16645" y="12454"/>
                    <a:pt x="16442" y="12657"/>
                    <a:pt x="16442" y="12942"/>
                  </a:cubicBezTo>
                  <a:cubicBezTo>
                    <a:pt x="16442" y="13186"/>
                    <a:pt x="16645" y="13390"/>
                    <a:pt x="16889" y="13390"/>
                  </a:cubicBezTo>
                  <a:cubicBezTo>
                    <a:pt x="17134" y="13390"/>
                    <a:pt x="17337" y="13186"/>
                    <a:pt x="17337" y="12942"/>
                  </a:cubicBezTo>
                  <a:cubicBezTo>
                    <a:pt x="17337" y="12657"/>
                    <a:pt x="17134" y="12454"/>
                    <a:pt x="16889" y="12454"/>
                  </a:cubicBezTo>
                  <a:close/>
                  <a:moveTo>
                    <a:pt x="18232" y="12454"/>
                  </a:moveTo>
                  <a:cubicBezTo>
                    <a:pt x="17988" y="12454"/>
                    <a:pt x="17785" y="12657"/>
                    <a:pt x="17785" y="12942"/>
                  </a:cubicBezTo>
                  <a:cubicBezTo>
                    <a:pt x="17785" y="13186"/>
                    <a:pt x="17988" y="13390"/>
                    <a:pt x="18232" y="13390"/>
                  </a:cubicBezTo>
                  <a:cubicBezTo>
                    <a:pt x="18477" y="13390"/>
                    <a:pt x="18680" y="13186"/>
                    <a:pt x="18680" y="12942"/>
                  </a:cubicBezTo>
                  <a:cubicBezTo>
                    <a:pt x="18680" y="12657"/>
                    <a:pt x="18477" y="12454"/>
                    <a:pt x="18232" y="12454"/>
                  </a:cubicBezTo>
                  <a:close/>
                  <a:moveTo>
                    <a:pt x="19575" y="12454"/>
                  </a:moveTo>
                  <a:cubicBezTo>
                    <a:pt x="19331" y="12454"/>
                    <a:pt x="19128" y="12657"/>
                    <a:pt x="19128" y="12942"/>
                  </a:cubicBezTo>
                  <a:cubicBezTo>
                    <a:pt x="19128" y="13186"/>
                    <a:pt x="19331" y="13390"/>
                    <a:pt x="19575" y="13390"/>
                  </a:cubicBezTo>
                  <a:cubicBezTo>
                    <a:pt x="19820" y="13390"/>
                    <a:pt x="20023" y="13186"/>
                    <a:pt x="20023" y="12942"/>
                  </a:cubicBezTo>
                  <a:cubicBezTo>
                    <a:pt x="20023" y="12657"/>
                    <a:pt x="19820" y="12454"/>
                    <a:pt x="19575" y="12454"/>
                  </a:cubicBezTo>
                  <a:close/>
                  <a:moveTo>
                    <a:pt x="20918" y="12454"/>
                  </a:moveTo>
                  <a:cubicBezTo>
                    <a:pt x="20674" y="12454"/>
                    <a:pt x="20471" y="12657"/>
                    <a:pt x="20471" y="12942"/>
                  </a:cubicBezTo>
                  <a:cubicBezTo>
                    <a:pt x="20471" y="13186"/>
                    <a:pt x="20674" y="13390"/>
                    <a:pt x="20918" y="13390"/>
                  </a:cubicBezTo>
                  <a:cubicBezTo>
                    <a:pt x="21163" y="13390"/>
                    <a:pt x="21366" y="13186"/>
                    <a:pt x="21366" y="12942"/>
                  </a:cubicBezTo>
                  <a:cubicBezTo>
                    <a:pt x="21366" y="12657"/>
                    <a:pt x="21163" y="12454"/>
                    <a:pt x="20918" y="12454"/>
                  </a:cubicBezTo>
                  <a:close/>
                  <a:moveTo>
                    <a:pt x="366" y="12657"/>
                  </a:moveTo>
                  <a:cubicBezTo>
                    <a:pt x="163" y="12657"/>
                    <a:pt x="0" y="12820"/>
                    <a:pt x="0" y="13023"/>
                  </a:cubicBezTo>
                  <a:cubicBezTo>
                    <a:pt x="0" y="13268"/>
                    <a:pt x="163" y="13430"/>
                    <a:pt x="366" y="13430"/>
                  </a:cubicBezTo>
                  <a:lnTo>
                    <a:pt x="1954" y="13430"/>
                  </a:lnTo>
                  <a:cubicBezTo>
                    <a:pt x="2157" y="13430"/>
                    <a:pt x="2360" y="13268"/>
                    <a:pt x="2360" y="13023"/>
                  </a:cubicBezTo>
                  <a:cubicBezTo>
                    <a:pt x="2360" y="12820"/>
                    <a:pt x="2157" y="12657"/>
                    <a:pt x="1954" y="12657"/>
                  </a:cubicBezTo>
                  <a:close/>
                  <a:moveTo>
                    <a:pt x="8669" y="12657"/>
                  </a:moveTo>
                  <a:cubicBezTo>
                    <a:pt x="8424" y="12657"/>
                    <a:pt x="8262" y="12820"/>
                    <a:pt x="8262" y="13023"/>
                  </a:cubicBezTo>
                  <a:cubicBezTo>
                    <a:pt x="8262" y="13268"/>
                    <a:pt x="8424" y="13430"/>
                    <a:pt x="8669" y="13430"/>
                  </a:cubicBezTo>
                  <a:lnTo>
                    <a:pt x="12779" y="13430"/>
                  </a:lnTo>
                  <a:cubicBezTo>
                    <a:pt x="12982" y="13430"/>
                    <a:pt x="13145" y="13268"/>
                    <a:pt x="13145" y="13023"/>
                  </a:cubicBezTo>
                  <a:cubicBezTo>
                    <a:pt x="13145" y="12820"/>
                    <a:pt x="12982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6" name="Google Shape;2116;p35"/>
            <p:cNvSpPr/>
            <p:nvPr/>
          </p:nvSpPr>
          <p:spPr>
            <a:xfrm>
              <a:off x="3173075" y="2324875"/>
              <a:ext cx="135325" cy="249275"/>
            </a:xfrm>
            <a:custGeom>
              <a:rect b="b" l="l" r="r" t="t"/>
              <a:pathLst>
                <a:path extrusionOk="0" h="9971" w="5413">
                  <a:moveTo>
                    <a:pt x="3052" y="692"/>
                  </a:moveTo>
                  <a:cubicBezTo>
                    <a:pt x="3256" y="692"/>
                    <a:pt x="3459" y="814"/>
                    <a:pt x="3663" y="977"/>
                  </a:cubicBezTo>
                  <a:cubicBezTo>
                    <a:pt x="3948" y="1221"/>
                    <a:pt x="4233" y="1709"/>
                    <a:pt x="4436" y="2320"/>
                  </a:cubicBezTo>
                  <a:cubicBezTo>
                    <a:pt x="4640" y="2930"/>
                    <a:pt x="4762" y="3663"/>
                    <a:pt x="4762" y="4477"/>
                  </a:cubicBezTo>
                  <a:cubicBezTo>
                    <a:pt x="4762" y="4680"/>
                    <a:pt x="4762" y="4924"/>
                    <a:pt x="4721" y="5169"/>
                  </a:cubicBezTo>
                  <a:cubicBezTo>
                    <a:pt x="4640" y="6349"/>
                    <a:pt x="4314" y="7448"/>
                    <a:pt x="3866" y="8180"/>
                  </a:cubicBezTo>
                  <a:cubicBezTo>
                    <a:pt x="3663" y="8546"/>
                    <a:pt x="3419" y="8831"/>
                    <a:pt x="3134" y="9035"/>
                  </a:cubicBezTo>
                  <a:cubicBezTo>
                    <a:pt x="2890" y="9238"/>
                    <a:pt x="2686" y="9320"/>
                    <a:pt x="2442" y="9320"/>
                  </a:cubicBezTo>
                  <a:lnTo>
                    <a:pt x="2361" y="9320"/>
                  </a:lnTo>
                  <a:cubicBezTo>
                    <a:pt x="2157" y="9279"/>
                    <a:pt x="1954" y="9198"/>
                    <a:pt x="1750" y="9035"/>
                  </a:cubicBezTo>
                  <a:cubicBezTo>
                    <a:pt x="1465" y="8750"/>
                    <a:pt x="1180" y="8302"/>
                    <a:pt x="977" y="7692"/>
                  </a:cubicBezTo>
                  <a:cubicBezTo>
                    <a:pt x="773" y="7081"/>
                    <a:pt x="651" y="6349"/>
                    <a:pt x="651" y="5535"/>
                  </a:cubicBezTo>
                  <a:cubicBezTo>
                    <a:pt x="651" y="5291"/>
                    <a:pt x="692" y="5087"/>
                    <a:pt x="692" y="4843"/>
                  </a:cubicBezTo>
                  <a:cubicBezTo>
                    <a:pt x="773" y="3622"/>
                    <a:pt x="1099" y="2564"/>
                    <a:pt x="1547" y="1831"/>
                  </a:cubicBezTo>
                  <a:cubicBezTo>
                    <a:pt x="1791" y="1424"/>
                    <a:pt x="2035" y="1140"/>
                    <a:pt x="2279" y="977"/>
                  </a:cubicBezTo>
                  <a:cubicBezTo>
                    <a:pt x="2523" y="773"/>
                    <a:pt x="2768" y="692"/>
                    <a:pt x="2971" y="692"/>
                  </a:cubicBezTo>
                  <a:close/>
                  <a:moveTo>
                    <a:pt x="2971" y="0"/>
                  </a:moveTo>
                  <a:cubicBezTo>
                    <a:pt x="2564" y="0"/>
                    <a:pt x="2198" y="163"/>
                    <a:pt x="1872" y="407"/>
                  </a:cubicBezTo>
                  <a:cubicBezTo>
                    <a:pt x="1343" y="814"/>
                    <a:pt x="936" y="1424"/>
                    <a:pt x="611" y="2157"/>
                  </a:cubicBezTo>
                  <a:cubicBezTo>
                    <a:pt x="326" y="2930"/>
                    <a:pt x="82" y="3826"/>
                    <a:pt x="0" y="4802"/>
                  </a:cubicBezTo>
                  <a:cubicBezTo>
                    <a:pt x="0" y="5046"/>
                    <a:pt x="0" y="5291"/>
                    <a:pt x="0" y="5535"/>
                  </a:cubicBezTo>
                  <a:cubicBezTo>
                    <a:pt x="0" y="6674"/>
                    <a:pt x="204" y="7732"/>
                    <a:pt x="611" y="8546"/>
                  </a:cubicBezTo>
                  <a:cubicBezTo>
                    <a:pt x="773" y="8953"/>
                    <a:pt x="1018" y="9279"/>
                    <a:pt x="1302" y="9523"/>
                  </a:cubicBezTo>
                  <a:cubicBezTo>
                    <a:pt x="1587" y="9767"/>
                    <a:pt x="1954" y="9930"/>
                    <a:pt x="2320" y="9971"/>
                  </a:cubicBezTo>
                  <a:lnTo>
                    <a:pt x="2442" y="9971"/>
                  </a:lnTo>
                  <a:cubicBezTo>
                    <a:pt x="2849" y="9971"/>
                    <a:pt x="3215" y="9808"/>
                    <a:pt x="3581" y="9564"/>
                  </a:cubicBezTo>
                  <a:cubicBezTo>
                    <a:pt x="4070" y="9198"/>
                    <a:pt x="4477" y="8587"/>
                    <a:pt x="4802" y="7814"/>
                  </a:cubicBezTo>
                  <a:cubicBezTo>
                    <a:pt x="5128" y="7081"/>
                    <a:pt x="5331" y="6186"/>
                    <a:pt x="5413" y="5209"/>
                  </a:cubicBezTo>
                  <a:cubicBezTo>
                    <a:pt x="5413" y="4965"/>
                    <a:pt x="5413" y="4721"/>
                    <a:pt x="5413" y="4477"/>
                  </a:cubicBezTo>
                  <a:cubicBezTo>
                    <a:pt x="5413" y="3296"/>
                    <a:pt x="5209" y="2238"/>
                    <a:pt x="4843" y="1465"/>
                  </a:cubicBezTo>
                  <a:cubicBezTo>
                    <a:pt x="4640" y="1058"/>
                    <a:pt x="4395" y="733"/>
                    <a:pt x="4111" y="448"/>
                  </a:cubicBezTo>
                  <a:cubicBezTo>
                    <a:pt x="3826" y="203"/>
                    <a:pt x="3459" y="41"/>
                    <a:pt x="30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7" name="Google Shape;2117;p35"/>
            <p:cNvSpPr/>
            <p:nvPr/>
          </p:nvSpPr>
          <p:spPr>
            <a:xfrm>
              <a:off x="2390675" y="1910275"/>
              <a:ext cx="866850" cy="1118675"/>
            </a:xfrm>
            <a:custGeom>
              <a:rect b="b" l="l" r="r" t="t"/>
              <a:pathLst>
                <a:path extrusionOk="0" h="44747" w="34674">
                  <a:moveTo>
                    <a:pt x="20542" y="1"/>
                  </a:moveTo>
                  <a:cubicBezTo>
                    <a:pt x="16954" y="1"/>
                    <a:pt x="13117" y="564"/>
                    <a:pt x="9849" y="2096"/>
                  </a:cubicBezTo>
                  <a:cubicBezTo>
                    <a:pt x="1465" y="6043"/>
                    <a:pt x="3297" y="19799"/>
                    <a:pt x="3297" y="19799"/>
                  </a:cubicBezTo>
                  <a:cubicBezTo>
                    <a:pt x="3297" y="19799"/>
                    <a:pt x="5128" y="25700"/>
                    <a:pt x="3948" y="29526"/>
                  </a:cubicBezTo>
                  <a:cubicBezTo>
                    <a:pt x="2767" y="33311"/>
                    <a:pt x="0" y="36200"/>
                    <a:pt x="0" y="36200"/>
                  </a:cubicBezTo>
                  <a:lnTo>
                    <a:pt x="19168" y="44746"/>
                  </a:lnTo>
                  <a:cubicBezTo>
                    <a:pt x="19168" y="44746"/>
                    <a:pt x="19820" y="41979"/>
                    <a:pt x="20104" y="41206"/>
                  </a:cubicBezTo>
                  <a:cubicBezTo>
                    <a:pt x="20349" y="40433"/>
                    <a:pt x="22343" y="40148"/>
                    <a:pt x="22343" y="40148"/>
                  </a:cubicBezTo>
                  <a:cubicBezTo>
                    <a:pt x="22343" y="40148"/>
                    <a:pt x="25362" y="41619"/>
                    <a:pt x="26748" y="41619"/>
                  </a:cubicBezTo>
                  <a:cubicBezTo>
                    <a:pt x="26802" y="41619"/>
                    <a:pt x="26853" y="41617"/>
                    <a:pt x="26901" y="41613"/>
                  </a:cubicBezTo>
                  <a:cubicBezTo>
                    <a:pt x="28244" y="41450"/>
                    <a:pt x="27837" y="40799"/>
                    <a:pt x="28895" y="38845"/>
                  </a:cubicBezTo>
                  <a:cubicBezTo>
                    <a:pt x="29953" y="36851"/>
                    <a:pt x="33738" y="26758"/>
                    <a:pt x="33738" y="24683"/>
                  </a:cubicBezTo>
                  <a:cubicBezTo>
                    <a:pt x="33738" y="22566"/>
                    <a:pt x="32029" y="21264"/>
                    <a:pt x="32029" y="20206"/>
                  </a:cubicBezTo>
                  <a:cubicBezTo>
                    <a:pt x="32029" y="19148"/>
                    <a:pt x="33087" y="17724"/>
                    <a:pt x="33860" y="15485"/>
                  </a:cubicBezTo>
                  <a:cubicBezTo>
                    <a:pt x="34674" y="13247"/>
                    <a:pt x="34389" y="8526"/>
                    <a:pt x="34389" y="8526"/>
                  </a:cubicBezTo>
                  <a:cubicBezTo>
                    <a:pt x="34389" y="8526"/>
                    <a:pt x="34389" y="4578"/>
                    <a:pt x="32436" y="2625"/>
                  </a:cubicBezTo>
                  <a:cubicBezTo>
                    <a:pt x="31240" y="1404"/>
                    <a:pt x="26202" y="1"/>
                    <a:pt x="205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8" name="Google Shape;2118;p35"/>
            <p:cNvSpPr/>
            <p:nvPr/>
          </p:nvSpPr>
          <p:spPr>
            <a:xfrm>
              <a:off x="2431350" y="1943325"/>
              <a:ext cx="633900" cy="998125"/>
            </a:xfrm>
            <a:custGeom>
              <a:rect b="b" l="l" r="r" t="t"/>
              <a:pathLst>
                <a:path extrusionOk="0" h="39925" w="25356">
                  <a:moveTo>
                    <a:pt x="11233" y="1"/>
                  </a:moveTo>
                  <a:cubicBezTo>
                    <a:pt x="10257" y="285"/>
                    <a:pt x="9280" y="652"/>
                    <a:pt x="8385" y="1059"/>
                  </a:cubicBezTo>
                  <a:cubicBezTo>
                    <a:pt x="5576" y="2402"/>
                    <a:pt x="3949" y="4844"/>
                    <a:pt x="3013" y="7570"/>
                  </a:cubicBezTo>
                  <a:cubicBezTo>
                    <a:pt x="2077" y="10256"/>
                    <a:pt x="1832" y="13186"/>
                    <a:pt x="1832" y="15343"/>
                  </a:cubicBezTo>
                  <a:cubicBezTo>
                    <a:pt x="1832" y="16727"/>
                    <a:pt x="1914" y="17785"/>
                    <a:pt x="1995" y="18233"/>
                  </a:cubicBezTo>
                  <a:cubicBezTo>
                    <a:pt x="1995" y="18314"/>
                    <a:pt x="1995" y="18396"/>
                    <a:pt x="1995" y="18396"/>
                  </a:cubicBezTo>
                  <a:cubicBezTo>
                    <a:pt x="2117" y="18762"/>
                    <a:pt x="3053" y="21977"/>
                    <a:pt x="3053" y="25151"/>
                  </a:cubicBezTo>
                  <a:cubicBezTo>
                    <a:pt x="3053" y="26250"/>
                    <a:pt x="2931" y="27308"/>
                    <a:pt x="2646" y="28285"/>
                  </a:cubicBezTo>
                  <a:cubicBezTo>
                    <a:pt x="1995" y="30401"/>
                    <a:pt x="896" y="32192"/>
                    <a:pt x="1" y="33413"/>
                  </a:cubicBezTo>
                  <a:cubicBezTo>
                    <a:pt x="774" y="33616"/>
                    <a:pt x="1629" y="33861"/>
                    <a:pt x="2606" y="34227"/>
                  </a:cubicBezTo>
                  <a:cubicBezTo>
                    <a:pt x="5047" y="35163"/>
                    <a:pt x="9402" y="37320"/>
                    <a:pt x="13024" y="39355"/>
                  </a:cubicBezTo>
                  <a:lnTo>
                    <a:pt x="18396" y="38622"/>
                  </a:lnTo>
                  <a:cubicBezTo>
                    <a:pt x="18396" y="38622"/>
                    <a:pt x="18681" y="38744"/>
                    <a:pt x="19088" y="38907"/>
                  </a:cubicBezTo>
                  <a:cubicBezTo>
                    <a:pt x="19251" y="38866"/>
                    <a:pt x="19413" y="38785"/>
                    <a:pt x="19576" y="38744"/>
                  </a:cubicBezTo>
                  <a:cubicBezTo>
                    <a:pt x="20146" y="38541"/>
                    <a:pt x="20634" y="38500"/>
                    <a:pt x="20634" y="38500"/>
                  </a:cubicBezTo>
                  <a:lnTo>
                    <a:pt x="20716" y="38500"/>
                  </a:lnTo>
                  <a:cubicBezTo>
                    <a:pt x="20756" y="38500"/>
                    <a:pt x="20797" y="38500"/>
                    <a:pt x="20838" y="38541"/>
                  </a:cubicBezTo>
                  <a:cubicBezTo>
                    <a:pt x="20838" y="38541"/>
                    <a:pt x="20960" y="38582"/>
                    <a:pt x="21123" y="38663"/>
                  </a:cubicBezTo>
                  <a:cubicBezTo>
                    <a:pt x="21326" y="38744"/>
                    <a:pt x="21570" y="38866"/>
                    <a:pt x="21855" y="38988"/>
                  </a:cubicBezTo>
                  <a:cubicBezTo>
                    <a:pt x="22466" y="39233"/>
                    <a:pt x="23239" y="39518"/>
                    <a:pt x="23931" y="39721"/>
                  </a:cubicBezTo>
                  <a:cubicBezTo>
                    <a:pt x="24379" y="39843"/>
                    <a:pt x="24826" y="39925"/>
                    <a:pt x="25111" y="39925"/>
                  </a:cubicBezTo>
                  <a:lnTo>
                    <a:pt x="25355" y="39925"/>
                  </a:lnTo>
                  <a:cubicBezTo>
                    <a:pt x="25192" y="38459"/>
                    <a:pt x="20309" y="34552"/>
                    <a:pt x="20512" y="28977"/>
                  </a:cubicBezTo>
                  <a:cubicBezTo>
                    <a:pt x="20756" y="22872"/>
                    <a:pt x="19129" y="15099"/>
                    <a:pt x="19129" y="15099"/>
                  </a:cubicBezTo>
                  <a:cubicBezTo>
                    <a:pt x="19129" y="15099"/>
                    <a:pt x="19332" y="13186"/>
                    <a:pt x="15832" y="7326"/>
                  </a:cubicBezTo>
                  <a:cubicBezTo>
                    <a:pt x="14571" y="5210"/>
                    <a:pt x="13105" y="2524"/>
                    <a:pt x="112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9" name="Google Shape;2119;p35"/>
            <p:cNvSpPr/>
            <p:nvPr/>
          </p:nvSpPr>
          <p:spPr>
            <a:xfrm>
              <a:off x="2939050" y="2055250"/>
              <a:ext cx="304250" cy="177050"/>
            </a:xfrm>
            <a:custGeom>
              <a:rect b="b" l="l" r="r" t="t"/>
              <a:pathLst>
                <a:path extrusionOk="0" h="7082" w="12170">
                  <a:moveTo>
                    <a:pt x="7733" y="0"/>
                  </a:moveTo>
                  <a:cubicBezTo>
                    <a:pt x="1385" y="0"/>
                    <a:pt x="1" y="2605"/>
                    <a:pt x="1873" y="4233"/>
                  </a:cubicBezTo>
                  <a:lnTo>
                    <a:pt x="6594" y="4029"/>
                  </a:lnTo>
                  <a:lnTo>
                    <a:pt x="6594" y="4029"/>
                  </a:lnTo>
                  <a:cubicBezTo>
                    <a:pt x="6594" y="4029"/>
                    <a:pt x="3745" y="7082"/>
                    <a:pt x="7041" y="7082"/>
                  </a:cubicBezTo>
                  <a:cubicBezTo>
                    <a:pt x="9605" y="7082"/>
                    <a:pt x="11437" y="6593"/>
                    <a:pt x="12169" y="5535"/>
                  </a:cubicBezTo>
                  <a:cubicBezTo>
                    <a:pt x="12169" y="5169"/>
                    <a:pt x="12169" y="4843"/>
                    <a:pt x="12169" y="4518"/>
                  </a:cubicBezTo>
                  <a:cubicBezTo>
                    <a:pt x="12169" y="3989"/>
                    <a:pt x="12169" y="3541"/>
                    <a:pt x="12129" y="3256"/>
                  </a:cubicBezTo>
                  <a:cubicBezTo>
                    <a:pt x="12129" y="2930"/>
                    <a:pt x="12129" y="2727"/>
                    <a:pt x="12129" y="2727"/>
                  </a:cubicBezTo>
                  <a:cubicBezTo>
                    <a:pt x="12129" y="2727"/>
                    <a:pt x="12129" y="2686"/>
                    <a:pt x="12129" y="2564"/>
                  </a:cubicBezTo>
                  <a:cubicBezTo>
                    <a:pt x="12129" y="2442"/>
                    <a:pt x="12129" y="2279"/>
                    <a:pt x="12088" y="2116"/>
                  </a:cubicBezTo>
                  <a:cubicBezTo>
                    <a:pt x="12088" y="1791"/>
                    <a:pt x="12006" y="1343"/>
                    <a:pt x="11925" y="896"/>
                  </a:cubicBezTo>
                  <a:cubicBezTo>
                    <a:pt x="11274" y="367"/>
                    <a:pt x="10012" y="0"/>
                    <a:pt x="77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0" name="Google Shape;2120;p35"/>
            <p:cNvSpPr/>
            <p:nvPr/>
          </p:nvSpPr>
          <p:spPr>
            <a:xfrm>
              <a:off x="2382525" y="1901600"/>
              <a:ext cx="878075" cy="1136150"/>
            </a:xfrm>
            <a:custGeom>
              <a:rect b="b" l="l" r="r" t="t"/>
              <a:pathLst>
                <a:path extrusionOk="0" h="45446" w="35123">
                  <a:moveTo>
                    <a:pt x="20837" y="693"/>
                  </a:moveTo>
                  <a:cubicBezTo>
                    <a:pt x="23646" y="693"/>
                    <a:pt x="26291" y="1059"/>
                    <a:pt x="28407" y="1547"/>
                  </a:cubicBezTo>
                  <a:cubicBezTo>
                    <a:pt x="29424" y="1792"/>
                    <a:pt x="30361" y="2077"/>
                    <a:pt x="31052" y="2361"/>
                  </a:cubicBezTo>
                  <a:cubicBezTo>
                    <a:pt x="31744" y="2646"/>
                    <a:pt x="32273" y="2972"/>
                    <a:pt x="32517" y="3216"/>
                  </a:cubicBezTo>
                  <a:cubicBezTo>
                    <a:pt x="33413" y="4111"/>
                    <a:pt x="33901" y="5536"/>
                    <a:pt x="34145" y="6716"/>
                  </a:cubicBezTo>
                  <a:cubicBezTo>
                    <a:pt x="34267" y="7326"/>
                    <a:pt x="34308" y="7856"/>
                    <a:pt x="34349" y="8262"/>
                  </a:cubicBezTo>
                  <a:cubicBezTo>
                    <a:pt x="34390" y="8425"/>
                    <a:pt x="34390" y="8588"/>
                    <a:pt x="34390" y="8710"/>
                  </a:cubicBezTo>
                  <a:cubicBezTo>
                    <a:pt x="34390" y="8832"/>
                    <a:pt x="34390" y="8873"/>
                    <a:pt x="34390" y="8873"/>
                  </a:cubicBezTo>
                  <a:cubicBezTo>
                    <a:pt x="34390" y="8873"/>
                    <a:pt x="34390" y="9076"/>
                    <a:pt x="34390" y="9402"/>
                  </a:cubicBezTo>
                  <a:cubicBezTo>
                    <a:pt x="34430" y="9687"/>
                    <a:pt x="34430" y="10135"/>
                    <a:pt x="34430" y="10664"/>
                  </a:cubicBezTo>
                  <a:cubicBezTo>
                    <a:pt x="34430" y="11437"/>
                    <a:pt x="34390" y="12414"/>
                    <a:pt x="34308" y="13309"/>
                  </a:cubicBezTo>
                  <a:cubicBezTo>
                    <a:pt x="34227" y="14204"/>
                    <a:pt x="34105" y="15100"/>
                    <a:pt x="33901" y="15710"/>
                  </a:cubicBezTo>
                  <a:cubicBezTo>
                    <a:pt x="33494" y="16809"/>
                    <a:pt x="33047" y="17704"/>
                    <a:pt x="32680" y="18478"/>
                  </a:cubicBezTo>
                  <a:cubicBezTo>
                    <a:pt x="32314" y="19251"/>
                    <a:pt x="32029" y="19902"/>
                    <a:pt x="32029" y="20553"/>
                  </a:cubicBezTo>
                  <a:cubicBezTo>
                    <a:pt x="32029" y="20919"/>
                    <a:pt x="32151" y="21245"/>
                    <a:pt x="32314" y="21570"/>
                  </a:cubicBezTo>
                  <a:cubicBezTo>
                    <a:pt x="32843" y="22507"/>
                    <a:pt x="33738" y="23565"/>
                    <a:pt x="33738" y="25030"/>
                  </a:cubicBezTo>
                  <a:cubicBezTo>
                    <a:pt x="33738" y="25233"/>
                    <a:pt x="33698" y="25600"/>
                    <a:pt x="33576" y="26088"/>
                  </a:cubicBezTo>
                  <a:cubicBezTo>
                    <a:pt x="33209" y="27716"/>
                    <a:pt x="32273" y="30565"/>
                    <a:pt x="31297" y="33169"/>
                  </a:cubicBezTo>
                  <a:cubicBezTo>
                    <a:pt x="30808" y="34472"/>
                    <a:pt x="30320" y="35733"/>
                    <a:pt x="29913" y="36751"/>
                  </a:cubicBezTo>
                  <a:cubicBezTo>
                    <a:pt x="29506" y="37809"/>
                    <a:pt x="29140" y="38623"/>
                    <a:pt x="28895" y="39030"/>
                  </a:cubicBezTo>
                  <a:cubicBezTo>
                    <a:pt x="28366" y="40047"/>
                    <a:pt x="28204" y="40739"/>
                    <a:pt x="28041" y="41105"/>
                  </a:cubicBezTo>
                  <a:cubicBezTo>
                    <a:pt x="27919" y="41309"/>
                    <a:pt x="27878" y="41390"/>
                    <a:pt x="27756" y="41471"/>
                  </a:cubicBezTo>
                  <a:cubicBezTo>
                    <a:pt x="27675" y="41512"/>
                    <a:pt x="27512" y="41594"/>
                    <a:pt x="27227" y="41594"/>
                  </a:cubicBezTo>
                  <a:lnTo>
                    <a:pt x="27064" y="41594"/>
                  </a:lnTo>
                  <a:cubicBezTo>
                    <a:pt x="26779" y="41594"/>
                    <a:pt x="26372" y="41512"/>
                    <a:pt x="25884" y="41390"/>
                  </a:cubicBezTo>
                  <a:cubicBezTo>
                    <a:pt x="25192" y="41187"/>
                    <a:pt x="24419" y="40902"/>
                    <a:pt x="23808" y="40657"/>
                  </a:cubicBezTo>
                  <a:cubicBezTo>
                    <a:pt x="23523" y="40535"/>
                    <a:pt x="23279" y="40413"/>
                    <a:pt x="23076" y="40332"/>
                  </a:cubicBezTo>
                  <a:cubicBezTo>
                    <a:pt x="22913" y="40251"/>
                    <a:pt x="22791" y="40210"/>
                    <a:pt x="22791" y="40210"/>
                  </a:cubicBezTo>
                  <a:cubicBezTo>
                    <a:pt x="22750" y="40169"/>
                    <a:pt x="22669" y="40169"/>
                    <a:pt x="22587" y="40169"/>
                  </a:cubicBezTo>
                  <a:cubicBezTo>
                    <a:pt x="22587" y="40169"/>
                    <a:pt x="22099" y="40210"/>
                    <a:pt x="21529" y="40413"/>
                  </a:cubicBezTo>
                  <a:cubicBezTo>
                    <a:pt x="21244" y="40495"/>
                    <a:pt x="20960" y="40617"/>
                    <a:pt x="20715" y="40780"/>
                  </a:cubicBezTo>
                  <a:cubicBezTo>
                    <a:pt x="20430" y="40902"/>
                    <a:pt x="20227" y="41105"/>
                    <a:pt x="20105" y="41431"/>
                  </a:cubicBezTo>
                  <a:cubicBezTo>
                    <a:pt x="19942" y="41878"/>
                    <a:pt x="19739" y="42733"/>
                    <a:pt x="19535" y="43547"/>
                  </a:cubicBezTo>
                  <a:cubicBezTo>
                    <a:pt x="19430" y="43946"/>
                    <a:pt x="19336" y="44324"/>
                    <a:pt x="19269" y="44596"/>
                  </a:cubicBezTo>
                  <a:lnTo>
                    <a:pt x="19269" y="44596"/>
                  </a:lnTo>
                  <a:lnTo>
                    <a:pt x="898" y="36444"/>
                  </a:lnTo>
                  <a:lnTo>
                    <a:pt x="898" y="36444"/>
                  </a:lnTo>
                  <a:cubicBezTo>
                    <a:pt x="1673" y="35558"/>
                    <a:pt x="3627" y="33066"/>
                    <a:pt x="4599" y="29954"/>
                  </a:cubicBezTo>
                  <a:cubicBezTo>
                    <a:pt x="4884" y="28977"/>
                    <a:pt x="5006" y="27919"/>
                    <a:pt x="5006" y="26820"/>
                  </a:cubicBezTo>
                  <a:cubicBezTo>
                    <a:pt x="5006" y="23483"/>
                    <a:pt x="3948" y="20065"/>
                    <a:pt x="3948" y="20065"/>
                  </a:cubicBezTo>
                  <a:cubicBezTo>
                    <a:pt x="3948" y="20029"/>
                    <a:pt x="3948" y="19972"/>
                    <a:pt x="3948" y="19902"/>
                  </a:cubicBezTo>
                  <a:cubicBezTo>
                    <a:pt x="3867" y="19454"/>
                    <a:pt x="3785" y="18396"/>
                    <a:pt x="3785" y="17012"/>
                  </a:cubicBezTo>
                  <a:cubicBezTo>
                    <a:pt x="3785" y="14855"/>
                    <a:pt x="4030" y="11925"/>
                    <a:pt x="4966" y="9239"/>
                  </a:cubicBezTo>
                  <a:cubicBezTo>
                    <a:pt x="5902" y="6513"/>
                    <a:pt x="7529" y="4071"/>
                    <a:pt x="10338" y="2728"/>
                  </a:cubicBezTo>
                  <a:cubicBezTo>
                    <a:pt x="13512" y="1263"/>
                    <a:pt x="17297" y="693"/>
                    <a:pt x="20837" y="693"/>
                  </a:cubicBezTo>
                  <a:close/>
                  <a:moveTo>
                    <a:pt x="20837" y="1"/>
                  </a:moveTo>
                  <a:cubicBezTo>
                    <a:pt x="17215" y="1"/>
                    <a:pt x="13349" y="571"/>
                    <a:pt x="10053" y="2117"/>
                  </a:cubicBezTo>
                  <a:cubicBezTo>
                    <a:pt x="7000" y="3542"/>
                    <a:pt x="5291" y="6187"/>
                    <a:pt x="4314" y="8995"/>
                  </a:cubicBezTo>
                  <a:cubicBezTo>
                    <a:pt x="3338" y="11844"/>
                    <a:pt x="3093" y="14815"/>
                    <a:pt x="3093" y="17012"/>
                  </a:cubicBezTo>
                  <a:cubicBezTo>
                    <a:pt x="3093" y="18884"/>
                    <a:pt x="3297" y="20187"/>
                    <a:pt x="3297" y="20187"/>
                  </a:cubicBezTo>
                  <a:lnTo>
                    <a:pt x="3297" y="20268"/>
                  </a:lnTo>
                  <a:cubicBezTo>
                    <a:pt x="3297" y="20268"/>
                    <a:pt x="3297" y="20309"/>
                    <a:pt x="3338" y="20390"/>
                  </a:cubicBezTo>
                  <a:cubicBezTo>
                    <a:pt x="3541" y="21082"/>
                    <a:pt x="4355" y="24012"/>
                    <a:pt x="4355" y="26820"/>
                  </a:cubicBezTo>
                  <a:cubicBezTo>
                    <a:pt x="4355" y="27879"/>
                    <a:pt x="4233" y="28896"/>
                    <a:pt x="3948" y="29751"/>
                  </a:cubicBezTo>
                  <a:cubicBezTo>
                    <a:pt x="3378" y="31623"/>
                    <a:pt x="2402" y="33251"/>
                    <a:pt x="1588" y="34431"/>
                  </a:cubicBezTo>
                  <a:cubicBezTo>
                    <a:pt x="1181" y="35041"/>
                    <a:pt x="814" y="35489"/>
                    <a:pt x="530" y="35815"/>
                  </a:cubicBezTo>
                  <a:cubicBezTo>
                    <a:pt x="407" y="35977"/>
                    <a:pt x="285" y="36099"/>
                    <a:pt x="204" y="36221"/>
                  </a:cubicBezTo>
                  <a:lnTo>
                    <a:pt x="123" y="36303"/>
                  </a:lnTo>
                  <a:lnTo>
                    <a:pt x="82" y="36344"/>
                  </a:lnTo>
                  <a:cubicBezTo>
                    <a:pt x="1" y="36425"/>
                    <a:pt x="1" y="36506"/>
                    <a:pt x="1" y="36628"/>
                  </a:cubicBezTo>
                  <a:cubicBezTo>
                    <a:pt x="41" y="36751"/>
                    <a:pt x="123" y="36832"/>
                    <a:pt x="204" y="36873"/>
                  </a:cubicBezTo>
                  <a:lnTo>
                    <a:pt x="19372" y="45419"/>
                  </a:lnTo>
                  <a:cubicBezTo>
                    <a:pt x="19406" y="45436"/>
                    <a:pt x="19447" y="45446"/>
                    <a:pt x="19489" y="45446"/>
                  </a:cubicBezTo>
                  <a:cubicBezTo>
                    <a:pt x="19548" y="45446"/>
                    <a:pt x="19610" y="45426"/>
                    <a:pt x="19657" y="45378"/>
                  </a:cubicBezTo>
                  <a:cubicBezTo>
                    <a:pt x="19739" y="45338"/>
                    <a:pt x="19820" y="45256"/>
                    <a:pt x="19820" y="45175"/>
                  </a:cubicBezTo>
                  <a:cubicBezTo>
                    <a:pt x="19820" y="45175"/>
                    <a:pt x="19983" y="44483"/>
                    <a:pt x="20186" y="43710"/>
                  </a:cubicBezTo>
                  <a:cubicBezTo>
                    <a:pt x="20390" y="42896"/>
                    <a:pt x="20634" y="42041"/>
                    <a:pt x="20756" y="41675"/>
                  </a:cubicBezTo>
                  <a:cubicBezTo>
                    <a:pt x="20756" y="41594"/>
                    <a:pt x="20878" y="41471"/>
                    <a:pt x="21041" y="41349"/>
                  </a:cubicBezTo>
                  <a:cubicBezTo>
                    <a:pt x="21326" y="41187"/>
                    <a:pt x="21773" y="41024"/>
                    <a:pt x="22099" y="40942"/>
                  </a:cubicBezTo>
                  <a:cubicBezTo>
                    <a:pt x="22262" y="40902"/>
                    <a:pt x="22425" y="40861"/>
                    <a:pt x="22547" y="40861"/>
                  </a:cubicBezTo>
                  <a:lnTo>
                    <a:pt x="22574" y="40852"/>
                  </a:lnTo>
                  <a:lnTo>
                    <a:pt x="22574" y="40852"/>
                  </a:lnTo>
                  <a:cubicBezTo>
                    <a:pt x="22782" y="40948"/>
                    <a:pt x="23443" y="41251"/>
                    <a:pt x="24215" y="41553"/>
                  </a:cubicBezTo>
                  <a:cubicBezTo>
                    <a:pt x="24704" y="41716"/>
                    <a:pt x="25192" y="41919"/>
                    <a:pt x="25721" y="42041"/>
                  </a:cubicBezTo>
                  <a:cubicBezTo>
                    <a:pt x="26209" y="42204"/>
                    <a:pt x="26657" y="42285"/>
                    <a:pt x="27064" y="42285"/>
                  </a:cubicBezTo>
                  <a:lnTo>
                    <a:pt x="27268" y="42285"/>
                  </a:lnTo>
                  <a:cubicBezTo>
                    <a:pt x="27634" y="42245"/>
                    <a:pt x="27919" y="42163"/>
                    <a:pt x="28163" y="42000"/>
                  </a:cubicBezTo>
                  <a:cubicBezTo>
                    <a:pt x="28326" y="41878"/>
                    <a:pt x="28448" y="41756"/>
                    <a:pt x="28529" y="41553"/>
                  </a:cubicBezTo>
                  <a:cubicBezTo>
                    <a:pt x="28814" y="41064"/>
                    <a:pt x="28936" y="40413"/>
                    <a:pt x="29506" y="39355"/>
                  </a:cubicBezTo>
                  <a:cubicBezTo>
                    <a:pt x="29791" y="38826"/>
                    <a:pt x="30238" y="37809"/>
                    <a:pt x="30727" y="36547"/>
                  </a:cubicBezTo>
                  <a:cubicBezTo>
                    <a:pt x="31500" y="34675"/>
                    <a:pt x="32395" y="32192"/>
                    <a:pt x="33128" y="29995"/>
                  </a:cubicBezTo>
                  <a:cubicBezTo>
                    <a:pt x="33494" y="28896"/>
                    <a:pt x="33820" y="27879"/>
                    <a:pt x="34023" y="27024"/>
                  </a:cubicBezTo>
                  <a:cubicBezTo>
                    <a:pt x="34267" y="26169"/>
                    <a:pt x="34390" y="25477"/>
                    <a:pt x="34390" y="25030"/>
                  </a:cubicBezTo>
                  <a:cubicBezTo>
                    <a:pt x="34390" y="23850"/>
                    <a:pt x="33942" y="22954"/>
                    <a:pt x="33494" y="22222"/>
                  </a:cubicBezTo>
                  <a:cubicBezTo>
                    <a:pt x="33291" y="21855"/>
                    <a:pt x="33087" y="21530"/>
                    <a:pt x="32924" y="21245"/>
                  </a:cubicBezTo>
                  <a:cubicBezTo>
                    <a:pt x="32762" y="20960"/>
                    <a:pt x="32721" y="20716"/>
                    <a:pt x="32721" y="20553"/>
                  </a:cubicBezTo>
                  <a:cubicBezTo>
                    <a:pt x="32680" y="20146"/>
                    <a:pt x="32924" y="19536"/>
                    <a:pt x="33291" y="18762"/>
                  </a:cubicBezTo>
                  <a:cubicBezTo>
                    <a:pt x="33657" y="17989"/>
                    <a:pt x="34105" y="17094"/>
                    <a:pt x="34512" y="15954"/>
                  </a:cubicBezTo>
                  <a:cubicBezTo>
                    <a:pt x="34756" y="15222"/>
                    <a:pt x="34919" y="14326"/>
                    <a:pt x="35000" y="13350"/>
                  </a:cubicBezTo>
                  <a:cubicBezTo>
                    <a:pt x="35081" y="12414"/>
                    <a:pt x="35122" y="11478"/>
                    <a:pt x="35122" y="10664"/>
                  </a:cubicBezTo>
                  <a:cubicBezTo>
                    <a:pt x="35122" y="9606"/>
                    <a:pt x="35081" y="8873"/>
                    <a:pt x="35081" y="8832"/>
                  </a:cubicBezTo>
                  <a:lnTo>
                    <a:pt x="35081" y="8832"/>
                  </a:lnTo>
                  <a:lnTo>
                    <a:pt x="35081" y="8832"/>
                  </a:lnTo>
                  <a:cubicBezTo>
                    <a:pt x="35077" y="8631"/>
                    <a:pt x="35048" y="7708"/>
                    <a:pt x="34797" y="6594"/>
                  </a:cubicBezTo>
                  <a:cubicBezTo>
                    <a:pt x="34552" y="5332"/>
                    <a:pt x="34064" y="3786"/>
                    <a:pt x="33006" y="2728"/>
                  </a:cubicBezTo>
                  <a:cubicBezTo>
                    <a:pt x="32640" y="2361"/>
                    <a:pt x="32070" y="2036"/>
                    <a:pt x="31297" y="1751"/>
                  </a:cubicBezTo>
                  <a:cubicBezTo>
                    <a:pt x="29058" y="815"/>
                    <a:pt x="25111" y="1"/>
                    <a:pt x="208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1" name="Google Shape;2121;p35"/>
            <p:cNvSpPr/>
            <p:nvPr/>
          </p:nvSpPr>
          <p:spPr>
            <a:xfrm>
              <a:off x="2417125" y="1742250"/>
              <a:ext cx="1039825" cy="903125"/>
            </a:xfrm>
            <a:custGeom>
              <a:rect b="b" l="l" r="r" t="t"/>
              <a:pathLst>
                <a:path extrusionOk="0" h="36125" w="41593">
                  <a:moveTo>
                    <a:pt x="17525" y="0"/>
                  </a:moveTo>
                  <a:cubicBezTo>
                    <a:pt x="17069" y="0"/>
                    <a:pt x="16613" y="9"/>
                    <a:pt x="16157" y="26"/>
                  </a:cubicBezTo>
                  <a:cubicBezTo>
                    <a:pt x="8669" y="270"/>
                    <a:pt x="3175" y="2916"/>
                    <a:pt x="1587" y="7230"/>
                  </a:cubicBezTo>
                  <a:cubicBezTo>
                    <a:pt x="0" y="11584"/>
                    <a:pt x="2483" y="26805"/>
                    <a:pt x="2646" y="30875"/>
                  </a:cubicBezTo>
                  <a:cubicBezTo>
                    <a:pt x="2768" y="34944"/>
                    <a:pt x="5250" y="36125"/>
                    <a:pt x="8140" y="36125"/>
                  </a:cubicBezTo>
                  <a:cubicBezTo>
                    <a:pt x="11029" y="36125"/>
                    <a:pt x="13512" y="33601"/>
                    <a:pt x="14163" y="31404"/>
                  </a:cubicBezTo>
                  <a:cubicBezTo>
                    <a:pt x="14855" y="29165"/>
                    <a:pt x="15099" y="26927"/>
                    <a:pt x="15506" y="26398"/>
                  </a:cubicBezTo>
                  <a:cubicBezTo>
                    <a:pt x="15558" y="26322"/>
                    <a:pt x="15635" y="26290"/>
                    <a:pt x="15729" y="26290"/>
                  </a:cubicBezTo>
                  <a:cubicBezTo>
                    <a:pt x="16293" y="26290"/>
                    <a:pt x="17459" y="27456"/>
                    <a:pt x="17459" y="27456"/>
                  </a:cubicBezTo>
                  <a:cubicBezTo>
                    <a:pt x="17459" y="27456"/>
                    <a:pt x="18852" y="27854"/>
                    <a:pt x="19901" y="27854"/>
                  </a:cubicBezTo>
                  <a:cubicBezTo>
                    <a:pt x="20426" y="27854"/>
                    <a:pt x="20864" y="27755"/>
                    <a:pt x="21000" y="27456"/>
                  </a:cubicBezTo>
                  <a:cubicBezTo>
                    <a:pt x="21407" y="26520"/>
                    <a:pt x="20227" y="26276"/>
                    <a:pt x="21651" y="25747"/>
                  </a:cubicBezTo>
                  <a:cubicBezTo>
                    <a:pt x="23116" y="25218"/>
                    <a:pt x="26535" y="23102"/>
                    <a:pt x="26535" y="21026"/>
                  </a:cubicBezTo>
                  <a:cubicBezTo>
                    <a:pt x="26535" y="18910"/>
                    <a:pt x="22587" y="15369"/>
                    <a:pt x="24541" y="14840"/>
                  </a:cubicBezTo>
                  <a:cubicBezTo>
                    <a:pt x="25501" y="14585"/>
                    <a:pt x="27395" y="14519"/>
                    <a:pt x="29101" y="14519"/>
                  </a:cubicBezTo>
                  <a:cubicBezTo>
                    <a:pt x="30938" y="14519"/>
                    <a:pt x="32558" y="14596"/>
                    <a:pt x="32558" y="14596"/>
                  </a:cubicBezTo>
                  <a:cubicBezTo>
                    <a:pt x="32558" y="14596"/>
                    <a:pt x="28366" y="16549"/>
                    <a:pt x="30442" y="17485"/>
                  </a:cubicBezTo>
                  <a:cubicBezTo>
                    <a:pt x="30907" y="17682"/>
                    <a:pt x="31518" y="17779"/>
                    <a:pt x="32209" y="17779"/>
                  </a:cubicBezTo>
                  <a:cubicBezTo>
                    <a:pt x="34660" y="17779"/>
                    <a:pt x="38115" y="16565"/>
                    <a:pt x="39639" y="14311"/>
                  </a:cubicBezTo>
                  <a:cubicBezTo>
                    <a:pt x="41593" y="11421"/>
                    <a:pt x="38866" y="6863"/>
                    <a:pt x="35040" y="4340"/>
                  </a:cubicBezTo>
                  <a:cubicBezTo>
                    <a:pt x="31486" y="2009"/>
                    <a:pt x="24558" y="0"/>
                    <a:pt x="175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2" name="Google Shape;2122;p35"/>
            <p:cNvSpPr/>
            <p:nvPr/>
          </p:nvSpPr>
          <p:spPr>
            <a:xfrm>
              <a:off x="2435425" y="1733725"/>
              <a:ext cx="997100" cy="919800"/>
            </a:xfrm>
            <a:custGeom>
              <a:rect b="b" l="l" r="r" t="t"/>
              <a:pathLst>
                <a:path extrusionOk="0" h="36792" w="39884">
                  <a:moveTo>
                    <a:pt x="16893" y="692"/>
                  </a:moveTo>
                  <a:cubicBezTo>
                    <a:pt x="23823" y="692"/>
                    <a:pt x="30680" y="2709"/>
                    <a:pt x="34146" y="4966"/>
                  </a:cubicBezTo>
                  <a:cubicBezTo>
                    <a:pt x="35570" y="5902"/>
                    <a:pt x="36832" y="7164"/>
                    <a:pt x="37768" y="8507"/>
                  </a:cubicBezTo>
                  <a:cubicBezTo>
                    <a:pt x="38663" y="9809"/>
                    <a:pt x="39233" y="11233"/>
                    <a:pt x="39233" y="12454"/>
                  </a:cubicBezTo>
                  <a:cubicBezTo>
                    <a:pt x="39233" y="13187"/>
                    <a:pt x="39029" y="13879"/>
                    <a:pt x="38622" y="14489"/>
                  </a:cubicBezTo>
                  <a:cubicBezTo>
                    <a:pt x="37930" y="15507"/>
                    <a:pt x="36750" y="16361"/>
                    <a:pt x="35407" y="16931"/>
                  </a:cubicBezTo>
                  <a:cubicBezTo>
                    <a:pt x="34105" y="17501"/>
                    <a:pt x="32681" y="17786"/>
                    <a:pt x="31500" y="17786"/>
                  </a:cubicBezTo>
                  <a:cubicBezTo>
                    <a:pt x="30849" y="17786"/>
                    <a:pt x="30279" y="17664"/>
                    <a:pt x="29872" y="17501"/>
                  </a:cubicBezTo>
                  <a:cubicBezTo>
                    <a:pt x="29669" y="17419"/>
                    <a:pt x="29588" y="17338"/>
                    <a:pt x="29547" y="17297"/>
                  </a:cubicBezTo>
                  <a:lnTo>
                    <a:pt x="29465" y="17175"/>
                  </a:lnTo>
                  <a:cubicBezTo>
                    <a:pt x="29465" y="17134"/>
                    <a:pt x="29506" y="17053"/>
                    <a:pt x="29547" y="16972"/>
                  </a:cubicBezTo>
                  <a:cubicBezTo>
                    <a:pt x="29710" y="16605"/>
                    <a:pt x="30361" y="16158"/>
                    <a:pt x="30890" y="15791"/>
                  </a:cubicBezTo>
                  <a:cubicBezTo>
                    <a:pt x="31175" y="15629"/>
                    <a:pt x="31460" y="15507"/>
                    <a:pt x="31663" y="15384"/>
                  </a:cubicBezTo>
                  <a:cubicBezTo>
                    <a:pt x="31744" y="15344"/>
                    <a:pt x="31826" y="15303"/>
                    <a:pt x="31867" y="15262"/>
                  </a:cubicBezTo>
                  <a:lnTo>
                    <a:pt x="31948" y="15222"/>
                  </a:lnTo>
                  <a:cubicBezTo>
                    <a:pt x="32111" y="15181"/>
                    <a:pt x="32192" y="15018"/>
                    <a:pt x="32151" y="14855"/>
                  </a:cubicBezTo>
                  <a:cubicBezTo>
                    <a:pt x="32111" y="14693"/>
                    <a:pt x="31989" y="14611"/>
                    <a:pt x="31826" y="14571"/>
                  </a:cubicBezTo>
                  <a:cubicBezTo>
                    <a:pt x="31826" y="14571"/>
                    <a:pt x="30320" y="14530"/>
                    <a:pt x="28570" y="14530"/>
                  </a:cubicBezTo>
                  <a:cubicBezTo>
                    <a:pt x="27675" y="14530"/>
                    <a:pt x="26739" y="14530"/>
                    <a:pt x="25884" y="14571"/>
                  </a:cubicBezTo>
                  <a:cubicBezTo>
                    <a:pt x="25029" y="14652"/>
                    <a:pt x="24256" y="14733"/>
                    <a:pt x="23727" y="14855"/>
                  </a:cubicBezTo>
                  <a:cubicBezTo>
                    <a:pt x="23483" y="14937"/>
                    <a:pt x="23279" y="15059"/>
                    <a:pt x="23117" y="15222"/>
                  </a:cubicBezTo>
                  <a:cubicBezTo>
                    <a:pt x="22995" y="15384"/>
                    <a:pt x="22913" y="15629"/>
                    <a:pt x="22913" y="15832"/>
                  </a:cubicBezTo>
                  <a:cubicBezTo>
                    <a:pt x="22913" y="16239"/>
                    <a:pt x="23117" y="16687"/>
                    <a:pt x="23361" y="17134"/>
                  </a:cubicBezTo>
                  <a:cubicBezTo>
                    <a:pt x="23727" y="17826"/>
                    <a:pt x="24256" y="18600"/>
                    <a:pt x="24704" y="19373"/>
                  </a:cubicBezTo>
                  <a:cubicBezTo>
                    <a:pt x="25152" y="20105"/>
                    <a:pt x="25436" y="20838"/>
                    <a:pt x="25436" y="21367"/>
                  </a:cubicBezTo>
                  <a:cubicBezTo>
                    <a:pt x="25436" y="21774"/>
                    <a:pt x="25274" y="22262"/>
                    <a:pt x="24948" y="22710"/>
                  </a:cubicBezTo>
                  <a:cubicBezTo>
                    <a:pt x="24460" y="23402"/>
                    <a:pt x="23686" y="24094"/>
                    <a:pt x="22913" y="24623"/>
                  </a:cubicBezTo>
                  <a:cubicBezTo>
                    <a:pt x="22140" y="25193"/>
                    <a:pt x="21326" y="25599"/>
                    <a:pt x="20797" y="25762"/>
                  </a:cubicBezTo>
                  <a:cubicBezTo>
                    <a:pt x="20512" y="25884"/>
                    <a:pt x="20268" y="25966"/>
                    <a:pt x="20105" y="26129"/>
                  </a:cubicBezTo>
                  <a:cubicBezTo>
                    <a:pt x="20024" y="26169"/>
                    <a:pt x="19983" y="26251"/>
                    <a:pt x="19902" y="26373"/>
                  </a:cubicBezTo>
                  <a:cubicBezTo>
                    <a:pt x="19861" y="26454"/>
                    <a:pt x="19861" y="26576"/>
                    <a:pt x="19861" y="26658"/>
                  </a:cubicBezTo>
                  <a:cubicBezTo>
                    <a:pt x="19861" y="26861"/>
                    <a:pt x="19902" y="26983"/>
                    <a:pt x="19942" y="27105"/>
                  </a:cubicBezTo>
                  <a:cubicBezTo>
                    <a:pt x="19983" y="27227"/>
                    <a:pt x="20024" y="27309"/>
                    <a:pt x="20024" y="27390"/>
                  </a:cubicBezTo>
                  <a:cubicBezTo>
                    <a:pt x="20024" y="27472"/>
                    <a:pt x="20024" y="27553"/>
                    <a:pt x="19942" y="27675"/>
                  </a:cubicBezTo>
                  <a:cubicBezTo>
                    <a:pt x="19942" y="27675"/>
                    <a:pt x="19902" y="27756"/>
                    <a:pt x="19780" y="27797"/>
                  </a:cubicBezTo>
                  <a:cubicBezTo>
                    <a:pt x="19664" y="27826"/>
                    <a:pt x="19529" y="27855"/>
                    <a:pt x="19373" y="27855"/>
                  </a:cubicBezTo>
                  <a:cubicBezTo>
                    <a:pt x="19309" y="27855"/>
                    <a:pt x="19241" y="27850"/>
                    <a:pt x="19169" y="27838"/>
                  </a:cubicBezTo>
                  <a:cubicBezTo>
                    <a:pt x="19102" y="27843"/>
                    <a:pt x="19034" y="27846"/>
                    <a:pt x="18965" y="27846"/>
                  </a:cubicBezTo>
                  <a:cubicBezTo>
                    <a:pt x="18526" y="27846"/>
                    <a:pt x="18044" y="27745"/>
                    <a:pt x="17623" y="27675"/>
                  </a:cubicBezTo>
                  <a:cubicBezTo>
                    <a:pt x="17378" y="27594"/>
                    <a:pt x="17175" y="27553"/>
                    <a:pt x="17053" y="27512"/>
                  </a:cubicBezTo>
                  <a:cubicBezTo>
                    <a:pt x="16988" y="27496"/>
                    <a:pt x="16936" y="27486"/>
                    <a:pt x="16897" y="27480"/>
                  </a:cubicBezTo>
                  <a:lnTo>
                    <a:pt x="16897" y="27480"/>
                  </a:lnTo>
                  <a:cubicBezTo>
                    <a:pt x="16786" y="27375"/>
                    <a:pt x="16562" y="27169"/>
                    <a:pt x="16280" y="26942"/>
                  </a:cubicBezTo>
                  <a:cubicBezTo>
                    <a:pt x="16117" y="26780"/>
                    <a:pt x="15873" y="26658"/>
                    <a:pt x="15669" y="26536"/>
                  </a:cubicBezTo>
                  <a:cubicBezTo>
                    <a:pt x="15466" y="26413"/>
                    <a:pt x="15262" y="26291"/>
                    <a:pt x="14977" y="26291"/>
                  </a:cubicBezTo>
                  <a:cubicBezTo>
                    <a:pt x="14814" y="26291"/>
                    <a:pt x="14611" y="26373"/>
                    <a:pt x="14489" y="26536"/>
                  </a:cubicBezTo>
                  <a:cubicBezTo>
                    <a:pt x="14326" y="26739"/>
                    <a:pt x="14245" y="26983"/>
                    <a:pt x="14163" y="27349"/>
                  </a:cubicBezTo>
                  <a:cubicBezTo>
                    <a:pt x="13878" y="28326"/>
                    <a:pt x="13594" y="29995"/>
                    <a:pt x="13105" y="31623"/>
                  </a:cubicBezTo>
                  <a:cubicBezTo>
                    <a:pt x="12820" y="32681"/>
                    <a:pt x="12047" y="33820"/>
                    <a:pt x="11030" y="34675"/>
                  </a:cubicBezTo>
                  <a:cubicBezTo>
                    <a:pt x="10012" y="35530"/>
                    <a:pt x="8751" y="36099"/>
                    <a:pt x="7408" y="36099"/>
                  </a:cubicBezTo>
                  <a:cubicBezTo>
                    <a:pt x="6024" y="36099"/>
                    <a:pt x="4762" y="35814"/>
                    <a:pt x="3826" y="35082"/>
                  </a:cubicBezTo>
                  <a:cubicBezTo>
                    <a:pt x="2931" y="34349"/>
                    <a:pt x="2320" y="33169"/>
                    <a:pt x="2239" y="31175"/>
                  </a:cubicBezTo>
                  <a:cubicBezTo>
                    <a:pt x="2198" y="29588"/>
                    <a:pt x="1791" y="26454"/>
                    <a:pt x="1425" y="22873"/>
                  </a:cubicBezTo>
                  <a:cubicBezTo>
                    <a:pt x="1018" y="19332"/>
                    <a:pt x="652" y="15344"/>
                    <a:pt x="652" y="12251"/>
                  </a:cubicBezTo>
                  <a:cubicBezTo>
                    <a:pt x="652" y="10297"/>
                    <a:pt x="815" y="8629"/>
                    <a:pt x="1181" y="7693"/>
                  </a:cubicBezTo>
                  <a:cubicBezTo>
                    <a:pt x="1914" y="5617"/>
                    <a:pt x="3623" y="3949"/>
                    <a:pt x="6065" y="2728"/>
                  </a:cubicBezTo>
                  <a:cubicBezTo>
                    <a:pt x="8506" y="1547"/>
                    <a:pt x="11722" y="815"/>
                    <a:pt x="15425" y="693"/>
                  </a:cubicBezTo>
                  <a:lnTo>
                    <a:pt x="16687" y="693"/>
                  </a:lnTo>
                  <a:cubicBezTo>
                    <a:pt x="16755" y="692"/>
                    <a:pt x="16824" y="692"/>
                    <a:pt x="16893" y="692"/>
                  </a:cubicBezTo>
                  <a:close/>
                  <a:moveTo>
                    <a:pt x="15425" y="1"/>
                  </a:moveTo>
                  <a:cubicBezTo>
                    <a:pt x="11640" y="164"/>
                    <a:pt x="8344" y="896"/>
                    <a:pt x="5780" y="2158"/>
                  </a:cubicBezTo>
                  <a:cubicBezTo>
                    <a:pt x="3216" y="3379"/>
                    <a:pt x="1344" y="5210"/>
                    <a:pt x="530" y="7449"/>
                  </a:cubicBezTo>
                  <a:cubicBezTo>
                    <a:pt x="123" y="8588"/>
                    <a:pt x="1" y="10257"/>
                    <a:pt x="1" y="12251"/>
                  </a:cubicBezTo>
                  <a:cubicBezTo>
                    <a:pt x="1" y="15425"/>
                    <a:pt x="367" y="19373"/>
                    <a:pt x="733" y="22954"/>
                  </a:cubicBezTo>
                  <a:cubicBezTo>
                    <a:pt x="1140" y="26536"/>
                    <a:pt x="1507" y="29710"/>
                    <a:pt x="1547" y="31216"/>
                  </a:cubicBezTo>
                  <a:cubicBezTo>
                    <a:pt x="1629" y="33291"/>
                    <a:pt x="2320" y="34756"/>
                    <a:pt x="3419" y="35611"/>
                  </a:cubicBezTo>
                  <a:cubicBezTo>
                    <a:pt x="4518" y="36506"/>
                    <a:pt x="5943" y="36791"/>
                    <a:pt x="7408" y="36791"/>
                  </a:cubicBezTo>
                  <a:cubicBezTo>
                    <a:pt x="8954" y="36791"/>
                    <a:pt x="10379" y="36140"/>
                    <a:pt x="11477" y="35204"/>
                  </a:cubicBezTo>
                  <a:cubicBezTo>
                    <a:pt x="12617" y="34227"/>
                    <a:pt x="13431" y="33006"/>
                    <a:pt x="13756" y="31826"/>
                  </a:cubicBezTo>
                  <a:cubicBezTo>
                    <a:pt x="14123" y="30687"/>
                    <a:pt x="14326" y="29547"/>
                    <a:pt x="14530" y="28652"/>
                  </a:cubicBezTo>
                  <a:cubicBezTo>
                    <a:pt x="14652" y="28204"/>
                    <a:pt x="14733" y="27838"/>
                    <a:pt x="14814" y="27512"/>
                  </a:cubicBezTo>
                  <a:cubicBezTo>
                    <a:pt x="14881" y="27279"/>
                    <a:pt x="14947" y="27074"/>
                    <a:pt x="14992" y="26984"/>
                  </a:cubicBezTo>
                  <a:lnTo>
                    <a:pt x="14992" y="26984"/>
                  </a:lnTo>
                  <a:cubicBezTo>
                    <a:pt x="15048" y="26991"/>
                    <a:pt x="15196" y="27031"/>
                    <a:pt x="15344" y="27105"/>
                  </a:cubicBezTo>
                  <a:cubicBezTo>
                    <a:pt x="15588" y="27268"/>
                    <a:pt x="15873" y="27472"/>
                    <a:pt x="16117" y="27675"/>
                  </a:cubicBezTo>
                  <a:cubicBezTo>
                    <a:pt x="16239" y="27756"/>
                    <a:pt x="16320" y="27879"/>
                    <a:pt x="16402" y="27919"/>
                  </a:cubicBezTo>
                  <a:cubicBezTo>
                    <a:pt x="16442" y="28001"/>
                    <a:pt x="16483" y="28041"/>
                    <a:pt x="16483" y="28041"/>
                  </a:cubicBezTo>
                  <a:lnTo>
                    <a:pt x="16646" y="28123"/>
                  </a:lnTo>
                  <a:cubicBezTo>
                    <a:pt x="16646" y="28123"/>
                    <a:pt x="18070" y="28530"/>
                    <a:pt x="19169" y="28530"/>
                  </a:cubicBezTo>
                  <a:cubicBezTo>
                    <a:pt x="19454" y="28530"/>
                    <a:pt x="19739" y="28530"/>
                    <a:pt x="19983" y="28448"/>
                  </a:cubicBezTo>
                  <a:cubicBezTo>
                    <a:pt x="20227" y="28367"/>
                    <a:pt x="20471" y="28204"/>
                    <a:pt x="20593" y="27919"/>
                  </a:cubicBezTo>
                  <a:cubicBezTo>
                    <a:pt x="20675" y="27756"/>
                    <a:pt x="20716" y="27553"/>
                    <a:pt x="20716" y="27390"/>
                  </a:cubicBezTo>
                  <a:cubicBezTo>
                    <a:pt x="20716" y="27187"/>
                    <a:pt x="20634" y="26983"/>
                    <a:pt x="20593" y="26861"/>
                  </a:cubicBezTo>
                  <a:cubicBezTo>
                    <a:pt x="20553" y="26739"/>
                    <a:pt x="20512" y="26658"/>
                    <a:pt x="20512" y="26658"/>
                  </a:cubicBezTo>
                  <a:lnTo>
                    <a:pt x="20553" y="26658"/>
                  </a:lnTo>
                  <a:cubicBezTo>
                    <a:pt x="20593" y="26617"/>
                    <a:pt x="20716" y="26495"/>
                    <a:pt x="21041" y="26413"/>
                  </a:cubicBezTo>
                  <a:cubicBezTo>
                    <a:pt x="21814" y="26129"/>
                    <a:pt x="23035" y="25437"/>
                    <a:pt x="24134" y="24582"/>
                  </a:cubicBezTo>
                  <a:cubicBezTo>
                    <a:pt x="24663" y="24134"/>
                    <a:pt x="25152" y="23646"/>
                    <a:pt x="25518" y="23117"/>
                  </a:cubicBezTo>
                  <a:cubicBezTo>
                    <a:pt x="25884" y="22547"/>
                    <a:pt x="26128" y="21977"/>
                    <a:pt x="26128" y="21367"/>
                  </a:cubicBezTo>
                  <a:cubicBezTo>
                    <a:pt x="26128" y="20838"/>
                    <a:pt x="25925" y="20350"/>
                    <a:pt x="25681" y="19820"/>
                  </a:cubicBezTo>
                  <a:cubicBezTo>
                    <a:pt x="25314" y="19047"/>
                    <a:pt x="24785" y="18233"/>
                    <a:pt x="24338" y="17501"/>
                  </a:cubicBezTo>
                  <a:cubicBezTo>
                    <a:pt x="24134" y="17134"/>
                    <a:pt x="23931" y="16809"/>
                    <a:pt x="23809" y="16524"/>
                  </a:cubicBezTo>
                  <a:cubicBezTo>
                    <a:pt x="23686" y="16239"/>
                    <a:pt x="23605" y="15995"/>
                    <a:pt x="23605" y="15832"/>
                  </a:cubicBezTo>
                  <a:cubicBezTo>
                    <a:pt x="23605" y="15751"/>
                    <a:pt x="23646" y="15669"/>
                    <a:pt x="23646" y="15629"/>
                  </a:cubicBezTo>
                  <a:cubicBezTo>
                    <a:pt x="23686" y="15629"/>
                    <a:pt x="23768" y="15547"/>
                    <a:pt x="23890" y="15507"/>
                  </a:cubicBezTo>
                  <a:cubicBezTo>
                    <a:pt x="24338" y="15384"/>
                    <a:pt x="25070" y="15303"/>
                    <a:pt x="25925" y="15262"/>
                  </a:cubicBezTo>
                  <a:cubicBezTo>
                    <a:pt x="26739" y="15222"/>
                    <a:pt x="27675" y="15181"/>
                    <a:pt x="28570" y="15181"/>
                  </a:cubicBezTo>
                  <a:cubicBezTo>
                    <a:pt x="29289" y="15181"/>
                    <a:pt x="29979" y="15210"/>
                    <a:pt x="30544" y="15219"/>
                  </a:cubicBezTo>
                  <a:lnTo>
                    <a:pt x="30544" y="15219"/>
                  </a:lnTo>
                  <a:cubicBezTo>
                    <a:pt x="30457" y="15272"/>
                    <a:pt x="30368" y="15327"/>
                    <a:pt x="30279" y="15384"/>
                  </a:cubicBezTo>
                  <a:cubicBezTo>
                    <a:pt x="29954" y="15629"/>
                    <a:pt x="29588" y="15873"/>
                    <a:pt x="29303" y="16158"/>
                  </a:cubicBezTo>
                  <a:cubicBezTo>
                    <a:pt x="29181" y="16321"/>
                    <a:pt x="29058" y="16443"/>
                    <a:pt x="28936" y="16605"/>
                  </a:cubicBezTo>
                  <a:cubicBezTo>
                    <a:pt x="28855" y="16768"/>
                    <a:pt x="28814" y="16972"/>
                    <a:pt x="28814" y="17175"/>
                  </a:cubicBezTo>
                  <a:cubicBezTo>
                    <a:pt x="28774" y="17379"/>
                    <a:pt x="28855" y="17582"/>
                    <a:pt x="29018" y="17745"/>
                  </a:cubicBezTo>
                  <a:cubicBezTo>
                    <a:pt x="29140" y="17908"/>
                    <a:pt x="29343" y="18030"/>
                    <a:pt x="29588" y="18111"/>
                  </a:cubicBezTo>
                  <a:cubicBezTo>
                    <a:pt x="30117" y="18355"/>
                    <a:pt x="30768" y="18477"/>
                    <a:pt x="31500" y="18477"/>
                  </a:cubicBezTo>
                  <a:cubicBezTo>
                    <a:pt x="32803" y="18477"/>
                    <a:pt x="34308" y="18152"/>
                    <a:pt x="35692" y="17541"/>
                  </a:cubicBezTo>
                  <a:cubicBezTo>
                    <a:pt x="37076" y="16931"/>
                    <a:pt x="38378" y="16036"/>
                    <a:pt x="39192" y="14855"/>
                  </a:cubicBezTo>
                  <a:cubicBezTo>
                    <a:pt x="39680" y="14123"/>
                    <a:pt x="39884" y="13309"/>
                    <a:pt x="39884" y="12454"/>
                  </a:cubicBezTo>
                  <a:cubicBezTo>
                    <a:pt x="39884" y="11030"/>
                    <a:pt x="39273" y="9524"/>
                    <a:pt x="38337" y="8100"/>
                  </a:cubicBezTo>
                  <a:cubicBezTo>
                    <a:pt x="37361" y="6675"/>
                    <a:pt x="36018" y="5373"/>
                    <a:pt x="34512" y="4396"/>
                  </a:cubicBezTo>
                  <a:cubicBezTo>
                    <a:pt x="30808" y="1995"/>
                    <a:pt x="23809" y="1"/>
                    <a:pt x="166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3" name="Google Shape;2123;p35"/>
            <p:cNvSpPr/>
            <p:nvPr/>
          </p:nvSpPr>
          <p:spPr>
            <a:xfrm>
              <a:off x="2586000" y="2406000"/>
              <a:ext cx="59050" cy="52500"/>
            </a:xfrm>
            <a:custGeom>
              <a:rect b="b" l="l" r="r" t="t"/>
              <a:pathLst>
                <a:path extrusionOk="0" h="2100" w="2362">
                  <a:moveTo>
                    <a:pt x="1970" y="1"/>
                  </a:moveTo>
                  <a:cubicBezTo>
                    <a:pt x="1883" y="1"/>
                    <a:pt x="1792" y="31"/>
                    <a:pt x="1710" y="92"/>
                  </a:cubicBezTo>
                  <a:cubicBezTo>
                    <a:pt x="1303" y="581"/>
                    <a:pt x="815" y="1028"/>
                    <a:pt x="164" y="1476"/>
                  </a:cubicBezTo>
                  <a:cubicBezTo>
                    <a:pt x="42" y="1598"/>
                    <a:pt x="1" y="1801"/>
                    <a:pt x="82" y="1964"/>
                  </a:cubicBezTo>
                  <a:cubicBezTo>
                    <a:pt x="154" y="2060"/>
                    <a:pt x="253" y="2099"/>
                    <a:pt x="356" y="2099"/>
                  </a:cubicBezTo>
                  <a:cubicBezTo>
                    <a:pt x="429" y="2099"/>
                    <a:pt x="503" y="2079"/>
                    <a:pt x="571" y="2046"/>
                  </a:cubicBezTo>
                  <a:cubicBezTo>
                    <a:pt x="1222" y="1557"/>
                    <a:pt x="1792" y="1069"/>
                    <a:pt x="2239" y="581"/>
                  </a:cubicBezTo>
                  <a:cubicBezTo>
                    <a:pt x="2361" y="418"/>
                    <a:pt x="2361" y="214"/>
                    <a:pt x="2199" y="92"/>
                  </a:cubicBezTo>
                  <a:cubicBezTo>
                    <a:pt x="2138" y="31"/>
                    <a:pt x="2056" y="1"/>
                    <a:pt x="19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4" name="Google Shape;2124;p35"/>
            <p:cNvSpPr/>
            <p:nvPr/>
          </p:nvSpPr>
          <p:spPr>
            <a:xfrm>
              <a:off x="2671475" y="1981950"/>
              <a:ext cx="727475" cy="348225"/>
            </a:xfrm>
            <a:custGeom>
              <a:rect b="b" l="l" r="r" t="t"/>
              <a:pathLst>
                <a:path extrusionOk="0" h="13929" w="29099">
                  <a:moveTo>
                    <a:pt x="28714" y="0"/>
                  </a:moveTo>
                  <a:cubicBezTo>
                    <a:pt x="28604" y="0"/>
                    <a:pt x="28500" y="45"/>
                    <a:pt x="28448" y="124"/>
                  </a:cubicBezTo>
                  <a:cubicBezTo>
                    <a:pt x="28407" y="124"/>
                    <a:pt x="27593" y="1345"/>
                    <a:pt x="24256" y="2200"/>
                  </a:cubicBezTo>
                  <a:cubicBezTo>
                    <a:pt x="23890" y="2281"/>
                    <a:pt x="23483" y="2322"/>
                    <a:pt x="23035" y="2322"/>
                  </a:cubicBezTo>
                  <a:cubicBezTo>
                    <a:pt x="20756" y="2322"/>
                    <a:pt x="17337" y="1386"/>
                    <a:pt x="13349" y="1345"/>
                  </a:cubicBezTo>
                  <a:cubicBezTo>
                    <a:pt x="10785" y="1345"/>
                    <a:pt x="8018" y="1752"/>
                    <a:pt x="5128" y="3095"/>
                  </a:cubicBezTo>
                  <a:cubicBezTo>
                    <a:pt x="3745" y="3746"/>
                    <a:pt x="2727" y="4479"/>
                    <a:pt x="2035" y="5293"/>
                  </a:cubicBezTo>
                  <a:cubicBezTo>
                    <a:pt x="977" y="6554"/>
                    <a:pt x="652" y="7938"/>
                    <a:pt x="489" y="9322"/>
                  </a:cubicBezTo>
                  <a:cubicBezTo>
                    <a:pt x="326" y="10705"/>
                    <a:pt x="326" y="12130"/>
                    <a:pt x="41" y="13514"/>
                  </a:cubicBezTo>
                  <a:cubicBezTo>
                    <a:pt x="0" y="13676"/>
                    <a:pt x="123" y="13880"/>
                    <a:pt x="326" y="13920"/>
                  </a:cubicBezTo>
                  <a:cubicBezTo>
                    <a:pt x="347" y="13926"/>
                    <a:pt x="369" y="13928"/>
                    <a:pt x="391" y="13928"/>
                  </a:cubicBezTo>
                  <a:cubicBezTo>
                    <a:pt x="539" y="13928"/>
                    <a:pt x="698" y="13813"/>
                    <a:pt x="733" y="13636"/>
                  </a:cubicBezTo>
                  <a:cubicBezTo>
                    <a:pt x="1099" y="11682"/>
                    <a:pt x="937" y="9769"/>
                    <a:pt x="1384" y="8101"/>
                  </a:cubicBezTo>
                  <a:cubicBezTo>
                    <a:pt x="1588" y="7246"/>
                    <a:pt x="1954" y="6473"/>
                    <a:pt x="2564" y="5740"/>
                  </a:cubicBezTo>
                  <a:cubicBezTo>
                    <a:pt x="3175" y="5008"/>
                    <a:pt x="4070" y="4316"/>
                    <a:pt x="5413" y="3705"/>
                  </a:cubicBezTo>
                  <a:cubicBezTo>
                    <a:pt x="8181" y="2444"/>
                    <a:pt x="10867" y="2037"/>
                    <a:pt x="13349" y="2037"/>
                  </a:cubicBezTo>
                  <a:cubicBezTo>
                    <a:pt x="17215" y="2037"/>
                    <a:pt x="20593" y="2973"/>
                    <a:pt x="23035" y="3014"/>
                  </a:cubicBezTo>
                  <a:cubicBezTo>
                    <a:pt x="23523" y="3014"/>
                    <a:pt x="23971" y="2973"/>
                    <a:pt x="24419" y="2851"/>
                  </a:cubicBezTo>
                  <a:cubicBezTo>
                    <a:pt x="28000" y="1956"/>
                    <a:pt x="28936" y="572"/>
                    <a:pt x="28977" y="531"/>
                  </a:cubicBezTo>
                  <a:cubicBezTo>
                    <a:pt x="29099" y="368"/>
                    <a:pt x="29058" y="165"/>
                    <a:pt x="28895" y="43"/>
                  </a:cubicBezTo>
                  <a:cubicBezTo>
                    <a:pt x="28838" y="14"/>
                    <a:pt x="28775" y="0"/>
                    <a:pt x="287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5" name="Google Shape;2125;p35"/>
            <p:cNvSpPr/>
            <p:nvPr/>
          </p:nvSpPr>
          <p:spPr>
            <a:xfrm>
              <a:off x="2657225" y="2145625"/>
              <a:ext cx="358175" cy="400300"/>
            </a:xfrm>
            <a:custGeom>
              <a:rect b="b" l="l" r="r" t="t"/>
              <a:pathLst>
                <a:path extrusionOk="0" h="16012" w="14327">
                  <a:moveTo>
                    <a:pt x="13971" y="1"/>
                  </a:moveTo>
                  <a:cubicBezTo>
                    <a:pt x="13953" y="1"/>
                    <a:pt x="13936" y="3"/>
                    <a:pt x="13919" y="7"/>
                  </a:cubicBezTo>
                  <a:cubicBezTo>
                    <a:pt x="13838" y="7"/>
                    <a:pt x="10867" y="496"/>
                    <a:pt x="8628" y="4321"/>
                  </a:cubicBezTo>
                  <a:cubicBezTo>
                    <a:pt x="7489" y="6275"/>
                    <a:pt x="7001" y="8635"/>
                    <a:pt x="5983" y="10670"/>
                  </a:cubicBezTo>
                  <a:cubicBezTo>
                    <a:pt x="5495" y="11728"/>
                    <a:pt x="4844" y="12664"/>
                    <a:pt x="3948" y="13478"/>
                  </a:cubicBezTo>
                  <a:cubicBezTo>
                    <a:pt x="3053" y="14251"/>
                    <a:pt x="1873" y="14943"/>
                    <a:pt x="286" y="15350"/>
                  </a:cubicBezTo>
                  <a:cubicBezTo>
                    <a:pt x="123" y="15391"/>
                    <a:pt x="1" y="15594"/>
                    <a:pt x="41" y="15757"/>
                  </a:cubicBezTo>
                  <a:cubicBezTo>
                    <a:pt x="75" y="15927"/>
                    <a:pt x="222" y="16011"/>
                    <a:pt x="365" y="16011"/>
                  </a:cubicBezTo>
                  <a:cubicBezTo>
                    <a:pt x="393" y="16011"/>
                    <a:pt x="421" y="16008"/>
                    <a:pt x="448" y="16001"/>
                  </a:cubicBezTo>
                  <a:cubicBezTo>
                    <a:pt x="2158" y="15554"/>
                    <a:pt x="3419" y="14862"/>
                    <a:pt x="4396" y="13966"/>
                  </a:cubicBezTo>
                  <a:cubicBezTo>
                    <a:pt x="5861" y="12664"/>
                    <a:pt x="6675" y="10996"/>
                    <a:pt x="7285" y="9327"/>
                  </a:cubicBezTo>
                  <a:cubicBezTo>
                    <a:pt x="7937" y="7699"/>
                    <a:pt x="8425" y="6030"/>
                    <a:pt x="9198" y="4687"/>
                  </a:cubicBezTo>
                  <a:cubicBezTo>
                    <a:pt x="10256" y="2856"/>
                    <a:pt x="11477" y="1879"/>
                    <a:pt x="12413" y="1310"/>
                  </a:cubicBezTo>
                  <a:cubicBezTo>
                    <a:pt x="12902" y="1065"/>
                    <a:pt x="13309" y="903"/>
                    <a:pt x="13594" y="781"/>
                  </a:cubicBezTo>
                  <a:cubicBezTo>
                    <a:pt x="13716" y="740"/>
                    <a:pt x="13838" y="740"/>
                    <a:pt x="13919" y="699"/>
                  </a:cubicBezTo>
                  <a:lnTo>
                    <a:pt x="14001" y="699"/>
                  </a:lnTo>
                  <a:cubicBezTo>
                    <a:pt x="14204" y="658"/>
                    <a:pt x="14326" y="496"/>
                    <a:pt x="14285" y="292"/>
                  </a:cubicBezTo>
                  <a:cubicBezTo>
                    <a:pt x="14249" y="147"/>
                    <a:pt x="14115" y="1"/>
                    <a:pt x="139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6" name="Google Shape;2126;p35"/>
            <p:cNvSpPr/>
            <p:nvPr/>
          </p:nvSpPr>
          <p:spPr>
            <a:xfrm>
              <a:off x="2814925" y="2364375"/>
              <a:ext cx="487375" cy="66325"/>
            </a:xfrm>
            <a:custGeom>
              <a:rect b="b" l="l" r="r" t="t"/>
              <a:pathLst>
                <a:path extrusionOk="0" h="2653" w="19495">
                  <a:moveTo>
                    <a:pt x="345" y="1"/>
                  </a:moveTo>
                  <a:cubicBezTo>
                    <a:pt x="172" y="1"/>
                    <a:pt x="41" y="146"/>
                    <a:pt x="41" y="292"/>
                  </a:cubicBezTo>
                  <a:cubicBezTo>
                    <a:pt x="1" y="496"/>
                    <a:pt x="164" y="658"/>
                    <a:pt x="326" y="658"/>
                  </a:cubicBezTo>
                  <a:lnTo>
                    <a:pt x="19088" y="2653"/>
                  </a:lnTo>
                  <a:cubicBezTo>
                    <a:pt x="19291" y="2653"/>
                    <a:pt x="19454" y="2530"/>
                    <a:pt x="19454" y="2327"/>
                  </a:cubicBezTo>
                  <a:cubicBezTo>
                    <a:pt x="19495" y="2164"/>
                    <a:pt x="19373" y="2001"/>
                    <a:pt x="19169" y="1961"/>
                  </a:cubicBezTo>
                  <a:lnTo>
                    <a:pt x="408" y="7"/>
                  </a:lnTo>
                  <a:cubicBezTo>
                    <a:pt x="386" y="3"/>
                    <a:pt x="365" y="1"/>
                    <a:pt x="3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7" name="Google Shape;2127;p35"/>
            <p:cNvSpPr/>
            <p:nvPr/>
          </p:nvSpPr>
          <p:spPr>
            <a:xfrm>
              <a:off x="2735575" y="2281825"/>
              <a:ext cx="160775" cy="314125"/>
            </a:xfrm>
            <a:custGeom>
              <a:rect b="b" l="l" r="r" t="t"/>
              <a:pathLst>
                <a:path extrusionOk="0" h="12565" w="6431">
                  <a:moveTo>
                    <a:pt x="3253" y="0"/>
                  </a:moveTo>
                  <a:cubicBezTo>
                    <a:pt x="2204" y="0"/>
                    <a:pt x="1341" y="1697"/>
                    <a:pt x="774" y="4815"/>
                  </a:cubicBezTo>
                  <a:cubicBezTo>
                    <a:pt x="0" y="9292"/>
                    <a:pt x="0" y="11652"/>
                    <a:pt x="1710" y="12303"/>
                  </a:cubicBezTo>
                  <a:cubicBezTo>
                    <a:pt x="2216" y="12496"/>
                    <a:pt x="2723" y="12564"/>
                    <a:pt x="3185" y="12564"/>
                  </a:cubicBezTo>
                  <a:cubicBezTo>
                    <a:pt x="4282" y="12564"/>
                    <a:pt x="5128" y="12181"/>
                    <a:pt x="5128" y="12181"/>
                  </a:cubicBezTo>
                  <a:lnTo>
                    <a:pt x="6186" y="7827"/>
                  </a:lnTo>
                  <a:cubicBezTo>
                    <a:pt x="6186" y="7827"/>
                    <a:pt x="6431" y="3228"/>
                    <a:pt x="4721" y="989"/>
                  </a:cubicBezTo>
                  <a:cubicBezTo>
                    <a:pt x="4203" y="322"/>
                    <a:pt x="3710" y="0"/>
                    <a:pt x="3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8" name="Google Shape;2128;p35"/>
            <p:cNvSpPr/>
            <p:nvPr/>
          </p:nvSpPr>
          <p:spPr>
            <a:xfrm>
              <a:off x="2734550" y="2272975"/>
              <a:ext cx="163825" cy="331700"/>
            </a:xfrm>
            <a:custGeom>
              <a:rect b="b" l="l" r="r" t="t"/>
              <a:pathLst>
                <a:path extrusionOk="0" h="13268" w="6553">
                  <a:moveTo>
                    <a:pt x="3297" y="0"/>
                  </a:moveTo>
                  <a:cubicBezTo>
                    <a:pt x="2931" y="0"/>
                    <a:pt x="2605" y="163"/>
                    <a:pt x="2320" y="407"/>
                  </a:cubicBezTo>
                  <a:cubicBezTo>
                    <a:pt x="1913" y="774"/>
                    <a:pt x="1547" y="1384"/>
                    <a:pt x="1262" y="2157"/>
                  </a:cubicBezTo>
                  <a:cubicBezTo>
                    <a:pt x="937" y="2931"/>
                    <a:pt x="693" y="3948"/>
                    <a:pt x="489" y="5128"/>
                  </a:cubicBezTo>
                  <a:cubicBezTo>
                    <a:pt x="163" y="6919"/>
                    <a:pt x="1" y="8384"/>
                    <a:pt x="1" y="9564"/>
                  </a:cubicBezTo>
                  <a:cubicBezTo>
                    <a:pt x="1" y="10460"/>
                    <a:pt x="82" y="11151"/>
                    <a:pt x="326" y="11721"/>
                  </a:cubicBezTo>
                  <a:cubicBezTo>
                    <a:pt x="611" y="12332"/>
                    <a:pt x="1059" y="12739"/>
                    <a:pt x="1629" y="12983"/>
                  </a:cubicBezTo>
                  <a:cubicBezTo>
                    <a:pt x="2158" y="13186"/>
                    <a:pt x="2727" y="13268"/>
                    <a:pt x="3216" y="13268"/>
                  </a:cubicBezTo>
                  <a:cubicBezTo>
                    <a:pt x="4396" y="13268"/>
                    <a:pt x="5291" y="12820"/>
                    <a:pt x="5291" y="12820"/>
                  </a:cubicBezTo>
                  <a:cubicBezTo>
                    <a:pt x="5454" y="12739"/>
                    <a:pt x="5535" y="12535"/>
                    <a:pt x="5454" y="12372"/>
                  </a:cubicBezTo>
                  <a:cubicBezTo>
                    <a:pt x="5395" y="12253"/>
                    <a:pt x="5270" y="12178"/>
                    <a:pt x="5143" y="12178"/>
                  </a:cubicBezTo>
                  <a:cubicBezTo>
                    <a:pt x="5097" y="12178"/>
                    <a:pt x="5050" y="12188"/>
                    <a:pt x="5006" y="12210"/>
                  </a:cubicBezTo>
                  <a:cubicBezTo>
                    <a:pt x="4925" y="12250"/>
                    <a:pt x="4152" y="12576"/>
                    <a:pt x="3216" y="12576"/>
                  </a:cubicBezTo>
                  <a:cubicBezTo>
                    <a:pt x="2768" y="12576"/>
                    <a:pt x="2320" y="12494"/>
                    <a:pt x="1873" y="12332"/>
                  </a:cubicBezTo>
                  <a:cubicBezTo>
                    <a:pt x="1425" y="12169"/>
                    <a:pt x="1181" y="11884"/>
                    <a:pt x="977" y="11477"/>
                  </a:cubicBezTo>
                  <a:cubicBezTo>
                    <a:pt x="774" y="11029"/>
                    <a:pt x="652" y="10378"/>
                    <a:pt x="652" y="9564"/>
                  </a:cubicBezTo>
                  <a:cubicBezTo>
                    <a:pt x="652" y="8465"/>
                    <a:pt x="855" y="7041"/>
                    <a:pt x="1181" y="5210"/>
                  </a:cubicBezTo>
                  <a:cubicBezTo>
                    <a:pt x="1425" y="3704"/>
                    <a:pt x="1791" y="2524"/>
                    <a:pt x="2158" y="1750"/>
                  </a:cubicBezTo>
                  <a:cubicBezTo>
                    <a:pt x="2361" y="1384"/>
                    <a:pt x="2565" y="1099"/>
                    <a:pt x="2768" y="936"/>
                  </a:cubicBezTo>
                  <a:cubicBezTo>
                    <a:pt x="2972" y="774"/>
                    <a:pt x="3134" y="692"/>
                    <a:pt x="3297" y="692"/>
                  </a:cubicBezTo>
                  <a:cubicBezTo>
                    <a:pt x="3419" y="692"/>
                    <a:pt x="3623" y="733"/>
                    <a:pt x="3826" y="896"/>
                  </a:cubicBezTo>
                  <a:cubicBezTo>
                    <a:pt x="4030" y="1018"/>
                    <a:pt x="4233" y="1262"/>
                    <a:pt x="4477" y="1588"/>
                  </a:cubicBezTo>
                  <a:cubicBezTo>
                    <a:pt x="5088" y="2361"/>
                    <a:pt x="5454" y="3500"/>
                    <a:pt x="5658" y="4640"/>
                  </a:cubicBezTo>
                  <a:cubicBezTo>
                    <a:pt x="5861" y="5739"/>
                    <a:pt x="5902" y="6838"/>
                    <a:pt x="5902" y="7529"/>
                  </a:cubicBezTo>
                  <a:cubicBezTo>
                    <a:pt x="5902" y="7733"/>
                    <a:pt x="5861" y="7896"/>
                    <a:pt x="5861" y="7977"/>
                  </a:cubicBezTo>
                  <a:cubicBezTo>
                    <a:pt x="5861" y="8099"/>
                    <a:pt x="5861" y="8181"/>
                    <a:pt x="5861" y="8181"/>
                  </a:cubicBezTo>
                  <a:cubicBezTo>
                    <a:pt x="5861" y="8343"/>
                    <a:pt x="5983" y="8506"/>
                    <a:pt x="6187" y="8506"/>
                  </a:cubicBezTo>
                  <a:cubicBezTo>
                    <a:pt x="6208" y="8510"/>
                    <a:pt x="6229" y="8512"/>
                    <a:pt x="6250" y="8512"/>
                  </a:cubicBezTo>
                  <a:cubicBezTo>
                    <a:pt x="6423" y="8512"/>
                    <a:pt x="6553" y="8367"/>
                    <a:pt x="6553" y="8221"/>
                  </a:cubicBezTo>
                  <a:cubicBezTo>
                    <a:pt x="6553" y="8221"/>
                    <a:pt x="6553" y="7936"/>
                    <a:pt x="6553" y="7529"/>
                  </a:cubicBezTo>
                  <a:cubicBezTo>
                    <a:pt x="6553" y="6838"/>
                    <a:pt x="6512" y="5698"/>
                    <a:pt x="6309" y="4518"/>
                  </a:cubicBezTo>
                  <a:cubicBezTo>
                    <a:pt x="6105" y="3338"/>
                    <a:pt x="5739" y="2076"/>
                    <a:pt x="5047" y="1140"/>
                  </a:cubicBezTo>
                  <a:cubicBezTo>
                    <a:pt x="4762" y="814"/>
                    <a:pt x="4477" y="530"/>
                    <a:pt x="4192" y="326"/>
                  </a:cubicBezTo>
                  <a:cubicBezTo>
                    <a:pt x="3908" y="123"/>
                    <a:pt x="3623" y="0"/>
                    <a:pt x="32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9" name="Google Shape;2129;p35"/>
            <p:cNvSpPr/>
            <p:nvPr/>
          </p:nvSpPr>
          <p:spPr>
            <a:xfrm>
              <a:off x="1585875" y="4992575"/>
              <a:ext cx="2500875" cy="466000"/>
            </a:xfrm>
            <a:custGeom>
              <a:rect b="b" l="l" r="r" t="t"/>
              <a:pathLst>
                <a:path extrusionOk="0" h="18640" w="100035">
                  <a:moveTo>
                    <a:pt x="46314" y="0"/>
                  </a:moveTo>
                  <a:cubicBezTo>
                    <a:pt x="45378" y="0"/>
                    <a:pt x="41064" y="1425"/>
                    <a:pt x="31460" y="3541"/>
                  </a:cubicBezTo>
                  <a:cubicBezTo>
                    <a:pt x="29832" y="3892"/>
                    <a:pt x="27988" y="4039"/>
                    <a:pt x="26046" y="4039"/>
                  </a:cubicBezTo>
                  <a:cubicBezTo>
                    <a:pt x="16528" y="4039"/>
                    <a:pt x="4681" y="529"/>
                    <a:pt x="4681" y="529"/>
                  </a:cubicBezTo>
                  <a:cubicBezTo>
                    <a:pt x="4681" y="529"/>
                    <a:pt x="1" y="3988"/>
                    <a:pt x="1" y="10459"/>
                  </a:cubicBezTo>
                  <a:cubicBezTo>
                    <a:pt x="1" y="14529"/>
                    <a:pt x="367" y="17948"/>
                    <a:pt x="855" y="18639"/>
                  </a:cubicBezTo>
                  <a:lnTo>
                    <a:pt x="100034" y="18639"/>
                  </a:lnTo>
                  <a:cubicBezTo>
                    <a:pt x="98447" y="17093"/>
                    <a:pt x="94255" y="13390"/>
                    <a:pt x="89046" y="12169"/>
                  </a:cubicBezTo>
                  <a:cubicBezTo>
                    <a:pt x="82290" y="10541"/>
                    <a:pt x="52866" y="7204"/>
                    <a:pt x="52866" y="7204"/>
                  </a:cubicBezTo>
                  <a:lnTo>
                    <a:pt x="51442" y="1302"/>
                  </a:lnTo>
                  <a:cubicBezTo>
                    <a:pt x="51442" y="1302"/>
                    <a:pt x="47291" y="0"/>
                    <a:pt x="463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0" name="Google Shape;2130;p35"/>
            <p:cNvSpPr/>
            <p:nvPr/>
          </p:nvSpPr>
          <p:spPr>
            <a:xfrm>
              <a:off x="1577750" y="4984425"/>
              <a:ext cx="2518150" cy="483300"/>
            </a:xfrm>
            <a:custGeom>
              <a:rect b="b" l="l" r="r" t="t"/>
              <a:pathLst>
                <a:path extrusionOk="0" h="19332" w="100726">
                  <a:moveTo>
                    <a:pt x="46639" y="652"/>
                  </a:moveTo>
                  <a:cubicBezTo>
                    <a:pt x="46842" y="652"/>
                    <a:pt x="47249" y="733"/>
                    <a:pt x="47778" y="855"/>
                  </a:cubicBezTo>
                  <a:cubicBezTo>
                    <a:pt x="48552" y="1018"/>
                    <a:pt x="49528" y="1303"/>
                    <a:pt x="50302" y="1547"/>
                  </a:cubicBezTo>
                  <a:cubicBezTo>
                    <a:pt x="50809" y="1681"/>
                    <a:pt x="51246" y="1797"/>
                    <a:pt x="51487" y="1861"/>
                  </a:cubicBezTo>
                  <a:lnTo>
                    <a:pt x="51487" y="1861"/>
                  </a:lnTo>
                  <a:lnTo>
                    <a:pt x="52866" y="7611"/>
                  </a:lnTo>
                  <a:cubicBezTo>
                    <a:pt x="52906" y="7733"/>
                    <a:pt x="53028" y="7855"/>
                    <a:pt x="53151" y="7855"/>
                  </a:cubicBezTo>
                  <a:cubicBezTo>
                    <a:pt x="53151" y="7855"/>
                    <a:pt x="53639" y="7896"/>
                    <a:pt x="54453" y="8018"/>
                  </a:cubicBezTo>
                  <a:cubicBezTo>
                    <a:pt x="57302" y="8343"/>
                    <a:pt x="64546" y="9198"/>
                    <a:pt x="71830" y="10134"/>
                  </a:cubicBezTo>
                  <a:cubicBezTo>
                    <a:pt x="79075" y="11070"/>
                    <a:pt x="86359" y="12128"/>
                    <a:pt x="89290" y="12820"/>
                  </a:cubicBezTo>
                  <a:cubicBezTo>
                    <a:pt x="93862" y="13909"/>
                    <a:pt x="97658" y="16907"/>
                    <a:pt x="99523" y="18640"/>
                  </a:cubicBezTo>
                  <a:lnTo>
                    <a:pt x="1383" y="18640"/>
                  </a:lnTo>
                  <a:cubicBezTo>
                    <a:pt x="1314" y="18474"/>
                    <a:pt x="1237" y="18221"/>
                    <a:pt x="1180" y="17907"/>
                  </a:cubicBezTo>
                  <a:cubicBezTo>
                    <a:pt x="895" y="16483"/>
                    <a:pt x="651" y="13838"/>
                    <a:pt x="651" y="10785"/>
                  </a:cubicBezTo>
                  <a:cubicBezTo>
                    <a:pt x="651" y="7652"/>
                    <a:pt x="1791" y="5210"/>
                    <a:pt x="2930" y="3582"/>
                  </a:cubicBezTo>
                  <a:cubicBezTo>
                    <a:pt x="3500" y="2768"/>
                    <a:pt x="4070" y="2158"/>
                    <a:pt x="4517" y="1710"/>
                  </a:cubicBezTo>
                  <a:cubicBezTo>
                    <a:pt x="4721" y="1506"/>
                    <a:pt x="4884" y="1344"/>
                    <a:pt x="5006" y="1262"/>
                  </a:cubicBezTo>
                  <a:lnTo>
                    <a:pt x="5052" y="1227"/>
                  </a:lnTo>
                  <a:lnTo>
                    <a:pt x="5052" y="1227"/>
                  </a:lnTo>
                  <a:cubicBezTo>
                    <a:pt x="6529" y="1642"/>
                    <a:pt x="17422" y="4681"/>
                    <a:pt x="26372" y="4681"/>
                  </a:cubicBezTo>
                  <a:cubicBezTo>
                    <a:pt x="28325" y="4681"/>
                    <a:pt x="30197" y="4518"/>
                    <a:pt x="31866" y="4192"/>
                  </a:cubicBezTo>
                  <a:cubicBezTo>
                    <a:pt x="36668" y="3134"/>
                    <a:pt x="40127" y="2239"/>
                    <a:pt x="42529" y="1628"/>
                  </a:cubicBezTo>
                  <a:cubicBezTo>
                    <a:pt x="43749" y="1344"/>
                    <a:pt x="44686" y="1099"/>
                    <a:pt x="45337" y="896"/>
                  </a:cubicBezTo>
                  <a:cubicBezTo>
                    <a:pt x="46029" y="733"/>
                    <a:pt x="46476" y="652"/>
                    <a:pt x="46639" y="652"/>
                  </a:cubicBezTo>
                  <a:close/>
                  <a:moveTo>
                    <a:pt x="46639" y="1"/>
                  </a:moveTo>
                  <a:cubicBezTo>
                    <a:pt x="46354" y="1"/>
                    <a:pt x="45906" y="82"/>
                    <a:pt x="45174" y="245"/>
                  </a:cubicBezTo>
                  <a:cubicBezTo>
                    <a:pt x="43098" y="774"/>
                    <a:pt x="38907" y="1954"/>
                    <a:pt x="31703" y="3501"/>
                  </a:cubicBezTo>
                  <a:cubicBezTo>
                    <a:pt x="30116" y="3867"/>
                    <a:pt x="28285" y="3989"/>
                    <a:pt x="26372" y="3989"/>
                  </a:cubicBezTo>
                  <a:cubicBezTo>
                    <a:pt x="21651" y="3989"/>
                    <a:pt x="16320" y="3134"/>
                    <a:pt x="12169" y="2280"/>
                  </a:cubicBezTo>
                  <a:cubicBezTo>
                    <a:pt x="10093" y="1832"/>
                    <a:pt x="8343" y="1384"/>
                    <a:pt x="7081" y="1059"/>
                  </a:cubicBezTo>
                  <a:cubicBezTo>
                    <a:pt x="6471" y="896"/>
                    <a:pt x="5942" y="774"/>
                    <a:pt x="5616" y="652"/>
                  </a:cubicBezTo>
                  <a:cubicBezTo>
                    <a:pt x="5291" y="570"/>
                    <a:pt x="5087" y="530"/>
                    <a:pt x="5087" y="530"/>
                  </a:cubicBezTo>
                  <a:cubicBezTo>
                    <a:pt x="5054" y="513"/>
                    <a:pt x="5013" y="503"/>
                    <a:pt x="4971" y="503"/>
                  </a:cubicBezTo>
                  <a:cubicBezTo>
                    <a:pt x="4912" y="503"/>
                    <a:pt x="4850" y="523"/>
                    <a:pt x="4802" y="570"/>
                  </a:cubicBezTo>
                  <a:cubicBezTo>
                    <a:pt x="4762" y="570"/>
                    <a:pt x="3581" y="1466"/>
                    <a:pt x="2401" y="3216"/>
                  </a:cubicBezTo>
                  <a:cubicBezTo>
                    <a:pt x="1180" y="4925"/>
                    <a:pt x="0" y="7489"/>
                    <a:pt x="0" y="10785"/>
                  </a:cubicBezTo>
                  <a:cubicBezTo>
                    <a:pt x="0" y="12861"/>
                    <a:pt x="82" y="14692"/>
                    <a:pt x="244" y="16157"/>
                  </a:cubicBezTo>
                  <a:cubicBezTo>
                    <a:pt x="326" y="16890"/>
                    <a:pt x="407" y="17541"/>
                    <a:pt x="529" y="18029"/>
                  </a:cubicBezTo>
                  <a:cubicBezTo>
                    <a:pt x="611" y="18518"/>
                    <a:pt x="733" y="18884"/>
                    <a:pt x="895" y="19169"/>
                  </a:cubicBezTo>
                  <a:cubicBezTo>
                    <a:pt x="936" y="19250"/>
                    <a:pt x="1058" y="19332"/>
                    <a:pt x="1180" y="19332"/>
                  </a:cubicBezTo>
                  <a:lnTo>
                    <a:pt x="100359" y="19332"/>
                  </a:lnTo>
                  <a:cubicBezTo>
                    <a:pt x="100481" y="19332"/>
                    <a:pt x="100603" y="19210"/>
                    <a:pt x="100644" y="19088"/>
                  </a:cubicBezTo>
                  <a:cubicBezTo>
                    <a:pt x="100725" y="18965"/>
                    <a:pt x="100685" y="18843"/>
                    <a:pt x="100563" y="18721"/>
                  </a:cubicBezTo>
                  <a:cubicBezTo>
                    <a:pt x="98975" y="17134"/>
                    <a:pt x="94784" y="13431"/>
                    <a:pt x="89412" y="12169"/>
                  </a:cubicBezTo>
                  <a:cubicBezTo>
                    <a:pt x="86034" y="11355"/>
                    <a:pt x="76999" y="10093"/>
                    <a:pt x="68819" y="9076"/>
                  </a:cubicBezTo>
                  <a:cubicBezTo>
                    <a:pt x="61526" y="8137"/>
                    <a:pt x="54907" y="7391"/>
                    <a:pt x="53504" y="7234"/>
                  </a:cubicBezTo>
                  <a:lnTo>
                    <a:pt x="53504" y="7234"/>
                  </a:lnTo>
                  <a:lnTo>
                    <a:pt x="52092" y="1547"/>
                  </a:lnTo>
                  <a:cubicBezTo>
                    <a:pt x="52052" y="1425"/>
                    <a:pt x="51970" y="1303"/>
                    <a:pt x="51848" y="1303"/>
                  </a:cubicBezTo>
                  <a:cubicBezTo>
                    <a:pt x="51848" y="1303"/>
                    <a:pt x="50831" y="977"/>
                    <a:pt x="49651" y="652"/>
                  </a:cubicBezTo>
                  <a:cubicBezTo>
                    <a:pt x="49081" y="489"/>
                    <a:pt x="48470" y="326"/>
                    <a:pt x="47941" y="204"/>
                  </a:cubicBezTo>
                  <a:cubicBezTo>
                    <a:pt x="47412" y="82"/>
                    <a:pt x="46965" y="1"/>
                    <a:pt x="466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1" name="Google Shape;2131;p35"/>
            <p:cNvSpPr/>
            <p:nvPr/>
          </p:nvSpPr>
          <p:spPr>
            <a:xfrm>
              <a:off x="1598100" y="2881400"/>
              <a:ext cx="1406100" cy="2341600"/>
            </a:xfrm>
            <a:custGeom>
              <a:rect b="b" l="l" r="r" t="t"/>
              <a:pathLst>
                <a:path extrusionOk="0" h="93664" w="56244">
                  <a:moveTo>
                    <a:pt x="27796" y="0"/>
                  </a:moveTo>
                  <a:cubicBezTo>
                    <a:pt x="27796" y="0"/>
                    <a:pt x="27593" y="122"/>
                    <a:pt x="27308" y="326"/>
                  </a:cubicBezTo>
                  <a:cubicBezTo>
                    <a:pt x="25436" y="1588"/>
                    <a:pt x="18639" y="6308"/>
                    <a:pt x="13471" y="10378"/>
                  </a:cubicBezTo>
                  <a:cubicBezTo>
                    <a:pt x="7448" y="15099"/>
                    <a:pt x="7041" y="23890"/>
                    <a:pt x="6796" y="30686"/>
                  </a:cubicBezTo>
                  <a:cubicBezTo>
                    <a:pt x="6512" y="37523"/>
                    <a:pt x="2116" y="80011"/>
                    <a:pt x="1058" y="85261"/>
                  </a:cubicBezTo>
                  <a:cubicBezTo>
                    <a:pt x="0" y="90511"/>
                    <a:pt x="9401" y="91854"/>
                    <a:pt x="18477" y="93156"/>
                  </a:cubicBezTo>
                  <a:cubicBezTo>
                    <a:pt x="20817" y="93504"/>
                    <a:pt x="23335" y="93664"/>
                    <a:pt x="25880" y="93664"/>
                  </a:cubicBezTo>
                  <a:cubicBezTo>
                    <a:pt x="33159" y="93664"/>
                    <a:pt x="40657" y="92359"/>
                    <a:pt x="44848" y="90430"/>
                  </a:cubicBezTo>
                  <a:cubicBezTo>
                    <a:pt x="50505" y="87784"/>
                    <a:pt x="51807" y="87906"/>
                    <a:pt x="51807" y="85058"/>
                  </a:cubicBezTo>
                  <a:cubicBezTo>
                    <a:pt x="51807" y="82168"/>
                    <a:pt x="51930" y="75575"/>
                    <a:pt x="51930" y="75046"/>
                  </a:cubicBezTo>
                  <a:cubicBezTo>
                    <a:pt x="51930" y="74558"/>
                    <a:pt x="55999" y="42366"/>
                    <a:pt x="55755" y="32924"/>
                  </a:cubicBezTo>
                  <a:cubicBezTo>
                    <a:pt x="55470" y="23483"/>
                    <a:pt x="56243" y="18355"/>
                    <a:pt x="54046" y="13634"/>
                  </a:cubicBezTo>
                  <a:cubicBezTo>
                    <a:pt x="51807" y="8913"/>
                    <a:pt x="46151" y="5250"/>
                    <a:pt x="38662" y="2768"/>
                  </a:cubicBezTo>
                  <a:cubicBezTo>
                    <a:pt x="31174" y="245"/>
                    <a:pt x="27796" y="0"/>
                    <a:pt x="277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2" name="Google Shape;2132;p35"/>
            <p:cNvSpPr/>
            <p:nvPr/>
          </p:nvSpPr>
          <p:spPr>
            <a:xfrm>
              <a:off x="1631675" y="2921075"/>
              <a:ext cx="1264675" cy="2293325"/>
            </a:xfrm>
            <a:custGeom>
              <a:rect b="b" l="l" r="r" t="t"/>
              <a:pathLst>
                <a:path extrusionOk="0" h="91733" w="50587">
                  <a:moveTo>
                    <a:pt x="24744" y="1"/>
                  </a:moveTo>
                  <a:cubicBezTo>
                    <a:pt x="21976" y="1913"/>
                    <a:pt x="16604" y="5698"/>
                    <a:pt x="12331" y="9035"/>
                  </a:cubicBezTo>
                  <a:cubicBezTo>
                    <a:pt x="9401" y="11355"/>
                    <a:pt x="7814" y="14652"/>
                    <a:pt x="6959" y="18233"/>
                  </a:cubicBezTo>
                  <a:cubicBezTo>
                    <a:pt x="6064" y="21855"/>
                    <a:pt x="5901" y="25721"/>
                    <a:pt x="5779" y="29140"/>
                  </a:cubicBezTo>
                  <a:cubicBezTo>
                    <a:pt x="5698" y="31704"/>
                    <a:pt x="5006" y="39273"/>
                    <a:pt x="4110" y="48023"/>
                  </a:cubicBezTo>
                  <a:cubicBezTo>
                    <a:pt x="3256" y="56773"/>
                    <a:pt x="2198" y="66703"/>
                    <a:pt x="1343" y="73947"/>
                  </a:cubicBezTo>
                  <a:cubicBezTo>
                    <a:pt x="814" y="78790"/>
                    <a:pt x="326" y="82412"/>
                    <a:pt x="41" y="83755"/>
                  </a:cubicBezTo>
                  <a:cubicBezTo>
                    <a:pt x="0" y="84000"/>
                    <a:pt x="0" y="84244"/>
                    <a:pt x="0" y="84447"/>
                  </a:cubicBezTo>
                  <a:cubicBezTo>
                    <a:pt x="0" y="85505"/>
                    <a:pt x="448" y="86319"/>
                    <a:pt x="1384" y="87093"/>
                  </a:cubicBezTo>
                  <a:cubicBezTo>
                    <a:pt x="2279" y="87825"/>
                    <a:pt x="3622" y="88436"/>
                    <a:pt x="5250" y="88965"/>
                  </a:cubicBezTo>
                  <a:cubicBezTo>
                    <a:pt x="8506" y="89982"/>
                    <a:pt x="12860" y="90633"/>
                    <a:pt x="17174" y="91244"/>
                  </a:cubicBezTo>
                  <a:cubicBezTo>
                    <a:pt x="19494" y="91569"/>
                    <a:pt x="21976" y="91732"/>
                    <a:pt x="24459" y="91732"/>
                  </a:cubicBezTo>
                  <a:lnTo>
                    <a:pt x="24744" y="91732"/>
                  </a:lnTo>
                  <a:lnTo>
                    <a:pt x="50587" y="70529"/>
                  </a:lnTo>
                  <a:cubicBezTo>
                    <a:pt x="50587" y="70529"/>
                    <a:pt x="50587" y="70529"/>
                    <a:pt x="50587" y="70488"/>
                  </a:cubicBezTo>
                  <a:cubicBezTo>
                    <a:pt x="47738" y="64913"/>
                    <a:pt x="44848" y="59174"/>
                    <a:pt x="42569" y="54616"/>
                  </a:cubicBezTo>
                  <a:cubicBezTo>
                    <a:pt x="42569" y="54779"/>
                    <a:pt x="42447" y="54901"/>
                    <a:pt x="42284" y="54901"/>
                  </a:cubicBezTo>
                  <a:cubicBezTo>
                    <a:pt x="40941" y="55186"/>
                    <a:pt x="39558" y="55267"/>
                    <a:pt x="38255" y="55267"/>
                  </a:cubicBezTo>
                  <a:cubicBezTo>
                    <a:pt x="33494" y="55267"/>
                    <a:pt x="29465" y="53924"/>
                    <a:pt x="29465" y="53884"/>
                  </a:cubicBezTo>
                  <a:cubicBezTo>
                    <a:pt x="29302" y="53843"/>
                    <a:pt x="29180" y="53640"/>
                    <a:pt x="29261" y="53477"/>
                  </a:cubicBezTo>
                  <a:cubicBezTo>
                    <a:pt x="29302" y="53314"/>
                    <a:pt x="29424" y="53233"/>
                    <a:pt x="29587" y="53233"/>
                  </a:cubicBezTo>
                  <a:cubicBezTo>
                    <a:pt x="29587" y="53233"/>
                    <a:pt x="29628" y="53233"/>
                    <a:pt x="29668" y="53273"/>
                  </a:cubicBezTo>
                  <a:cubicBezTo>
                    <a:pt x="29668" y="53273"/>
                    <a:pt x="29750" y="53273"/>
                    <a:pt x="29872" y="53314"/>
                  </a:cubicBezTo>
                  <a:cubicBezTo>
                    <a:pt x="29953" y="53355"/>
                    <a:pt x="30157" y="53395"/>
                    <a:pt x="30360" y="53477"/>
                  </a:cubicBezTo>
                  <a:cubicBezTo>
                    <a:pt x="30808" y="53599"/>
                    <a:pt x="31418" y="53762"/>
                    <a:pt x="32232" y="53924"/>
                  </a:cubicBezTo>
                  <a:cubicBezTo>
                    <a:pt x="33779" y="54291"/>
                    <a:pt x="35936" y="54616"/>
                    <a:pt x="38255" y="54616"/>
                  </a:cubicBezTo>
                  <a:cubicBezTo>
                    <a:pt x="39517" y="54616"/>
                    <a:pt x="40860" y="54494"/>
                    <a:pt x="42162" y="54250"/>
                  </a:cubicBezTo>
                  <a:lnTo>
                    <a:pt x="42244" y="54250"/>
                  </a:lnTo>
                  <a:cubicBezTo>
                    <a:pt x="42284" y="54250"/>
                    <a:pt x="42366" y="54250"/>
                    <a:pt x="42406" y="54291"/>
                  </a:cubicBezTo>
                  <a:cubicBezTo>
                    <a:pt x="42162" y="53843"/>
                    <a:pt x="41959" y="53355"/>
                    <a:pt x="41715" y="52907"/>
                  </a:cubicBezTo>
                  <a:lnTo>
                    <a:pt x="41633" y="52907"/>
                  </a:lnTo>
                  <a:cubicBezTo>
                    <a:pt x="41552" y="52907"/>
                    <a:pt x="41470" y="52907"/>
                    <a:pt x="41430" y="52866"/>
                  </a:cubicBezTo>
                  <a:cubicBezTo>
                    <a:pt x="35366" y="48186"/>
                    <a:pt x="34104" y="45337"/>
                    <a:pt x="34064" y="45297"/>
                  </a:cubicBezTo>
                  <a:cubicBezTo>
                    <a:pt x="34023" y="45093"/>
                    <a:pt x="34104" y="44890"/>
                    <a:pt x="34267" y="44849"/>
                  </a:cubicBezTo>
                  <a:cubicBezTo>
                    <a:pt x="34308" y="44808"/>
                    <a:pt x="34348" y="44808"/>
                    <a:pt x="34389" y="44808"/>
                  </a:cubicBezTo>
                  <a:cubicBezTo>
                    <a:pt x="34511" y="44808"/>
                    <a:pt x="34633" y="44890"/>
                    <a:pt x="34715" y="45012"/>
                  </a:cubicBezTo>
                  <a:lnTo>
                    <a:pt x="34715" y="45052"/>
                  </a:lnTo>
                  <a:lnTo>
                    <a:pt x="34755" y="45134"/>
                  </a:lnTo>
                  <a:cubicBezTo>
                    <a:pt x="34796" y="45215"/>
                    <a:pt x="34877" y="45337"/>
                    <a:pt x="34959" y="45459"/>
                  </a:cubicBezTo>
                  <a:cubicBezTo>
                    <a:pt x="35162" y="45785"/>
                    <a:pt x="35488" y="46273"/>
                    <a:pt x="36017" y="46924"/>
                  </a:cubicBezTo>
                  <a:cubicBezTo>
                    <a:pt x="36953" y="48064"/>
                    <a:pt x="38540" y="49733"/>
                    <a:pt x="41145" y="51767"/>
                  </a:cubicBezTo>
                  <a:cubicBezTo>
                    <a:pt x="39313" y="48064"/>
                    <a:pt x="38093" y="45581"/>
                    <a:pt x="37970" y="45256"/>
                  </a:cubicBezTo>
                  <a:cubicBezTo>
                    <a:pt x="37686" y="44320"/>
                    <a:pt x="36872" y="41145"/>
                    <a:pt x="36872" y="37930"/>
                  </a:cubicBezTo>
                  <a:cubicBezTo>
                    <a:pt x="36872" y="36709"/>
                    <a:pt x="36994" y="35489"/>
                    <a:pt x="37319" y="34349"/>
                  </a:cubicBezTo>
                  <a:cubicBezTo>
                    <a:pt x="38499" y="30442"/>
                    <a:pt x="42203" y="25436"/>
                    <a:pt x="42203" y="25436"/>
                  </a:cubicBezTo>
                  <a:lnTo>
                    <a:pt x="47494" y="15832"/>
                  </a:lnTo>
                  <a:cubicBezTo>
                    <a:pt x="44685" y="11233"/>
                    <a:pt x="39029" y="4844"/>
                    <a:pt x="39029" y="4844"/>
                  </a:cubicBezTo>
                  <a:cubicBezTo>
                    <a:pt x="39029" y="4844"/>
                    <a:pt x="39558" y="4681"/>
                    <a:pt x="39720" y="4314"/>
                  </a:cubicBezTo>
                  <a:cubicBezTo>
                    <a:pt x="34877" y="2483"/>
                    <a:pt x="26901" y="489"/>
                    <a:pt x="24744" y="1"/>
                  </a:cubicBezTo>
                  <a:close/>
                </a:path>
              </a:pathLst>
            </a:custGeom>
            <a:solidFill>
              <a:schemeClr val="accent5"/>
            </a:solidFill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3" name="Google Shape;2133;p35"/>
            <p:cNvSpPr/>
            <p:nvPr/>
          </p:nvSpPr>
          <p:spPr>
            <a:xfrm>
              <a:off x="2061025" y="3553925"/>
              <a:ext cx="189250" cy="494225"/>
            </a:xfrm>
            <a:custGeom>
              <a:rect b="b" l="l" r="r" t="t"/>
              <a:pathLst>
                <a:path extrusionOk="0" h="19769" w="7570">
                  <a:moveTo>
                    <a:pt x="326" y="0"/>
                  </a:moveTo>
                  <a:cubicBezTo>
                    <a:pt x="122" y="41"/>
                    <a:pt x="0" y="204"/>
                    <a:pt x="0" y="367"/>
                  </a:cubicBezTo>
                  <a:cubicBezTo>
                    <a:pt x="0" y="407"/>
                    <a:pt x="1221" y="12087"/>
                    <a:pt x="6919" y="19616"/>
                  </a:cubicBezTo>
                  <a:cubicBezTo>
                    <a:pt x="6968" y="19715"/>
                    <a:pt x="7077" y="19769"/>
                    <a:pt x="7182" y="19769"/>
                  </a:cubicBezTo>
                  <a:cubicBezTo>
                    <a:pt x="7251" y="19769"/>
                    <a:pt x="7318" y="19746"/>
                    <a:pt x="7366" y="19698"/>
                  </a:cubicBezTo>
                  <a:cubicBezTo>
                    <a:pt x="7529" y="19576"/>
                    <a:pt x="7570" y="19372"/>
                    <a:pt x="7448" y="19209"/>
                  </a:cubicBezTo>
                  <a:cubicBezTo>
                    <a:pt x="4680" y="15587"/>
                    <a:pt x="2971" y="10826"/>
                    <a:pt x="1994" y="7000"/>
                  </a:cubicBezTo>
                  <a:cubicBezTo>
                    <a:pt x="1465" y="5087"/>
                    <a:pt x="1140" y="3419"/>
                    <a:pt x="936" y="2239"/>
                  </a:cubicBezTo>
                  <a:cubicBezTo>
                    <a:pt x="855" y="1628"/>
                    <a:pt x="773" y="1140"/>
                    <a:pt x="733" y="814"/>
                  </a:cubicBezTo>
                  <a:cubicBezTo>
                    <a:pt x="692" y="489"/>
                    <a:pt x="692" y="326"/>
                    <a:pt x="692" y="326"/>
                  </a:cubicBezTo>
                  <a:cubicBezTo>
                    <a:pt x="651" y="122"/>
                    <a:pt x="489" y="0"/>
                    <a:pt x="3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4" name="Google Shape;2134;p35"/>
            <p:cNvSpPr/>
            <p:nvPr/>
          </p:nvSpPr>
          <p:spPr>
            <a:xfrm>
              <a:off x="2482225" y="4041475"/>
              <a:ext cx="199450" cy="202600"/>
            </a:xfrm>
            <a:custGeom>
              <a:rect b="b" l="l" r="r" t="t"/>
              <a:pathLst>
                <a:path extrusionOk="0" h="8104" w="7978">
                  <a:moveTo>
                    <a:pt x="381" y="1"/>
                  </a:moveTo>
                  <a:cubicBezTo>
                    <a:pt x="335" y="1"/>
                    <a:pt x="289" y="11"/>
                    <a:pt x="245" y="33"/>
                  </a:cubicBezTo>
                  <a:cubicBezTo>
                    <a:pt x="82" y="74"/>
                    <a:pt x="1" y="277"/>
                    <a:pt x="42" y="481"/>
                  </a:cubicBezTo>
                  <a:cubicBezTo>
                    <a:pt x="82" y="521"/>
                    <a:pt x="1344" y="3370"/>
                    <a:pt x="7408" y="8050"/>
                  </a:cubicBezTo>
                  <a:cubicBezTo>
                    <a:pt x="7458" y="8084"/>
                    <a:pt x="7530" y="8104"/>
                    <a:pt x="7602" y="8104"/>
                  </a:cubicBezTo>
                  <a:cubicBezTo>
                    <a:pt x="7704" y="8104"/>
                    <a:pt x="7808" y="8064"/>
                    <a:pt x="7855" y="7969"/>
                  </a:cubicBezTo>
                  <a:cubicBezTo>
                    <a:pt x="7977" y="7806"/>
                    <a:pt x="7937" y="7603"/>
                    <a:pt x="7815" y="7481"/>
                  </a:cubicBezTo>
                  <a:cubicBezTo>
                    <a:pt x="4803" y="5201"/>
                    <a:pt x="3012" y="3370"/>
                    <a:pt x="1995" y="2108"/>
                  </a:cubicBezTo>
                  <a:cubicBezTo>
                    <a:pt x="1466" y="1457"/>
                    <a:pt x="1140" y="969"/>
                    <a:pt x="937" y="643"/>
                  </a:cubicBezTo>
                  <a:cubicBezTo>
                    <a:pt x="855" y="521"/>
                    <a:pt x="774" y="399"/>
                    <a:pt x="733" y="318"/>
                  </a:cubicBezTo>
                  <a:lnTo>
                    <a:pt x="693" y="236"/>
                  </a:lnTo>
                  <a:lnTo>
                    <a:pt x="693" y="196"/>
                  </a:lnTo>
                  <a:cubicBezTo>
                    <a:pt x="633" y="77"/>
                    <a:pt x="508" y="1"/>
                    <a:pt x="3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5" name="Google Shape;2135;p35"/>
            <p:cNvSpPr/>
            <p:nvPr/>
          </p:nvSpPr>
          <p:spPr>
            <a:xfrm>
              <a:off x="2361150" y="4252250"/>
              <a:ext cx="335775" cy="50525"/>
            </a:xfrm>
            <a:custGeom>
              <a:rect b="b" l="l" r="r" t="t"/>
              <a:pathLst>
                <a:path extrusionOk="0" h="2021" w="13431">
                  <a:moveTo>
                    <a:pt x="378" y="0"/>
                  </a:moveTo>
                  <a:cubicBezTo>
                    <a:pt x="245" y="0"/>
                    <a:pt x="114" y="103"/>
                    <a:pt x="82" y="230"/>
                  </a:cubicBezTo>
                  <a:cubicBezTo>
                    <a:pt x="1" y="393"/>
                    <a:pt x="123" y="596"/>
                    <a:pt x="286" y="637"/>
                  </a:cubicBezTo>
                  <a:cubicBezTo>
                    <a:pt x="286" y="677"/>
                    <a:pt x="4315" y="2020"/>
                    <a:pt x="9076" y="2020"/>
                  </a:cubicBezTo>
                  <a:cubicBezTo>
                    <a:pt x="10379" y="2020"/>
                    <a:pt x="11762" y="1939"/>
                    <a:pt x="13105" y="1654"/>
                  </a:cubicBezTo>
                  <a:cubicBezTo>
                    <a:pt x="13309" y="1654"/>
                    <a:pt x="13431" y="1451"/>
                    <a:pt x="13390" y="1288"/>
                  </a:cubicBezTo>
                  <a:cubicBezTo>
                    <a:pt x="13355" y="1111"/>
                    <a:pt x="13227" y="995"/>
                    <a:pt x="13060" y="995"/>
                  </a:cubicBezTo>
                  <a:cubicBezTo>
                    <a:pt x="13035" y="995"/>
                    <a:pt x="13010" y="998"/>
                    <a:pt x="12983" y="1003"/>
                  </a:cubicBezTo>
                  <a:cubicBezTo>
                    <a:pt x="11681" y="1247"/>
                    <a:pt x="10338" y="1369"/>
                    <a:pt x="9076" y="1369"/>
                  </a:cubicBezTo>
                  <a:cubicBezTo>
                    <a:pt x="6757" y="1369"/>
                    <a:pt x="4600" y="1044"/>
                    <a:pt x="3053" y="677"/>
                  </a:cubicBezTo>
                  <a:cubicBezTo>
                    <a:pt x="2239" y="515"/>
                    <a:pt x="1629" y="352"/>
                    <a:pt x="1181" y="230"/>
                  </a:cubicBezTo>
                  <a:cubicBezTo>
                    <a:pt x="978" y="148"/>
                    <a:pt x="774" y="108"/>
                    <a:pt x="693" y="67"/>
                  </a:cubicBezTo>
                  <a:cubicBezTo>
                    <a:pt x="571" y="26"/>
                    <a:pt x="489" y="26"/>
                    <a:pt x="489" y="26"/>
                  </a:cubicBezTo>
                  <a:cubicBezTo>
                    <a:pt x="454" y="8"/>
                    <a:pt x="416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6" name="Google Shape;2136;p35"/>
            <p:cNvSpPr/>
            <p:nvPr/>
          </p:nvSpPr>
          <p:spPr>
            <a:xfrm>
              <a:off x="2311300" y="4874800"/>
              <a:ext cx="481275" cy="353625"/>
            </a:xfrm>
            <a:custGeom>
              <a:rect b="b" l="l" r="r" t="t"/>
              <a:pathLst>
                <a:path extrusionOk="0" h="14145" w="19251">
                  <a:moveTo>
                    <a:pt x="18884" y="1"/>
                  </a:moveTo>
                  <a:cubicBezTo>
                    <a:pt x="18777" y="1"/>
                    <a:pt x="18673" y="54"/>
                    <a:pt x="18599" y="153"/>
                  </a:cubicBezTo>
                  <a:cubicBezTo>
                    <a:pt x="16035" y="3409"/>
                    <a:pt x="11437" y="6746"/>
                    <a:pt x="7489" y="9269"/>
                  </a:cubicBezTo>
                  <a:cubicBezTo>
                    <a:pt x="5495" y="10531"/>
                    <a:pt x="3663" y="11589"/>
                    <a:pt x="2361" y="12322"/>
                  </a:cubicBezTo>
                  <a:cubicBezTo>
                    <a:pt x="1710" y="12728"/>
                    <a:pt x="1181" y="13013"/>
                    <a:pt x="815" y="13217"/>
                  </a:cubicBezTo>
                  <a:cubicBezTo>
                    <a:pt x="408" y="13380"/>
                    <a:pt x="204" y="13502"/>
                    <a:pt x="204" y="13502"/>
                  </a:cubicBezTo>
                  <a:cubicBezTo>
                    <a:pt x="41" y="13583"/>
                    <a:pt x="1" y="13787"/>
                    <a:pt x="82" y="13949"/>
                  </a:cubicBezTo>
                  <a:cubicBezTo>
                    <a:pt x="142" y="14069"/>
                    <a:pt x="267" y="14144"/>
                    <a:pt x="393" y="14144"/>
                  </a:cubicBezTo>
                  <a:cubicBezTo>
                    <a:pt x="440" y="14144"/>
                    <a:pt x="486" y="14134"/>
                    <a:pt x="530" y="14112"/>
                  </a:cubicBezTo>
                  <a:cubicBezTo>
                    <a:pt x="530" y="14112"/>
                    <a:pt x="3867" y="12403"/>
                    <a:pt x="7855" y="9839"/>
                  </a:cubicBezTo>
                  <a:cubicBezTo>
                    <a:pt x="11844" y="7316"/>
                    <a:pt x="16442" y="3938"/>
                    <a:pt x="19128" y="560"/>
                  </a:cubicBezTo>
                  <a:cubicBezTo>
                    <a:pt x="19250" y="397"/>
                    <a:pt x="19210" y="194"/>
                    <a:pt x="19088" y="72"/>
                  </a:cubicBezTo>
                  <a:cubicBezTo>
                    <a:pt x="19023" y="23"/>
                    <a:pt x="18953" y="1"/>
                    <a:pt x="188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7" name="Google Shape;2137;p35"/>
            <p:cNvSpPr/>
            <p:nvPr/>
          </p:nvSpPr>
          <p:spPr>
            <a:xfrm>
              <a:off x="1614375" y="2872825"/>
              <a:ext cx="1385750" cy="2358850"/>
            </a:xfrm>
            <a:custGeom>
              <a:rect b="b" l="l" r="r" t="t"/>
              <a:pathLst>
                <a:path extrusionOk="0" h="94354" w="55430">
                  <a:moveTo>
                    <a:pt x="27219" y="694"/>
                  </a:moveTo>
                  <a:cubicBezTo>
                    <a:pt x="27233" y="699"/>
                    <a:pt x="27249" y="704"/>
                    <a:pt x="27267" y="710"/>
                  </a:cubicBezTo>
                  <a:cubicBezTo>
                    <a:pt x="28000" y="791"/>
                    <a:pt x="31378" y="1239"/>
                    <a:pt x="37930" y="3396"/>
                  </a:cubicBezTo>
                  <a:cubicBezTo>
                    <a:pt x="45337" y="5878"/>
                    <a:pt x="50912" y="9541"/>
                    <a:pt x="53069" y="14140"/>
                  </a:cubicBezTo>
                  <a:cubicBezTo>
                    <a:pt x="54575" y="17355"/>
                    <a:pt x="54697" y="20773"/>
                    <a:pt x="54697" y="25779"/>
                  </a:cubicBezTo>
                  <a:cubicBezTo>
                    <a:pt x="54697" y="26430"/>
                    <a:pt x="54697" y="27081"/>
                    <a:pt x="54697" y="27773"/>
                  </a:cubicBezTo>
                  <a:cubicBezTo>
                    <a:pt x="54697" y="29442"/>
                    <a:pt x="54697" y="31273"/>
                    <a:pt x="54738" y="33267"/>
                  </a:cubicBezTo>
                  <a:cubicBezTo>
                    <a:pt x="54738" y="33593"/>
                    <a:pt x="54738" y="33878"/>
                    <a:pt x="54738" y="34244"/>
                  </a:cubicBezTo>
                  <a:cubicBezTo>
                    <a:pt x="54778" y="39413"/>
                    <a:pt x="53802" y="49587"/>
                    <a:pt x="52866" y="58500"/>
                  </a:cubicBezTo>
                  <a:cubicBezTo>
                    <a:pt x="52377" y="62976"/>
                    <a:pt x="51889" y="67128"/>
                    <a:pt x="51523" y="70180"/>
                  </a:cubicBezTo>
                  <a:cubicBezTo>
                    <a:pt x="51360" y="71726"/>
                    <a:pt x="51197" y="72988"/>
                    <a:pt x="51116" y="73883"/>
                  </a:cubicBezTo>
                  <a:cubicBezTo>
                    <a:pt x="51034" y="74331"/>
                    <a:pt x="50994" y="74697"/>
                    <a:pt x="50994" y="74941"/>
                  </a:cubicBezTo>
                  <a:cubicBezTo>
                    <a:pt x="50953" y="75063"/>
                    <a:pt x="50953" y="75145"/>
                    <a:pt x="50953" y="75226"/>
                  </a:cubicBezTo>
                  <a:cubicBezTo>
                    <a:pt x="50953" y="75308"/>
                    <a:pt x="50953" y="75348"/>
                    <a:pt x="50953" y="75389"/>
                  </a:cubicBezTo>
                  <a:cubicBezTo>
                    <a:pt x="50953" y="75918"/>
                    <a:pt x="50790" y="82470"/>
                    <a:pt x="50790" y="85401"/>
                  </a:cubicBezTo>
                  <a:cubicBezTo>
                    <a:pt x="50790" y="86092"/>
                    <a:pt x="50709" y="86540"/>
                    <a:pt x="50546" y="86906"/>
                  </a:cubicBezTo>
                  <a:cubicBezTo>
                    <a:pt x="50424" y="87191"/>
                    <a:pt x="50220" y="87435"/>
                    <a:pt x="49936" y="87639"/>
                  </a:cubicBezTo>
                  <a:cubicBezTo>
                    <a:pt x="49040" y="88371"/>
                    <a:pt x="47250" y="88982"/>
                    <a:pt x="44034" y="90447"/>
                  </a:cubicBezTo>
                  <a:cubicBezTo>
                    <a:pt x="39924" y="92360"/>
                    <a:pt x="32436" y="93662"/>
                    <a:pt x="25151" y="93662"/>
                  </a:cubicBezTo>
                  <a:cubicBezTo>
                    <a:pt x="22668" y="93662"/>
                    <a:pt x="20186" y="93499"/>
                    <a:pt x="17866" y="93174"/>
                  </a:cubicBezTo>
                  <a:cubicBezTo>
                    <a:pt x="13552" y="92563"/>
                    <a:pt x="9198" y="91912"/>
                    <a:pt x="5942" y="90895"/>
                  </a:cubicBezTo>
                  <a:cubicBezTo>
                    <a:pt x="4314" y="90366"/>
                    <a:pt x="2971" y="89755"/>
                    <a:pt x="2076" y="89023"/>
                  </a:cubicBezTo>
                  <a:cubicBezTo>
                    <a:pt x="1140" y="88249"/>
                    <a:pt x="692" y="87435"/>
                    <a:pt x="692" y="86377"/>
                  </a:cubicBezTo>
                  <a:cubicBezTo>
                    <a:pt x="692" y="86174"/>
                    <a:pt x="692" y="85930"/>
                    <a:pt x="733" y="85685"/>
                  </a:cubicBezTo>
                  <a:cubicBezTo>
                    <a:pt x="1018" y="84342"/>
                    <a:pt x="1506" y="80720"/>
                    <a:pt x="2035" y="75877"/>
                  </a:cubicBezTo>
                  <a:cubicBezTo>
                    <a:pt x="2890" y="68633"/>
                    <a:pt x="3948" y="58703"/>
                    <a:pt x="4802" y="49953"/>
                  </a:cubicBezTo>
                  <a:cubicBezTo>
                    <a:pt x="5698" y="41203"/>
                    <a:pt x="6390" y="33634"/>
                    <a:pt x="6471" y="31070"/>
                  </a:cubicBezTo>
                  <a:cubicBezTo>
                    <a:pt x="6593" y="27651"/>
                    <a:pt x="6756" y="23785"/>
                    <a:pt x="7651" y="20163"/>
                  </a:cubicBezTo>
                  <a:cubicBezTo>
                    <a:pt x="8506" y="16582"/>
                    <a:pt x="10093" y="13285"/>
                    <a:pt x="13023" y="10965"/>
                  </a:cubicBezTo>
                  <a:cubicBezTo>
                    <a:pt x="18192" y="6936"/>
                    <a:pt x="24988" y="2215"/>
                    <a:pt x="26860" y="954"/>
                  </a:cubicBezTo>
                  <a:cubicBezTo>
                    <a:pt x="27021" y="839"/>
                    <a:pt x="27143" y="750"/>
                    <a:pt x="27219" y="694"/>
                  </a:cubicBezTo>
                  <a:close/>
                  <a:moveTo>
                    <a:pt x="27075" y="1"/>
                  </a:moveTo>
                  <a:cubicBezTo>
                    <a:pt x="27020" y="1"/>
                    <a:pt x="26970" y="30"/>
                    <a:pt x="26942" y="59"/>
                  </a:cubicBezTo>
                  <a:cubicBezTo>
                    <a:pt x="26942" y="59"/>
                    <a:pt x="26779" y="181"/>
                    <a:pt x="26453" y="384"/>
                  </a:cubicBezTo>
                  <a:cubicBezTo>
                    <a:pt x="24622" y="1646"/>
                    <a:pt x="17785" y="6367"/>
                    <a:pt x="12616" y="10436"/>
                  </a:cubicBezTo>
                  <a:cubicBezTo>
                    <a:pt x="9523" y="12878"/>
                    <a:pt x="7895" y="16337"/>
                    <a:pt x="7000" y="20000"/>
                  </a:cubicBezTo>
                  <a:cubicBezTo>
                    <a:pt x="6105" y="23704"/>
                    <a:pt x="5942" y="27611"/>
                    <a:pt x="5779" y="31029"/>
                  </a:cubicBezTo>
                  <a:cubicBezTo>
                    <a:pt x="5657" y="34407"/>
                    <a:pt x="4477" y="46779"/>
                    <a:pt x="3215" y="58866"/>
                  </a:cubicBezTo>
                  <a:cubicBezTo>
                    <a:pt x="2605" y="64930"/>
                    <a:pt x="1954" y="70953"/>
                    <a:pt x="1384" y="75796"/>
                  </a:cubicBezTo>
                  <a:cubicBezTo>
                    <a:pt x="814" y="80598"/>
                    <a:pt x="326" y="84261"/>
                    <a:pt x="82" y="85563"/>
                  </a:cubicBezTo>
                  <a:cubicBezTo>
                    <a:pt x="41" y="85848"/>
                    <a:pt x="0" y="86133"/>
                    <a:pt x="0" y="86377"/>
                  </a:cubicBezTo>
                  <a:cubicBezTo>
                    <a:pt x="0" y="87680"/>
                    <a:pt x="611" y="88697"/>
                    <a:pt x="1628" y="89552"/>
                  </a:cubicBezTo>
                  <a:cubicBezTo>
                    <a:pt x="3175" y="90773"/>
                    <a:pt x="5576" y="91587"/>
                    <a:pt x="8425" y="92278"/>
                  </a:cubicBezTo>
                  <a:cubicBezTo>
                    <a:pt x="11273" y="92930"/>
                    <a:pt x="14529" y="93377"/>
                    <a:pt x="17744" y="93866"/>
                  </a:cubicBezTo>
                  <a:cubicBezTo>
                    <a:pt x="20105" y="94191"/>
                    <a:pt x="22628" y="94354"/>
                    <a:pt x="25151" y="94354"/>
                  </a:cubicBezTo>
                  <a:cubicBezTo>
                    <a:pt x="32517" y="94354"/>
                    <a:pt x="40046" y="93052"/>
                    <a:pt x="44319" y="91058"/>
                  </a:cubicBezTo>
                  <a:cubicBezTo>
                    <a:pt x="47127" y="89755"/>
                    <a:pt x="48877" y="89145"/>
                    <a:pt x="49976" y="88453"/>
                  </a:cubicBezTo>
                  <a:cubicBezTo>
                    <a:pt x="50505" y="88127"/>
                    <a:pt x="50912" y="87720"/>
                    <a:pt x="51156" y="87232"/>
                  </a:cubicBezTo>
                  <a:cubicBezTo>
                    <a:pt x="51401" y="86703"/>
                    <a:pt x="51482" y="86133"/>
                    <a:pt x="51482" y="85401"/>
                  </a:cubicBezTo>
                  <a:cubicBezTo>
                    <a:pt x="51482" y="82568"/>
                    <a:pt x="51599" y="76216"/>
                    <a:pt x="51604" y="75430"/>
                  </a:cubicBezTo>
                  <a:lnTo>
                    <a:pt x="51604" y="75430"/>
                  </a:lnTo>
                  <a:lnTo>
                    <a:pt x="51604" y="75430"/>
                  </a:lnTo>
                  <a:cubicBezTo>
                    <a:pt x="51604" y="75389"/>
                    <a:pt x="51645" y="75226"/>
                    <a:pt x="51645" y="74982"/>
                  </a:cubicBezTo>
                  <a:cubicBezTo>
                    <a:pt x="51889" y="72988"/>
                    <a:pt x="52825" y="65255"/>
                    <a:pt x="53720" y="56790"/>
                  </a:cubicBezTo>
                  <a:cubicBezTo>
                    <a:pt x="54616" y="48325"/>
                    <a:pt x="55430" y="39169"/>
                    <a:pt x="55430" y="34244"/>
                  </a:cubicBezTo>
                  <a:cubicBezTo>
                    <a:pt x="55430" y="33878"/>
                    <a:pt x="55430" y="33552"/>
                    <a:pt x="55430" y="33267"/>
                  </a:cubicBezTo>
                  <a:cubicBezTo>
                    <a:pt x="55348" y="31273"/>
                    <a:pt x="55348" y="29442"/>
                    <a:pt x="55348" y="27773"/>
                  </a:cubicBezTo>
                  <a:cubicBezTo>
                    <a:pt x="55348" y="27081"/>
                    <a:pt x="55348" y="26430"/>
                    <a:pt x="55348" y="25779"/>
                  </a:cubicBezTo>
                  <a:cubicBezTo>
                    <a:pt x="55348" y="20773"/>
                    <a:pt x="55267" y="17233"/>
                    <a:pt x="53680" y="13855"/>
                  </a:cubicBezTo>
                  <a:cubicBezTo>
                    <a:pt x="51360" y="8971"/>
                    <a:pt x="45662" y="5268"/>
                    <a:pt x="38133" y="2785"/>
                  </a:cubicBezTo>
                  <a:cubicBezTo>
                    <a:pt x="30645" y="262"/>
                    <a:pt x="27186" y="18"/>
                    <a:pt x="27145" y="18"/>
                  </a:cubicBezTo>
                  <a:cubicBezTo>
                    <a:pt x="27121" y="6"/>
                    <a:pt x="27097" y="1"/>
                    <a:pt x="27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8" name="Google Shape;2138;p35"/>
            <p:cNvSpPr/>
            <p:nvPr/>
          </p:nvSpPr>
          <p:spPr>
            <a:xfrm>
              <a:off x="2237025" y="2767550"/>
              <a:ext cx="724450" cy="471000"/>
            </a:xfrm>
            <a:custGeom>
              <a:rect b="b" l="l" r="r" t="t"/>
              <a:pathLst>
                <a:path extrusionOk="0" h="18840" w="28978">
                  <a:moveTo>
                    <a:pt x="4563" y="0"/>
                  </a:moveTo>
                  <a:cubicBezTo>
                    <a:pt x="3887" y="0"/>
                    <a:pt x="3541" y="78"/>
                    <a:pt x="3541" y="78"/>
                  </a:cubicBezTo>
                  <a:lnTo>
                    <a:pt x="1" y="5979"/>
                  </a:lnTo>
                  <a:cubicBezTo>
                    <a:pt x="1" y="5979"/>
                    <a:pt x="10623" y="8502"/>
                    <a:pt x="16117" y="10700"/>
                  </a:cubicBezTo>
                  <a:cubicBezTo>
                    <a:pt x="21652" y="12938"/>
                    <a:pt x="28977" y="18839"/>
                    <a:pt x="28977" y="18839"/>
                  </a:cubicBezTo>
                  <a:cubicBezTo>
                    <a:pt x="28977" y="18839"/>
                    <a:pt x="27797" y="12165"/>
                    <a:pt x="26780" y="10455"/>
                  </a:cubicBezTo>
                  <a:cubicBezTo>
                    <a:pt x="25721" y="8746"/>
                    <a:pt x="14815" y="2967"/>
                    <a:pt x="10379" y="1258"/>
                  </a:cubicBezTo>
                  <a:cubicBezTo>
                    <a:pt x="7614" y="202"/>
                    <a:pt x="5656" y="0"/>
                    <a:pt x="45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9" name="Google Shape;2139;p35"/>
            <p:cNvSpPr/>
            <p:nvPr/>
          </p:nvSpPr>
          <p:spPr>
            <a:xfrm>
              <a:off x="2237025" y="2767450"/>
              <a:ext cx="532150" cy="315425"/>
            </a:xfrm>
            <a:custGeom>
              <a:rect b="b" l="l" r="r" t="t"/>
              <a:pathLst>
                <a:path extrusionOk="0" h="12617" w="21286">
                  <a:moveTo>
                    <a:pt x="4559" y="0"/>
                  </a:moveTo>
                  <a:cubicBezTo>
                    <a:pt x="3867" y="0"/>
                    <a:pt x="3541" y="82"/>
                    <a:pt x="3541" y="82"/>
                  </a:cubicBezTo>
                  <a:lnTo>
                    <a:pt x="1" y="5983"/>
                  </a:lnTo>
                  <a:cubicBezTo>
                    <a:pt x="1" y="5983"/>
                    <a:pt x="204" y="6023"/>
                    <a:pt x="530" y="6146"/>
                  </a:cubicBezTo>
                  <a:cubicBezTo>
                    <a:pt x="2768" y="6675"/>
                    <a:pt x="11355" y="8791"/>
                    <a:pt x="16117" y="10704"/>
                  </a:cubicBezTo>
                  <a:cubicBezTo>
                    <a:pt x="16158" y="10704"/>
                    <a:pt x="16158" y="10744"/>
                    <a:pt x="16158" y="10744"/>
                  </a:cubicBezTo>
                  <a:cubicBezTo>
                    <a:pt x="17256" y="11192"/>
                    <a:pt x="18477" y="11802"/>
                    <a:pt x="19658" y="12454"/>
                  </a:cubicBezTo>
                  <a:cubicBezTo>
                    <a:pt x="19739" y="12494"/>
                    <a:pt x="19820" y="12576"/>
                    <a:pt x="19902" y="12616"/>
                  </a:cubicBezTo>
                  <a:cubicBezTo>
                    <a:pt x="20471" y="12372"/>
                    <a:pt x="20838" y="12006"/>
                    <a:pt x="20919" y="11518"/>
                  </a:cubicBezTo>
                  <a:cubicBezTo>
                    <a:pt x="21285" y="8384"/>
                    <a:pt x="15995" y="3948"/>
                    <a:pt x="15710" y="3704"/>
                  </a:cubicBezTo>
                  <a:cubicBezTo>
                    <a:pt x="14570" y="3134"/>
                    <a:pt x="13512" y="2605"/>
                    <a:pt x="12536" y="2198"/>
                  </a:cubicBezTo>
                  <a:cubicBezTo>
                    <a:pt x="11722" y="1832"/>
                    <a:pt x="10989" y="1506"/>
                    <a:pt x="10379" y="1262"/>
                  </a:cubicBezTo>
                  <a:cubicBezTo>
                    <a:pt x="7611" y="204"/>
                    <a:pt x="5658" y="0"/>
                    <a:pt x="455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0" name="Google Shape;2140;p35"/>
            <p:cNvSpPr/>
            <p:nvPr/>
          </p:nvSpPr>
          <p:spPr>
            <a:xfrm>
              <a:off x="2227875" y="2759300"/>
              <a:ext cx="742750" cy="488050"/>
            </a:xfrm>
            <a:custGeom>
              <a:rect b="b" l="l" r="r" t="t"/>
              <a:pathLst>
                <a:path extrusionOk="0" h="19522" w="29710">
                  <a:moveTo>
                    <a:pt x="4925" y="693"/>
                  </a:moveTo>
                  <a:cubicBezTo>
                    <a:pt x="5983" y="693"/>
                    <a:pt x="7896" y="855"/>
                    <a:pt x="10622" y="1913"/>
                  </a:cubicBezTo>
                  <a:cubicBezTo>
                    <a:pt x="12820" y="2768"/>
                    <a:pt x="16646" y="4640"/>
                    <a:pt x="20064" y="6472"/>
                  </a:cubicBezTo>
                  <a:cubicBezTo>
                    <a:pt x="21733" y="7408"/>
                    <a:pt x="23361" y="8344"/>
                    <a:pt x="24582" y="9158"/>
                  </a:cubicBezTo>
                  <a:cubicBezTo>
                    <a:pt x="25192" y="9565"/>
                    <a:pt x="25721" y="9931"/>
                    <a:pt x="26087" y="10216"/>
                  </a:cubicBezTo>
                  <a:cubicBezTo>
                    <a:pt x="26494" y="10541"/>
                    <a:pt x="26739" y="10826"/>
                    <a:pt x="26861" y="10948"/>
                  </a:cubicBezTo>
                  <a:cubicBezTo>
                    <a:pt x="27064" y="11315"/>
                    <a:pt x="27349" y="12047"/>
                    <a:pt x="27593" y="12902"/>
                  </a:cubicBezTo>
                  <a:cubicBezTo>
                    <a:pt x="28000" y="14204"/>
                    <a:pt x="28326" y="15791"/>
                    <a:pt x="28611" y="17053"/>
                  </a:cubicBezTo>
                  <a:cubicBezTo>
                    <a:pt x="28708" y="17541"/>
                    <a:pt x="28806" y="18003"/>
                    <a:pt x="28862" y="18356"/>
                  </a:cubicBezTo>
                  <a:lnTo>
                    <a:pt x="28862" y="18356"/>
                  </a:lnTo>
                  <a:cubicBezTo>
                    <a:pt x="28092" y="17761"/>
                    <a:pt x="26769" y="16763"/>
                    <a:pt x="25192" y="15669"/>
                  </a:cubicBezTo>
                  <a:cubicBezTo>
                    <a:pt x="22669" y="13919"/>
                    <a:pt x="19413" y="11884"/>
                    <a:pt x="16646" y="10745"/>
                  </a:cubicBezTo>
                  <a:cubicBezTo>
                    <a:pt x="11757" y="8747"/>
                    <a:pt x="2989" y="6592"/>
                    <a:pt x="903" y="6091"/>
                  </a:cubicBezTo>
                  <a:lnTo>
                    <a:pt x="903" y="6091"/>
                  </a:lnTo>
                  <a:lnTo>
                    <a:pt x="4101" y="725"/>
                  </a:lnTo>
                  <a:lnTo>
                    <a:pt x="4101" y="725"/>
                  </a:lnTo>
                  <a:cubicBezTo>
                    <a:pt x="4246" y="713"/>
                    <a:pt x="4525" y="693"/>
                    <a:pt x="4925" y="693"/>
                  </a:cubicBezTo>
                  <a:close/>
                  <a:moveTo>
                    <a:pt x="4925" y="1"/>
                  </a:moveTo>
                  <a:cubicBezTo>
                    <a:pt x="4233" y="1"/>
                    <a:pt x="3867" y="82"/>
                    <a:pt x="3826" y="82"/>
                  </a:cubicBezTo>
                  <a:cubicBezTo>
                    <a:pt x="3745" y="123"/>
                    <a:pt x="3663" y="164"/>
                    <a:pt x="3623" y="245"/>
                  </a:cubicBezTo>
                  <a:lnTo>
                    <a:pt x="82" y="6146"/>
                  </a:lnTo>
                  <a:cubicBezTo>
                    <a:pt x="1" y="6227"/>
                    <a:pt x="1" y="6349"/>
                    <a:pt x="41" y="6472"/>
                  </a:cubicBezTo>
                  <a:cubicBezTo>
                    <a:pt x="82" y="6553"/>
                    <a:pt x="163" y="6634"/>
                    <a:pt x="285" y="6634"/>
                  </a:cubicBezTo>
                  <a:cubicBezTo>
                    <a:pt x="285" y="6634"/>
                    <a:pt x="937" y="6797"/>
                    <a:pt x="2035" y="7082"/>
                  </a:cubicBezTo>
                  <a:cubicBezTo>
                    <a:pt x="5250" y="7896"/>
                    <a:pt x="12291" y="9687"/>
                    <a:pt x="16361" y="11355"/>
                  </a:cubicBezTo>
                  <a:cubicBezTo>
                    <a:pt x="19087" y="12454"/>
                    <a:pt x="22303" y="14489"/>
                    <a:pt x="24826" y="16239"/>
                  </a:cubicBezTo>
                  <a:cubicBezTo>
                    <a:pt x="26047" y="17094"/>
                    <a:pt x="27146" y="17907"/>
                    <a:pt x="27919" y="18477"/>
                  </a:cubicBezTo>
                  <a:cubicBezTo>
                    <a:pt x="28326" y="18803"/>
                    <a:pt x="28611" y="19047"/>
                    <a:pt x="28814" y="19210"/>
                  </a:cubicBezTo>
                  <a:cubicBezTo>
                    <a:pt x="29018" y="19373"/>
                    <a:pt x="29140" y="19454"/>
                    <a:pt x="29140" y="19454"/>
                  </a:cubicBezTo>
                  <a:cubicBezTo>
                    <a:pt x="29211" y="19502"/>
                    <a:pt x="29297" y="19521"/>
                    <a:pt x="29380" y="19521"/>
                  </a:cubicBezTo>
                  <a:cubicBezTo>
                    <a:pt x="29439" y="19521"/>
                    <a:pt x="29496" y="19512"/>
                    <a:pt x="29547" y="19495"/>
                  </a:cubicBezTo>
                  <a:cubicBezTo>
                    <a:pt x="29669" y="19413"/>
                    <a:pt x="29709" y="19251"/>
                    <a:pt x="29709" y="19128"/>
                  </a:cubicBezTo>
                  <a:cubicBezTo>
                    <a:pt x="29709" y="19128"/>
                    <a:pt x="29384" y="17460"/>
                    <a:pt x="28977" y="15547"/>
                  </a:cubicBezTo>
                  <a:cubicBezTo>
                    <a:pt x="28773" y="14611"/>
                    <a:pt x="28529" y="13594"/>
                    <a:pt x="28244" y="12739"/>
                  </a:cubicBezTo>
                  <a:cubicBezTo>
                    <a:pt x="28000" y="11844"/>
                    <a:pt x="27715" y="11070"/>
                    <a:pt x="27430" y="10623"/>
                  </a:cubicBezTo>
                  <a:cubicBezTo>
                    <a:pt x="27227" y="10338"/>
                    <a:pt x="26942" y="10053"/>
                    <a:pt x="26535" y="9687"/>
                  </a:cubicBezTo>
                  <a:cubicBezTo>
                    <a:pt x="25070" y="8547"/>
                    <a:pt x="22140" y="6838"/>
                    <a:pt x="19087" y="5210"/>
                  </a:cubicBezTo>
                  <a:cubicBezTo>
                    <a:pt x="15995" y="3582"/>
                    <a:pt x="12820" y="2036"/>
                    <a:pt x="10867" y="1262"/>
                  </a:cubicBezTo>
                  <a:cubicBezTo>
                    <a:pt x="8059" y="204"/>
                    <a:pt x="6064" y="1"/>
                    <a:pt x="49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1" name="Google Shape;2141;p35"/>
            <p:cNvSpPr/>
            <p:nvPr/>
          </p:nvSpPr>
          <p:spPr>
            <a:xfrm>
              <a:off x="3860850" y="4333950"/>
              <a:ext cx="672550" cy="470425"/>
            </a:xfrm>
            <a:custGeom>
              <a:rect b="b" l="l" r="r" t="t"/>
              <a:pathLst>
                <a:path extrusionOk="0" h="18817" w="26902">
                  <a:moveTo>
                    <a:pt x="18263" y="0"/>
                  </a:moveTo>
                  <a:cubicBezTo>
                    <a:pt x="18210" y="0"/>
                    <a:pt x="18159" y="5"/>
                    <a:pt x="18111" y="14"/>
                  </a:cubicBezTo>
                  <a:cubicBezTo>
                    <a:pt x="16808" y="299"/>
                    <a:pt x="12616" y="2781"/>
                    <a:pt x="12616" y="2781"/>
                  </a:cubicBezTo>
                  <a:cubicBezTo>
                    <a:pt x="12616" y="2781"/>
                    <a:pt x="11680" y="2781"/>
                    <a:pt x="10500" y="2537"/>
                  </a:cubicBezTo>
                  <a:cubicBezTo>
                    <a:pt x="10355" y="2502"/>
                    <a:pt x="10212" y="2484"/>
                    <a:pt x="10069" y="2484"/>
                  </a:cubicBezTo>
                  <a:cubicBezTo>
                    <a:pt x="9052" y="2484"/>
                    <a:pt x="8072" y="3421"/>
                    <a:pt x="6715" y="5956"/>
                  </a:cubicBezTo>
                  <a:cubicBezTo>
                    <a:pt x="5128" y="8845"/>
                    <a:pt x="1710" y="11694"/>
                    <a:pt x="1710" y="11694"/>
                  </a:cubicBezTo>
                  <a:lnTo>
                    <a:pt x="0" y="13403"/>
                  </a:lnTo>
                  <a:lnTo>
                    <a:pt x="774" y="14055"/>
                  </a:lnTo>
                  <a:lnTo>
                    <a:pt x="4721" y="18816"/>
                  </a:lnTo>
                  <a:lnTo>
                    <a:pt x="5372" y="18124"/>
                  </a:lnTo>
                  <a:cubicBezTo>
                    <a:pt x="5372" y="18124"/>
                    <a:pt x="8913" y="18124"/>
                    <a:pt x="11273" y="17351"/>
                  </a:cubicBezTo>
                  <a:cubicBezTo>
                    <a:pt x="13634" y="16578"/>
                    <a:pt x="15099" y="14746"/>
                    <a:pt x="15628" y="14746"/>
                  </a:cubicBezTo>
                  <a:cubicBezTo>
                    <a:pt x="16157" y="14746"/>
                    <a:pt x="19047" y="16171"/>
                    <a:pt x="20349" y="17107"/>
                  </a:cubicBezTo>
                  <a:cubicBezTo>
                    <a:pt x="21167" y="17669"/>
                    <a:pt x="21792" y="17991"/>
                    <a:pt x="22396" y="17991"/>
                  </a:cubicBezTo>
                  <a:cubicBezTo>
                    <a:pt x="22754" y="17991"/>
                    <a:pt x="23104" y="17878"/>
                    <a:pt x="23483" y="17636"/>
                  </a:cubicBezTo>
                  <a:cubicBezTo>
                    <a:pt x="24541" y="16944"/>
                    <a:pt x="22058" y="16171"/>
                    <a:pt x="21407" y="15642"/>
                  </a:cubicBezTo>
                  <a:cubicBezTo>
                    <a:pt x="20756" y="15113"/>
                    <a:pt x="18640" y="12874"/>
                    <a:pt x="18640" y="12874"/>
                  </a:cubicBezTo>
                  <a:lnTo>
                    <a:pt x="22180" y="12223"/>
                  </a:lnTo>
                  <a:cubicBezTo>
                    <a:pt x="22180" y="12223"/>
                    <a:pt x="24012" y="13403"/>
                    <a:pt x="24826" y="13566"/>
                  </a:cubicBezTo>
                  <a:cubicBezTo>
                    <a:pt x="25015" y="13596"/>
                    <a:pt x="25158" y="13611"/>
                    <a:pt x="25276" y="13611"/>
                  </a:cubicBezTo>
                  <a:cubicBezTo>
                    <a:pt x="25638" y="13611"/>
                    <a:pt x="25758" y="13466"/>
                    <a:pt x="26250" y="13159"/>
                  </a:cubicBezTo>
                  <a:cubicBezTo>
                    <a:pt x="26901" y="12752"/>
                    <a:pt x="23483" y="9741"/>
                    <a:pt x="22587" y="9334"/>
                  </a:cubicBezTo>
                  <a:cubicBezTo>
                    <a:pt x="21651" y="8967"/>
                    <a:pt x="18233" y="8967"/>
                    <a:pt x="18233" y="8967"/>
                  </a:cubicBezTo>
                  <a:cubicBezTo>
                    <a:pt x="18233" y="8967"/>
                    <a:pt x="21122" y="7136"/>
                    <a:pt x="21773" y="6851"/>
                  </a:cubicBezTo>
                  <a:cubicBezTo>
                    <a:pt x="21856" y="6822"/>
                    <a:pt x="21946" y="6809"/>
                    <a:pt x="22041" y="6809"/>
                  </a:cubicBezTo>
                  <a:cubicBezTo>
                    <a:pt x="22738" y="6809"/>
                    <a:pt x="23704" y="7502"/>
                    <a:pt x="24134" y="7502"/>
                  </a:cubicBezTo>
                  <a:cubicBezTo>
                    <a:pt x="24405" y="7502"/>
                    <a:pt x="24751" y="7609"/>
                    <a:pt x="25096" y="7609"/>
                  </a:cubicBezTo>
                  <a:cubicBezTo>
                    <a:pt x="25423" y="7609"/>
                    <a:pt x="25748" y="7513"/>
                    <a:pt x="26006" y="7136"/>
                  </a:cubicBezTo>
                  <a:cubicBezTo>
                    <a:pt x="26535" y="6322"/>
                    <a:pt x="22058" y="2904"/>
                    <a:pt x="22058" y="2904"/>
                  </a:cubicBezTo>
                  <a:cubicBezTo>
                    <a:pt x="22058" y="2904"/>
                    <a:pt x="19608" y="0"/>
                    <a:pt x="182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2" name="Google Shape;2142;p35"/>
            <p:cNvSpPr/>
            <p:nvPr/>
          </p:nvSpPr>
          <p:spPr>
            <a:xfrm>
              <a:off x="3852700" y="4326150"/>
              <a:ext cx="674575" cy="486350"/>
            </a:xfrm>
            <a:custGeom>
              <a:rect b="b" l="l" r="r" t="t"/>
              <a:pathLst>
                <a:path extrusionOk="0" h="19454" w="26983">
                  <a:moveTo>
                    <a:pt x="26332" y="13227"/>
                  </a:moveTo>
                  <a:lnTo>
                    <a:pt x="26337" y="13230"/>
                  </a:lnTo>
                  <a:lnTo>
                    <a:pt x="26337" y="13230"/>
                  </a:lnTo>
                  <a:cubicBezTo>
                    <a:pt x="26337" y="13230"/>
                    <a:pt x="26337" y="13230"/>
                    <a:pt x="26337" y="13230"/>
                  </a:cubicBezTo>
                  <a:lnTo>
                    <a:pt x="26337" y="13230"/>
                  </a:lnTo>
                  <a:lnTo>
                    <a:pt x="26332" y="13227"/>
                  </a:lnTo>
                  <a:close/>
                  <a:moveTo>
                    <a:pt x="18599" y="652"/>
                  </a:moveTo>
                  <a:cubicBezTo>
                    <a:pt x="18803" y="652"/>
                    <a:pt x="19210" y="814"/>
                    <a:pt x="19576" y="1059"/>
                  </a:cubicBezTo>
                  <a:cubicBezTo>
                    <a:pt x="20187" y="1466"/>
                    <a:pt x="20797" y="2035"/>
                    <a:pt x="21285" y="2564"/>
                  </a:cubicBezTo>
                  <a:cubicBezTo>
                    <a:pt x="21530" y="2809"/>
                    <a:pt x="21733" y="3012"/>
                    <a:pt x="21896" y="3175"/>
                  </a:cubicBezTo>
                  <a:cubicBezTo>
                    <a:pt x="21977" y="3256"/>
                    <a:pt x="22018" y="3338"/>
                    <a:pt x="22059" y="3378"/>
                  </a:cubicBezTo>
                  <a:lnTo>
                    <a:pt x="22099" y="3460"/>
                  </a:lnTo>
                  <a:lnTo>
                    <a:pt x="22181" y="3500"/>
                  </a:lnTo>
                  <a:cubicBezTo>
                    <a:pt x="22181" y="3500"/>
                    <a:pt x="22425" y="3704"/>
                    <a:pt x="22791" y="3989"/>
                  </a:cubicBezTo>
                  <a:cubicBezTo>
                    <a:pt x="23361" y="4436"/>
                    <a:pt x="24175" y="5128"/>
                    <a:pt x="24867" y="5779"/>
                  </a:cubicBezTo>
                  <a:cubicBezTo>
                    <a:pt x="25192" y="6146"/>
                    <a:pt x="25518" y="6471"/>
                    <a:pt x="25721" y="6756"/>
                  </a:cubicBezTo>
                  <a:cubicBezTo>
                    <a:pt x="25843" y="6878"/>
                    <a:pt x="25925" y="7000"/>
                    <a:pt x="25966" y="7082"/>
                  </a:cubicBezTo>
                  <a:cubicBezTo>
                    <a:pt x="26006" y="7204"/>
                    <a:pt x="26006" y="7285"/>
                    <a:pt x="26006" y="7285"/>
                  </a:cubicBezTo>
                  <a:lnTo>
                    <a:pt x="26016" y="7285"/>
                  </a:lnTo>
                  <a:cubicBezTo>
                    <a:pt x="25910" y="7421"/>
                    <a:pt x="25833" y="7492"/>
                    <a:pt x="25721" y="7529"/>
                  </a:cubicBezTo>
                  <a:cubicBezTo>
                    <a:pt x="25640" y="7570"/>
                    <a:pt x="25518" y="7570"/>
                    <a:pt x="25396" y="7570"/>
                  </a:cubicBezTo>
                  <a:cubicBezTo>
                    <a:pt x="25152" y="7570"/>
                    <a:pt x="24826" y="7489"/>
                    <a:pt x="24460" y="7489"/>
                  </a:cubicBezTo>
                  <a:cubicBezTo>
                    <a:pt x="24460" y="7489"/>
                    <a:pt x="24338" y="7448"/>
                    <a:pt x="24175" y="7407"/>
                  </a:cubicBezTo>
                  <a:cubicBezTo>
                    <a:pt x="23971" y="7326"/>
                    <a:pt x="23646" y="7163"/>
                    <a:pt x="23361" y="7041"/>
                  </a:cubicBezTo>
                  <a:cubicBezTo>
                    <a:pt x="23035" y="6919"/>
                    <a:pt x="22710" y="6797"/>
                    <a:pt x="22384" y="6797"/>
                  </a:cubicBezTo>
                  <a:cubicBezTo>
                    <a:pt x="22262" y="6797"/>
                    <a:pt x="22140" y="6797"/>
                    <a:pt x="21977" y="6838"/>
                  </a:cubicBezTo>
                  <a:cubicBezTo>
                    <a:pt x="21774" y="6919"/>
                    <a:pt x="21489" y="7082"/>
                    <a:pt x="21123" y="7326"/>
                  </a:cubicBezTo>
                  <a:cubicBezTo>
                    <a:pt x="20024" y="7936"/>
                    <a:pt x="18396" y="8995"/>
                    <a:pt x="18396" y="8995"/>
                  </a:cubicBezTo>
                  <a:cubicBezTo>
                    <a:pt x="18274" y="9076"/>
                    <a:pt x="18192" y="9239"/>
                    <a:pt x="18233" y="9361"/>
                  </a:cubicBezTo>
                  <a:cubicBezTo>
                    <a:pt x="18274" y="9524"/>
                    <a:pt x="18437" y="9605"/>
                    <a:pt x="18559" y="9605"/>
                  </a:cubicBezTo>
                  <a:lnTo>
                    <a:pt x="19128" y="9605"/>
                  </a:lnTo>
                  <a:cubicBezTo>
                    <a:pt x="19617" y="9605"/>
                    <a:pt x="20390" y="9646"/>
                    <a:pt x="21123" y="9686"/>
                  </a:cubicBezTo>
                  <a:cubicBezTo>
                    <a:pt x="21448" y="9727"/>
                    <a:pt x="21814" y="9768"/>
                    <a:pt x="22099" y="9808"/>
                  </a:cubicBezTo>
                  <a:cubicBezTo>
                    <a:pt x="22425" y="9849"/>
                    <a:pt x="22669" y="9931"/>
                    <a:pt x="22791" y="9971"/>
                  </a:cubicBezTo>
                  <a:cubicBezTo>
                    <a:pt x="22913" y="10053"/>
                    <a:pt x="23280" y="10256"/>
                    <a:pt x="23646" y="10541"/>
                  </a:cubicBezTo>
                  <a:cubicBezTo>
                    <a:pt x="24216" y="10989"/>
                    <a:pt x="24907" y="11599"/>
                    <a:pt x="25436" y="12169"/>
                  </a:cubicBezTo>
                  <a:cubicBezTo>
                    <a:pt x="25721" y="12454"/>
                    <a:pt x="25966" y="12698"/>
                    <a:pt x="26128" y="12942"/>
                  </a:cubicBezTo>
                  <a:cubicBezTo>
                    <a:pt x="26210" y="13024"/>
                    <a:pt x="26250" y="13146"/>
                    <a:pt x="26291" y="13186"/>
                  </a:cubicBezTo>
                  <a:lnTo>
                    <a:pt x="26311" y="13245"/>
                  </a:lnTo>
                  <a:lnTo>
                    <a:pt x="26311" y="13245"/>
                  </a:lnTo>
                  <a:cubicBezTo>
                    <a:pt x="26097" y="13370"/>
                    <a:pt x="25990" y="13441"/>
                    <a:pt x="25884" y="13512"/>
                  </a:cubicBezTo>
                  <a:cubicBezTo>
                    <a:pt x="25762" y="13553"/>
                    <a:pt x="25721" y="13553"/>
                    <a:pt x="25599" y="13553"/>
                  </a:cubicBezTo>
                  <a:cubicBezTo>
                    <a:pt x="25518" y="13553"/>
                    <a:pt x="25396" y="13553"/>
                    <a:pt x="25192" y="13512"/>
                  </a:cubicBezTo>
                  <a:cubicBezTo>
                    <a:pt x="25070" y="13512"/>
                    <a:pt x="24785" y="13431"/>
                    <a:pt x="24541" y="13308"/>
                  </a:cubicBezTo>
                  <a:cubicBezTo>
                    <a:pt x="24134" y="13105"/>
                    <a:pt x="23646" y="12861"/>
                    <a:pt x="23320" y="12657"/>
                  </a:cubicBezTo>
                  <a:cubicBezTo>
                    <a:pt x="23117" y="12535"/>
                    <a:pt x="22954" y="12454"/>
                    <a:pt x="22873" y="12372"/>
                  </a:cubicBezTo>
                  <a:cubicBezTo>
                    <a:pt x="22750" y="12291"/>
                    <a:pt x="22710" y="12250"/>
                    <a:pt x="22710" y="12250"/>
                  </a:cubicBezTo>
                  <a:cubicBezTo>
                    <a:pt x="22628" y="12210"/>
                    <a:pt x="22547" y="12210"/>
                    <a:pt x="22466" y="12210"/>
                  </a:cubicBezTo>
                  <a:lnTo>
                    <a:pt x="18925" y="12861"/>
                  </a:lnTo>
                  <a:cubicBezTo>
                    <a:pt x="18803" y="12901"/>
                    <a:pt x="18681" y="12983"/>
                    <a:pt x="18640" y="13105"/>
                  </a:cubicBezTo>
                  <a:cubicBezTo>
                    <a:pt x="18599" y="13227"/>
                    <a:pt x="18640" y="13349"/>
                    <a:pt x="18721" y="13431"/>
                  </a:cubicBezTo>
                  <a:cubicBezTo>
                    <a:pt x="18721" y="13431"/>
                    <a:pt x="19251" y="14000"/>
                    <a:pt x="19861" y="14611"/>
                  </a:cubicBezTo>
                  <a:cubicBezTo>
                    <a:pt x="20471" y="15262"/>
                    <a:pt x="21163" y="15954"/>
                    <a:pt x="21530" y="16239"/>
                  </a:cubicBezTo>
                  <a:cubicBezTo>
                    <a:pt x="21692" y="16361"/>
                    <a:pt x="21896" y="16483"/>
                    <a:pt x="22181" y="16605"/>
                  </a:cubicBezTo>
                  <a:cubicBezTo>
                    <a:pt x="22547" y="16808"/>
                    <a:pt x="22995" y="17012"/>
                    <a:pt x="23280" y="17215"/>
                  </a:cubicBezTo>
                  <a:cubicBezTo>
                    <a:pt x="23442" y="17337"/>
                    <a:pt x="23605" y="17419"/>
                    <a:pt x="23646" y="17500"/>
                  </a:cubicBezTo>
                  <a:lnTo>
                    <a:pt x="23722" y="17576"/>
                  </a:lnTo>
                  <a:lnTo>
                    <a:pt x="23722" y="17576"/>
                  </a:lnTo>
                  <a:cubicBezTo>
                    <a:pt x="23714" y="17588"/>
                    <a:pt x="23694" y="17598"/>
                    <a:pt x="23646" y="17622"/>
                  </a:cubicBezTo>
                  <a:cubicBezTo>
                    <a:pt x="23280" y="17867"/>
                    <a:pt x="22995" y="17948"/>
                    <a:pt x="22710" y="17948"/>
                  </a:cubicBezTo>
                  <a:cubicBezTo>
                    <a:pt x="22466" y="17948"/>
                    <a:pt x="22221" y="17907"/>
                    <a:pt x="21896" y="17744"/>
                  </a:cubicBezTo>
                  <a:cubicBezTo>
                    <a:pt x="21611" y="17622"/>
                    <a:pt x="21285" y="17419"/>
                    <a:pt x="20878" y="17134"/>
                  </a:cubicBezTo>
                  <a:cubicBezTo>
                    <a:pt x="20187" y="16646"/>
                    <a:pt x="19128" y="16076"/>
                    <a:pt x="18152" y="15587"/>
                  </a:cubicBezTo>
                  <a:cubicBezTo>
                    <a:pt x="17704" y="15343"/>
                    <a:pt x="17216" y="15140"/>
                    <a:pt x="16849" y="14977"/>
                  </a:cubicBezTo>
                  <a:cubicBezTo>
                    <a:pt x="16646" y="14896"/>
                    <a:pt x="16483" y="14814"/>
                    <a:pt x="16361" y="14774"/>
                  </a:cubicBezTo>
                  <a:cubicBezTo>
                    <a:pt x="16198" y="14733"/>
                    <a:pt x="16076" y="14692"/>
                    <a:pt x="15954" y="14692"/>
                  </a:cubicBezTo>
                  <a:cubicBezTo>
                    <a:pt x="15791" y="14692"/>
                    <a:pt x="15669" y="14774"/>
                    <a:pt x="15547" y="14814"/>
                  </a:cubicBezTo>
                  <a:cubicBezTo>
                    <a:pt x="15344" y="14936"/>
                    <a:pt x="15140" y="15099"/>
                    <a:pt x="14855" y="15303"/>
                  </a:cubicBezTo>
                  <a:cubicBezTo>
                    <a:pt x="14123" y="15913"/>
                    <a:pt x="12983" y="16849"/>
                    <a:pt x="11518" y="17337"/>
                  </a:cubicBezTo>
                  <a:cubicBezTo>
                    <a:pt x="10379" y="17744"/>
                    <a:pt x="8913" y="17907"/>
                    <a:pt x="7733" y="18029"/>
                  </a:cubicBezTo>
                  <a:cubicBezTo>
                    <a:pt x="7163" y="18070"/>
                    <a:pt x="6675" y="18111"/>
                    <a:pt x="6309" y="18111"/>
                  </a:cubicBezTo>
                  <a:lnTo>
                    <a:pt x="5698" y="18111"/>
                  </a:lnTo>
                  <a:cubicBezTo>
                    <a:pt x="5617" y="18111"/>
                    <a:pt x="5536" y="18151"/>
                    <a:pt x="5454" y="18233"/>
                  </a:cubicBezTo>
                  <a:lnTo>
                    <a:pt x="5088" y="18599"/>
                  </a:lnTo>
                  <a:lnTo>
                    <a:pt x="1384" y="14163"/>
                  </a:lnTo>
                  <a:lnTo>
                    <a:pt x="1344" y="14122"/>
                  </a:lnTo>
                  <a:lnTo>
                    <a:pt x="815" y="13715"/>
                  </a:lnTo>
                  <a:lnTo>
                    <a:pt x="2239" y="12291"/>
                  </a:lnTo>
                  <a:lnTo>
                    <a:pt x="2239" y="12291"/>
                  </a:lnTo>
                  <a:lnTo>
                    <a:pt x="2239" y="12291"/>
                  </a:lnTo>
                  <a:cubicBezTo>
                    <a:pt x="2280" y="12250"/>
                    <a:pt x="5698" y="9402"/>
                    <a:pt x="7326" y="6431"/>
                  </a:cubicBezTo>
                  <a:cubicBezTo>
                    <a:pt x="8018" y="5169"/>
                    <a:pt x="8588" y="4314"/>
                    <a:pt x="9117" y="3785"/>
                  </a:cubicBezTo>
                  <a:cubicBezTo>
                    <a:pt x="9605" y="3297"/>
                    <a:pt x="10012" y="3134"/>
                    <a:pt x="10419" y="3134"/>
                  </a:cubicBezTo>
                  <a:cubicBezTo>
                    <a:pt x="10541" y="3134"/>
                    <a:pt x="10623" y="3134"/>
                    <a:pt x="10745" y="3175"/>
                  </a:cubicBezTo>
                  <a:cubicBezTo>
                    <a:pt x="11966" y="3419"/>
                    <a:pt x="12902" y="3419"/>
                    <a:pt x="12942" y="3419"/>
                  </a:cubicBezTo>
                  <a:lnTo>
                    <a:pt x="13105" y="3378"/>
                  </a:lnTo>
                  <a:cubicBezTo>
                    <a:pt x="13105" y="3378"/>
                    <a:pt x="13349" y="3256"/>
                    <a:pt x="13756" y="3012"/>
                  </a:cubicBezTo>
                  <a:cubicBezTo>
                    <a:pt x="14408" y="2646"/>
                    <a:pt x="15344" y="2117"/>
                    <a:pt x="16280" y="1628"/>
                  </a:cubicBezTo>
                  <a:cubicBezTo>
                    <a:pt x="17175" y="1140"/>
                    <a:pt x="18111" y="733"/>
                    <a:pt x="18518" y="692"/>
                  </a:cubicBezTo>
                  <a:lnTo>
                    <a:pt x="18599" y="652"/>
                  </a:lnTo>
                  <a:close/>
                  <a:moveTo>
                    <a:pt x="18355" y="0"/>
                  </a:moveTo>
                  <a:cubicBezTo>
                    <a:pt x="17989" y="82"/>
                    <a:pt x="17460" y="285"/>
                    <a:pt x="16890" y="570"/>
                  </a:cubicBezTo>
                  <a:cubicBezTo>
                    <a:pt x="15315" y="1303"/>
                    <a:pt x="13246" y="2530"/>
                    <a:pt x="12818" y="2768"/>
                  </a:cubicBezTo>
                  <a:lnTo>
                    <a:pt x="12780" y="2768"/>
                  </a:lnTo>
                  <a:cubicBezTo>
                    <a:pt x="12495" y="2727"/>
                    <a:pt x="11762" y="2686"/>
                    <a:pt x="10908" y="2524"/>
                  </a:cubicBezTo>
                  <a:cubicBezTo>
                    <a:pt x="10745" y="2483"/>
                    <a:pt x="10582" y="2442"/>
                    <a:pt x="10419" y="2442"/>
                  </a:cubicBezTo>
                  <a:cubicBezTo>
                    <a:pt x="9809" y="2442"/>
                    <a:pt x="9198" y="2727"/>
                    <a:pt x="8629" y="3338"/>
                  </a:cubicBezTo>
                  <a:cubicBezTo>
                    <a:pt x="8018" y="3907"/>
                    <a:pt x="7448" y="4803"/>
                    <a:pt x="6716" y="6105"/>
                  </a:cubicBezTo>
                  <a:cubicBezTo>
                    <a:pt x="5983" y="7489"/>
                    <a:pt x="4722" y="8913"/>
                    <a:pt x="3704" y="9971"/>
                  </a:cubicBezTo>
                  <a:cubicBezTo>
                    <a:pt x="3175" y="10500"/>
                    <a:pt x="2687" y="10948"/>
                    <a:pt x="2361" y="11274"/>
                  </a:cubicBezTo>
                  <a:cubicBezTo>
                    <a:pt x="2198" y="11436"/>
                    <a:pt x="2076" y="11558"/>
                    <a:pt x="1954" y="11640"/>
                  </a:cubicBezTo>
                  <a:cubicBezTo>
                    <a:pt x="1873" y="11721"/>
                    <a:pt x="1832" y="11762"/>
                    <a:pt x="1832" y="11762"/>
                  </a:cubicBezTo>
                  <a:lnTo>
                    <a:pt x="1791" y="11803"/>
                  </a:lnTo>
                  <a:lnTo>
                    <a:pt x="82" y="13471"/>
                  </a:lnTo>
                  <a:cubicBezTo>
                    <a:pt x="41" y="13553"/>
                    <a:pt x="1" y="13634"/>
                    <a:pt x="1" y="13756"/>
                  </a:cubicBezTo>
                  <a:cubicBezTo>
                    <a:pt x="1" y="13838"/>
                    <a:pt x="41" y="13919"/>
                    <a:pt x="123" y="14000"/>
                  </a:cubicBezTo>
                  <a:lnTo>
                    <a:pt x="896" y="14611"/>
                  </a:lnTo>
                  <a:lnTo>
                    <a:pt x="4803" y="19332"/>
                  </a:lnTo>
                  <a:cubicBezTo>
                    <a:pt x="4844" y="19413"/>
                    <a:pt x="4925" y="19454"/>
                    <a:pt x="5047" y="19454"/>
                  </a:cubicBezTo>
                  <a:cubicBezTo>
                    <a:pt x="5129" y="19454"/>
                    <a:pt x="5210" y="19413"/>
                    <a:pt x="5291" y="19332"/>
                  </a:cubicBezTo>
                  <a:lnTo>
                    <a:pt x="5822" y="18801"/>
                  </a:lnTo>
                  <a:lnTo>
                    <a:pt x="5822" y="18801"/>
                  </a:lnTo>
                  <a:cubicBezTo>
                    <a:pt x="6107" y="18797"/>
                    <a:pt x="6862" y="18776"/>
                    <a:pt x="7815" y="18680"/>
                  </a:cubicBezTo>
                  <a:cubicBezTo>
                    <a:pt x="8995" y="18599"/>
                    <a:pt x="10501" y="18396"/>
                    <a:pt x="11722" y="17989"/>
                  </a:cubicBezTo>
                  <a:cubicBezTo>
                    <a:pt x="12942" y="17582"/>
                    <a:pt x="13960" y="16890"/>
                    <a:pt x="14692" y="16320"/>
                  </a:cubicBezTo>
                  <a:cubicBezTo>
                    <a:pt x="15059" y="16035"/>
                    <a:pt x="15344" y="15791"/>
                    <a:pt x="15588" y="15628"/>
                  </a:cubicBezTo>
                  <a:cubicBezTo>
                    <a:pt x="15710" y="15506"/>
                    <a:pt x="15791" y="15465"/>
                    <a:pt x="15873" y="15425"/>
                  </a:cubicBezTo>
                  <a:lnTo>
                    <a:pt x="15954" y="15384"/>
                  </a:lnTo>
                  <a:cubicBezTo>
                    <a:pt x="16035" y="15384"/>
                    <a:pt x="16361" y="15506"/>
                    <a:pt x="16687" y="15628"/>
                  </a:cubicBezTo>
                  <a:cubicBezTo>
                    <a:pt x="17785" y="16076"/>
                    <a:pt x="19576" y="17053"/>
                    <a:pt x="20471" y="17663"/>
                  </a:cubicBezTo>
                  <a:cubicBezTo>
                    <a:pt x="20878" y="17989"/>
                    <a:pt x="21285" y="18192"/>
                    <a:pt x="21611" y="18355"/>
                  </a:cubicBezTo>
                  <a:cubicBezTo>
                    <a:pt x="21977" y="18518"/>
                    <a:pt x="22343" y="18640"/>
                    <a:pt x="22710" y="18640"/>
                  </a:cubicBezTo>
                  <a:cubicBezTo>
                    <a:pt x="23157" y="18640"/>
                    <a:pt x="23564" y="18477"/>
                    <a:pt x="24012" y="18233"/>
                  </a:cubicBezTo>
                  <a:cubicBezTo>
                    <a:pt x="24134" y="18151"/>
                    <a:pt x="24216" y="18070"/>
                    <a:pt x="24297" y="17948"/>
                  </a:cubicBezTo>
                  <a:cubicBezTo>
                    <a:pt x="24378" y="17867"/>
                    <a:pt x="24419" y="17704"/>
                    <a:pt x="24419" y="17582"/>
                  </a:cubicBezTo>
                  <a:cubicBezTo>
                    <a:pt x="24419" y="17419"/>
                    <a:pt x="24338" y="17297"/>
                    <a:pt x="24297" y="17175"/>
                  </a:cubicBezTo>
                  <a:cubicBezTo>
                    <a:pt x="24134" y="16971"/>
                    <a:pt x="23971" y="16849"/>
                    <a:pt x="23727" y="16686"/>
                  </a:cubicBezTo>
                  <a:cubicBezTo>
                    <a:pt x="23442" y="16483"/>
                    <a:pt x="23035" y="16320"/>
                    <a:pt x="22710" y="16157"/>
                  </a:cubicBezTo>
                  <a:cubicBezTo>
                    <a:pt x="22384" y="15954"/>
                    <a:pt x="22059" y="15791"/>
                    <a:pt x="21937" y="15710"/>
                  </a:cubicBezTo>
                  <a:cubicBezTo>
                    <a:pt x="21652" y="15465"/>
                    <a:pt x="20960" y="14774"/>
                    <a:pt x="20349" y="14163"/>
                  </a:cubicBezTo>
                  <a:cubicBezTo>
                    <a:pt x="20094" y="13891"/>
                    <a:pt x="19853" y="13640"/>
                    <a:pt x="19659" y="13440"/>
                  </a:cubicBezTo>
                  <a:lnTo>
                    <a:pt x="19659" y="13440"/>
                  </a:lnTo>
                  <a:lnTo>
                    <a:pt x="22486" y="12920"/>
                  </a:lnTo>
                  <a:lnTo>
                    <a:pt x="22486" y="12920"/>
                  </a:lnTo>
                  <a:cubicBezTo>
                    <a:pt x="22662" y="13041"/>
                    <a:pt x="22985" y="13256"/>
                    <a:pt x="23361" y="13471"/>
                  </a:cubicBezTo>
                  <a:cubicBezTo>
                    <a:pt x="23646" y="13593"/>
                    <a:pt x="23971" y="13756"/>
                    <a:pt x="24256" y="13919"/>
                  </a:cubicBezTo>
                  <a:cubicBezTo>
                    <a:pt x="24541" y="14041"/>
                    <a:pt x="24826" y="14163"/>
                    <a:pt x="25070" y="14204"/>
                  </a:cubicBezTo>
                  <a:cubicBezTo>
                    <a:pt x="25274" y="14244"/>
                    <a:pt x="25436" y="14244"/>
                    <a:pt x="25599" y="14244"/>
                  </a:cubicBezTo>
                  <a:cubicBezTo>
                    <a:pt x="25843" y="14244"/>
                    <a:pt x="26047" y="14204"/>
                    <a:pt x="26210" y="14082"/>
                  </a:cubicBezTo>
                  <a:cubicBezTo>
                    <a:pt x="26372" y="14000"/>
                    <a:pt x="26535" y="13919"/>
                    <a:pt x="26739" y="13756"/>
                  </a:cubicBezTo>
                  <a:cubicBezTo>
                    <a:pt x="26820" y="13715"/>
                    <a:pt x="26902" y="13634"/>
                    <a:pt x="26942" y="13553"/>
                  </a:cubicBezTo>
                  <a:cubicBezTo>
                    <a:pt x="26983" y="13471"/>
                    <a:pt x="26983" y="13390"/>
                    <a:pt x="26983" y="13308"/>
                  </a:cubicBezTo>
                  <a:cubicBezTo>
                    <a:pt x="26983" y="13105"/>
                    <a:pt x="26942" y="12942"/>
                    <a:pt x="26820" y="12779"/>
                  </a:cubicBezTo>
                  <a:cubicBezTo>
                    <a:pt x="26657" y="12494"/>
                    <a:pt x="26413" y="12169"/>
                    <a:pt x="26088" y="11843"/>
                  </a:cubicBezTo>
                  <a:cubicBezTo>
                    <a:pt x="25599" y="11314"/>
                    <a:pt x="24989" y="10785"/>
                    <a:pt x="24460" y="10338"/>
                  </a:cubicBezTo>
                  <a:cubicBezTo>
                    <a:pt x="24175" y="10093"/>
                    <a:pt x="23890" y="9890"/>
                    <a:pt x="23646" y="9727"/>
                  </a:cubicBezTo>
                  <a:cubicBezTo>
                    <a:pt x="23402" y="9564"/>
                    <a:pt x="23198" y="9442"/>
                    <a:pt x="23035" y="9361"/>
                  </a:cubicBezTo>
                  <a:cubicBezTo>
                    <a:pt x="22750" y="9239"/>
                    <a:pt x="22343" y="9157"/>
                    <a:pt x="21896" y="9117"/>
                  </a:cubicBezTo>
                  <a:cubicBezTo>
                    <a:pt x="21202" y="9015"/>
                    <a:pt x="20376" y="8964"/>
                    <a:pt x="19719" y="8938"/>
                  </a:cubicBezTo>
                  <a:lnTo>
                    <a:pt x="19719" y="8938"/>
                  </a:lnTo>
                  <a:cubicBezTo>
                    <a:pt x="19893" y="8826"/>
                    <a:pt x="20079" y="8707"/>
                    <a:pt x="20268" y="8588"/>
                  </a:cubicBezTo>
                  <a:cubicBezTo>
                    <a:pt x="20675" y="8343"/>
                    <a:pt x="21082" y="8099"/>
                    <a:pt x="21448" y="7896"/>
                  </a:cubicBezTo>
                  <a:cubicBezTo>
                    <a:pt x="21814" y="7692"/>
                    <a:pt x="22099" y="7529"/>
                    <a:pt x="22262" y="7489"/>
                  </a:cubicBezTo>
                  <a:cubicBezTo>
                    <a:pt x="22262" y="7489"/>
                    <a:pt x="22303" y="7448"/>
                    <a:pt x="22384" y="7448"/>
                  </a:cubicBezTo>
                  <a:cubicBezTo>
                    <a:pt x="22588" y="7448"/>
                    <a:pt x="22995" y="7611"/>
                    <a:pt x="23361" y="7774"/>
                  </a:cubicBezTo>
                  <a:cubicBezTo>
                    <a:pt x="23564" y="7855"/>
                    <a:pt x="23727" y="7977"/>
                    <a:pt x="23931" y="8018"/>
                  </a:cubicBezTo>
                  <a:cubicBezTo>
                    <a:pt x="24093" y="8099"/>
                    <a:pt x="24297" y="8140"/>
                    <a:pt x="24460" y="8181"/>
                  </a:cubicBezTo>
                  <a:cubicBezTo>
                    <a:pt x="24489" y="8175"/>
                    <a:pt x="24520" y="8172"/>
                    <a:pt x="24554" y="8172"/>
                  </a:cubicBezTo>
                  <a:cubicBezTo>
                    <a:pt x="24758" y="8172"/>
                    <a:pt x="25047" y="8262"/>
                    <a:pt x="25396" y="8262"/>
                  </a:cubicBezTo>
                  <a:cubicBezTo>
                    <a:pt x="25599" y="8262"/>
                    <a:pt x="25803" y="8221"/>
                    <a:pt x="26047" y="8140"/>
                  </a:cubicBezTo>
                  <a:cubicBezTo>
                    <a:pt x="26250" y="8018"/>
                    <a:pt x="26454" y="7855"/>
                    <a:pt x="26617" y="7611"/>
                  </a:cubicBezTo>
                  <a:cubicBezTo>
                    <a:pt x="26657" y="7529"/>
                    <a:pt x="26698" y="7407"/>
                    <a:pt x="26698" y="7285"/>
                  </a:cubicBezTo>
                  <a:cubicBezTo>
                    <a:pt x="26698" y="7041"/>
                    <a:pt x="26617" y="6838"/>
                    <a:pt x="26495" y="6634"/>
                  </a:cubicBezTo>
                  <a:cubicBezTo>
                    <a:pt x="26250" y="6268"/>
                    <a:pt x="25925" y="5902"/>
                    <a:pt x="25518" y="5495"/>
                  </a:cubicBezTo>
                  <a:cubicBezTo>
                    <a:pt x="24370" y="4347"/>
                    <a:pt x="22792" y="3128"/>
                    <a:pt x="22606" y="2985"/>
                  </a:cubicBezTo>
                  <a:lnTo>
                    <a:pt x="22606" y="2985"/>
                  </a:lnTo>
                  <a:cubicBezTo>
                    <a:pt x="22489" y="2847"/>
                    <a:pt x="21931" y="2197"/>
                    <a:pt x="21245" y="1547"/>
                  </a:cubicBezTo>
                  <a:cubicBezTo>
                    <a:pt x="20838" y="1140"/>
                    <a:pt x="20390" y="774"/>
                    <a:pt x="19942" y="489"/>
                  </a:cubicBezTo>
                  <a:cubicBezTo>
                    <a:pt x="19495" y="204"/>
                    <a:pt x="19047" y="0"/>
                    <a:pt x="185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3" name="Google Shape;2143;p35"/>
            <p:cNvSpPr/>
            <p:nvPr/>
          </p:nvSpPr>
          <p:spPr>
            <a:xfrm>
              <a:off x="4208800" y="4389225"/>
              <a:ext cx="212675" cy="101775"/>
            </a:xfrm>
            <a:custGeom>
              <a:rect b="b" l="l" r="r" t="t"/>
              <a:pathLst>
                <a:path extrusionOk="0" h="4071" w="8507">
                  <a:moveTo>
                    <a:pt x="6756" y="1"/>
                  </a:moveTo>
                  <a:cubicBezTo>
                    <a:pt x="6512" y="1"/>
                    <a:pt x="6268" y="41"/>
                    <a:pt x="6024" y="123"/>
                  </a:cubicBezTo>
                  <a:cubicBezTo>
                    <a:pt x="5617" y="367"/>
                    <a:pt x="4152" y="1181"/>
                    <a:pt x="2809" y="1954"/>
                  </a:cubicBezTo>
                  <a:cubicBezTo>
                    <a:pt x="1466" y="2727"/>
                    <a:pt x="204" y="3419"/>
                    <a:pt x="204" y="3419"/>
                  </a:cubicBezTo>
                  <a:cubicBezTo>
                    <a:pt x="41" y="3541"/>
                    <a:pt x="1" y="3745"/>
                    <a:pt x="82" y="3908"/>
                  </a:cubicBezTo>
                  <a:cubicBezTo>
                    <a:pt x="164" y="4016"/>
                    <a:pt x="281" y="4070"/>
                    <a:pt x="399" y="4070"/>
                  </a:cubicBezTo>
                  <a:cubicBezTo>
                    <a:pt x="457" y="4070"/>
                    <a:pt x="516" y="4057"/>
                    <a:pt x="571" y="4030"/>
                  </a:cubicBezTo>
                  <a:cubicBezTo>
                    <a:pt x="571" y="4030"/>
                    <a:pt x="855" y="3826"/>
                    <a:pt x="1344" y="3582"/>
                  </a:cubicBezTo>
                  <a:cubicBezTo>
                    <a:pt x="2076" y="3134"/>
                    <a:pt x="3175" y="2524"/>
                    <a:pt x="4152" y="1954"/>
                  </a:cubicBezTo>
                  <a:cubicBezTo>
                    <a:pt x="5169" y="1384"/>
                    <a:pt x="6024" y="896"/>
                    <a:pt x="6309" y="733"/>
                  </a:cubicBezTo>
                  <a:cubicBezTo>
                    <a:pt x="6431" y="693"/>
                    <a:pt x="6594" y="652"/>
                    <a:pt x="6756" y="652"/>
                  </a:cubicBezTo>
                  <a:cubicBezTo>
                    <a:pt x="7041" y="652"/>
                    <a:pt x="7326" y="733"/>
                    <a:pt x="7570" y="815"/>
                  </a:cubicBezTo>
                  <a:cubicBezTo>
                    <a:pt x="7693" y="855"/>
                    <a:pt x="7815" y="937"/>
                    <a:pt x="7855" y="937"/>
                  </a:cubicBezTo>
                  <a:lnTo>
                    <a:pt x="7937" y="977"/>
                  </a:lnTo>
                  <a:lnTo>
                    <a:pt x="7977" y="1018"/>
                  </a:lnTo>
                  <a:cubicBezTo>
                    <a:pt x="8021" y="1040"/>
                    <a:pt x="8068" y="1050"/>
                    <a:pt x="8114" y="1050"/>
                  </a:cubicBezTo>
                  <a:cubicBezTo>
                    <a:pt x="8240" y="1050"/>
                    <a:pt x="8365" y="974"/>
                    <a:pt x="8425" y="855"/>
                  </a:cubicBezTo>
                  <a:cubicBezTo>
                    <a:pt x="8506" y="693"/>
                    <a:pt x="8466" y="489"/>
                    <a:pt x="8303" y="408"/>
                  </a:cubicBezTo>
                  <a:cubicBezTo>
                    <a:pt x="8262" y="408"/>
                    <a:pt x="7570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4" name="Google Shape;2144;p35"/>
            <p:cNvSpPr/>
            <p:nvPr/>
          </p:nvSpPr>
          <p:spPr>
            <a:xfrm>
              <a:off x="4107075" y="4395325"/>
              <a:ext cx="78350" cy="56000"/>
            </a:xfrm>
            <a:custGeom>
              <a:rect b="b" l="l" r="r" t="t"/>
              <a:pathLst>
                <a:path extrusionOk="0" h="2240" w="3134">
                  <a:moveTo>
                    <a:pt x="2736" y="1"/>
                  </a:moveTo>
                  <a:cubicBezTo>
                    <a:pt x="2677" y="1"/>
                    <a:pt x="2618" y="14"/>
                    <a:pt x="2564" y="42"/>
                  </a:cubicBezTo>
                  <a:lnTo>
                    <a:pt x="204" y="1629"/>
                  </a:lnTo>
                  <a:cubicBezTo>
                    <a:pt x="41" y="1710"/>
                    <a:pt x="0" y="1954"/>
                    <a:pt x="122" y="2076"/>
                  </a:cubicBezTo>
                  <a:cubicBezTo>
                    <a:pt x="176" y="2185"/>
                    <a:pt x="285" y="2239"/>
                    <a:pt x="399" y="2239"/>
                  </a:cubicBezTo>
                  <a:cubicBezTo>
                    <a:pt x="457" y="2239"/>
                    <a:pt x="516" y="2226"/>
                    <a:pt x="570" y="2199"/>
                  </a:cubicBezTo>
                  <a:lnTo>
                    <a:pt x="2930" y="611"/>
                  </a:lnTo>
                  <a:cubicBezTo>
                    <a:pt x="3093" y="530"/>
                    <a:pt x="3134" y="286"/>
                    <a:pt x="3052" y="164"/>
                  </a:cubicBezTo>
                  <a:cubicBezTo>
                    <a:pt x="2971" y="55"/>
                    <a:pt x="2853" y="1"/>
                    <a:pt x="27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5" name="Google Shape;2145;p35"/>
            <p:cNvSpPr/>
            <p:nvPr/>
          </p:nvSpPr>
          <p:spPr>
            <a:xfrm>
              <a:off x="3132375" y="4321475"/>
              <a:ext cx="590625" cy="357750"/>
            </a:xfrm>
            <a:custGeom>
              <a:rect b="b" l="l" r="r" t="t"/>
              <a:pathLst>
                <a:path extrusionOk="0" h="14310" w="23625">
                  <a:moveTo>
                    <a:pt x="14225" y="1"/>
                  </a:moveTo>
                  <a:cubicBezTo>
                    <a:pt x="14163" y="1"/>
                    <a:pt x="14101" y="8"/>
                    <a:pt x="14041" y="25"/>
                  </a:cubicBezTo>
                  <a:cubicBezTo>
                    <a:pt x="12983" y="269"/>
                    <a:pt x="12209" y="1042"/>
                    <a:pt x="12209" y="1042"/>
                  </a:cubicBezTo>
                  <a:cubicBezTo>
                    <a:pt x="12209" y="1042"/>
                    <a:pt x="11762" y="795"/>
                    <a:pt x="11144" y="795"/>
                  </a:cubicBezTo>
                  <a:cubicBezTo>
                    <a:pt x="10757" y="795"/>
                    <a:pt x="10303" y="892"/>
                    <a:pt x="9849" y="1205"/>
                  </a:cubicBezTo>
                  <a:cubicBezTo>
                    <a:pt x="8669" y="1978"/>
                    <a:pt x="7489" y="2222"/>
                    <a:pt x="6186" y="3280"/>
                  </a:cubicBezTo>
                  <a:cubicBezTo>
                    <a:pt x="4884" y="4339"/>
                    <a:pt x="1058" y="6821"/>
                    <a:pt x="529" y="7757"/>
                  </a:cubicBezTo>
                  <a:cubicBezTo>
                    <a:pt x="0" y="8652"/>
                    <a:pt x="7244" y="14309"/>
                    <a:pt x="7244" y="14309"/>
                  </a:cubicBezTo>
                  <a:cubicBezTo>
                    <a:pt x="7244" y="14309"/>
                    <a:pt x="15872" y="14187"/>
                    <a:pt x="17215" y="13373"/>
                  </a:cubicBezTo>
                  <a:cubicBezTo>
                    <a:pt x="18517" y="12600"/>
                    <a:pt x="21651" y="10362"/>
                    <a:pt x="21814" y="9466"/>
                  </a:cubicBezTo>
                  <a:cubicBezTo>
                    <a:pt x="21903" y="8786"/>
                    <a:pt x="21497" y="8320"/>
                    <a:pt x="20768" y="8320"/>
                  </a:cubicBezTo>
                  <a:cubicBezTo>
                    <a:pt x="20494" y="8320"/>
                    <a:pt x="20175" y="8386"/>
                    <a:pt x="19820" y="8530"/>
                  </a:cubicBezTo>
                  <a:cubicBezTo>
                    <a:pt x="18517" y="9059"/>
                    <a:pt x="15099" y="10362"/>
                    <a:pt x="14570" y="10362"/>
                  </a:cubicBezTo>
                  <a:cubicBezTo>
                    <a:pt x="14041" y="10362"/>
                    <a:pt x="11802" y="9589"/>
                    <a:pt x="11802" y="9589"/>
                  </a:cubicBezTo>
                  <a:cubicBezTo>
                    <a:pt x="11802" y="9589"/>
                    <a:pt x="15628" y="6170"/>
                    <a:pt x="17215" y="5275"/>
                  </a:cubicBezTo>
                  <a:cubicBezTo>
                    <a:pt x="17887" y="4868"/>
                    <a:pt x="18589" y="4715"/>
                    <a:pt x="19245" y="4715"/>
                  </a:cubicBezTo>
                  <a:cubicBezTo>
                    <a:pt x="20100" y="4715"/>
                    <a:pt x="20877" y="4975"/>
                    <a:pt x="21407" y="5275"/>
                  </a:cubicBezTo>
                  <a:cubicBezTo>
                    <a:pt x="21515" y="5334"/>
                    <a:pt x="21632" y="5361"/>
                    <a:pt x="21752" y="5361"/>
                  </a:cubicBezTo>
                  <a:cubicBezTo>
                    <a:pt x="22618" y="5361"/>
                    <a:pt x="23624" y="3945"/>
                    <a:pt x="22587" y="3158"/>
                  </a:cubicBezTo>
                  <a:cubicBezTo>
                    <a:pt x="21503" y="2298"/>
                    <a:pt x="19971" y="1679"/>
                    <a:pt x="18719" y="1679"/>
                  </a:cubicBezTo>
                  <a:cubicBezTo>
                    <a:pt x="18609" y="1679"/>
                    <a:pt x="18501" y="1683"/>
                    <a:pt x="18395" y="1693"/>
                  </a:cubicBezTo>
                  <a:cubicBezTo>
                    <a:pt x="17052" y="1856"/>
                    <a:pt x="16564" y="2100"/>
                    <a:pt x="16564" y="2100"/>
                  </a:cubicBezTo>
                  <a:cubicBezTo>
                    <a:pt x="16564" y="2100"/>
                    <a:pt x="15261" y="1"/>
                    <a:pt x="142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6" name="Google Shape;2146;p35"/>
            <p:cNvSpPr/>
            <p:nvPr/>
          </p:nvSpPr>
          <p:spPr>
            <a:xfrm>
              <a:off x="3136450" y="4312925"/>
              <a:ext cx="579950" cy="374425"/>
            </a:xfrm>
            <a:custGeom>
              <a:rect b="b" l="l" r="r" t="t"/>
              <a:pathLst>
                <a:path extrusionOk="0" h="14977" w="23198">
                  <a:moveTo>
                    <a:pt x="14041" y="652"/>
                  </a:moveTo>
                  <a:cubicBezTo>
                    <a:pt x="14203" y="652"/>
                    <a:pt x="14407" y="733"/>
                    <a:pt x="14651" y="936"/>
                  </a:cubicBezTo>
                  <a:cubicBezTo>
                    <a:pt x="15017" y="1181"/>
                    <a:pt x="15384" y="1628"/>
                    <a:pt x="15628" y="1995"/>
                  </a:cubicBezTo>
                  <a:cubicBezTo>
                    <a:pt x="15791" y="2157"/>
                    <a:pt x="15913" y="2320"/>
                    <a:pt x="15953" y="2442"/>
                  </a:cubicBezTo>
                  <a:lnTo>
                    <a:pt x="16075" y="2564"/>
                  </a:lnTo>
                  <a:lnTo>
                    <a:pt x="16075" y="2605"/>
                  </a:lnTo>
                  <a:cubicBezTo>
                    <a:pt x="16165" y="2724"/>
                    <a:pt x="16276" y="2800"/>
                    <a:pt x="16393" y="2800"/>
                  </a:cubicBezTo>
                  <a:cubicBezTo>
                    <a:pt x="16436" y="2800"/>
                    <a:pt x="16479" y="2790"/>
                    <a:pt x="16523" y="2768"/>
                  </a:cubicBezTo>
                  <a:cubicBezTo>
                    <a:pt x="16564" y="2727"/>
                    <a:pt x="17052" y="2524"/>
                    <a:pt x="18232" y="2402"/>
                  </a:cubicBezTo>
                  <a:cubicBezTo>
                    <a:pt x="18354" y="2361"/>
                    <a:pt x="18477" y="2361"/>
                    <a:pt x="18558" y="2361"/>
                  </a:cubicBezTo>
                  <a:cubicBezTo>
                    <a:pt x="19697" y="2361"/>
                    <a:pt x="21203" y="2971"/>
                    <a:pt x="22221" y="3785"/>
                  </a:cubicBezTo>
                  <a:cubicBezTo>
                    <a:pt x="22465" y="3948"/>
                    <a:pt x="22506" y="4152"/>
                    <a:pt x="22506" y="4355"/>
                  </a:cubicBezTo>
                  <a:cubicBezTo>
                    <a:pt x="22546" y="4558"/>
                    <a:pt x="22424" y="4843"/>
                    <a:pt x="22221" y="5047"/>
                  </a:cubicBezTo>
                  <a:cubicBezTo>
                    <a:pt x="22017" y="5250"/>
                    <a:pt x="21773" y="5372"/>
                    <a:pt x="21610" y="5372"/>
                  </a:cubicBezTo>
                  <a:cubicBezTo>
                    <a:pt x="21529" y="5372"/>
                    <a:pt x="21488" y="5332"/>
                    <a:pt x="21407" y="5291"/>
                  </a:cubicBezTo>
                  <a:cubicBezTo>
                    <a:pt x="20837" y="4965"/>
                    <a:pt x="20023" y="4721"/>
                    <a:pt x="19087" y="4721"/>
                  </a:cubicBezTo>
                  <a:cubicBezTo>
                    <a:pt x="18395" y="4721"/>
                    <a:pt x="17622" y="4884"/>
                    <a:pt x="16849" y="5291"/>
                  </a:cubicBezTo>
                  <a:cubicBezTo>
                    <a:pt x="16035" y="5779"/>
                    <a:pt x="14692" y="6878"/>
                    <a:pt x="13552" y="7855"/>
                  </a:cubicBezTo>
                  <a:cubicBezTo>
                    <a:pt x="12372" y="8832"/>
                    <a:pt x="11436" y="9686"/>
                    <a:pt x="11436" y="9686"/>
                  </a:cubicBezTo>
                  <a:cubicBezTo>
                    <a:pt x="11355" y="9768"/>
                    <a:pt x="11314" y="9890"/>
                    <a:pt x="11314" y="10012"/>
                  </a:cubicBezTo>
                  <a:cubicBezTo>
                    <a:pt x="11355" y="10093"/>
                    <a:pt x="11436" y="10215"/>
                    <a:pt x="11558" y="10256"/>
                  </a:cubicBezTo>
                  <a:cubicBezTo>
                    <a:pt x="11558" y="10256"/>
                    <a:pt x="12087" y="10460"/>
                    <a:pt x="12738" y="10663"/>
                  </a:cubicBezTo>
                  <a:cubicBezTo>
                    <a:pt x="13064" y="10744"/>
                    <a:pt x="13389" y="10826"/>
                    <a:pt x="13674" y="10907"/>
                  </a:cubicBezTo>
                  <a:cubicBezTo>
                    <a:pt x="13959" y="10989"/>
                    <a:pt x="14203" y="11070"/>
                    <a:pt x="14407" y="11070"/>
                  </a:cubicBezTo>
                  <a:cubicBezTo>
                    <a:pt x="14529" y="11070"/>
                    <a:pt x="14651" y="11029"/>
                    <a:pt x="14814" y="10989"/>
                  </a:cubicBezTo>
                  <a:cubicBezTo>
                    <a:pt x="15343" y="10867"/>
                    <a:pt x="16320" y="10500"/>
                    <a:pt x="17256" y="10175"/>
                  </a:cubicBezTo>
                  <a:cubicBezTo>
                    <a:pt x="18232" y="9808"/>
                    <a:pt x="19209" y="9442"/>
                    <a:pt x="19779" y="9198"/>
                  </a:cubicBezTo>
                  <a:cubicBezTo>
                    <a:pt x="20104" y="9076"/>
                    <a:pt x="20389" y="8994"/>
                    <a:pt x="20593" y="8994"/>
                  </a:cubicBezTo>
                  <a:cubicBezTo>
                    <a:pt x="20878" y="8994"/>
                    <a:pt x="21040" y="9076"/>
                    <a:pt x="21163" y="9157"/>
                  </a:cubicBezTo>
                  <a:cubicBezTo>
                    <a:pt x="21244" y="9279"/>
                    <a:pt x="21285" y="9401"/>
                    <a:pt x="21325" y="9605"/>
                  </a:cubicBezTo>
                  <a:lnTo>
                    <a:pt x="21285" y="9768"/>
                  </a:lnTo>
                  <a:cubicBezTo>
                    <a:pt x="21285" y="9768"/>
                    <a:pt x="21244" y="9890"/>
                    <a:pt x="21163" y="10012"/>
                  </a:cubicBezTo>
                  <a:cubicBezTo>
                    <a:pt x="20878" y="10460"/>
                    <a:pt x="20064" y="11192"/>
                    <a:pt x="19209" y="11843"/>
                  </a:cubicBezTo>
                  <a:cubicBezTo>
                    <a:pt x="18354" y="12494"/>
                    <a:pt x="17418" y="13105"/>
                    <a:pt x="16849" y="13430"/>
                  </a:cubicBezTo>
                  <a:cubicBezTo>
                    <a:pt x="16767" y="13512"/>
                    <a:pt x="16523" y="13593"/>
                    <a:pt x="16157" y="13675"/>
                  </a:cubicBezTo>
                  <a:cubicBezTo>
                    <a:pt x="14936" y="13919"/>
                    <a:pt x="12657" y="14082"/>
                    <a:pt x="10663" y="14204"/>
                  </a:cubicBezTo>
                  <a:cubicBezTo>
                    <a:pt x="9686" y="14244"/>
                    <a:pt x="8791" y="14285"/>
                    <a:pt x="8139" y="14285"/>
                  </a:cubicBezTo>
                  <a:cubicBezTo>
                    <a:pt x="7739" y="14310"/>
                    <a:pt x="7416" y="14320"/>
                    <a:pt x="7226" y="14323"/>
                  </a:cubicBezTo>
                  <a:lnTo>
                    <a:pt x="7226" y="14323"/>
                  </a:lnTo>
                  <a:cubicBezTo>
                    <a:pt x="7086" y="14220"/>
                    <a:pt x="6707" y="13937"/>
                    <a:pt x="6227" y="13553"/>
                  </a:cubicBezTo>
                  <a:cubicBezTo>
                    <a:pt x="5291" y="12779"/>
                    <a:pt x="3866" y="11599"/>
                    <a:pt x="2686" y="10541"/>
                  </a:cubicBezTo>
                  <a:cubicBezTo>
                    <a:pt x="2116" y="9971"/>
                    <a:pt x="1587" y="9442"/>
                    <a:pt x="1221" y="9035"/>
                  </a:cubicBezTo>
                  <a:cubicBezTo>
                    <a:pt x="1017" y="8791"/>
                    <a:pt x="895" y="8628"/>
                    <a:pt x="814" y="8465"/>
                  </a:cubicBezTo>
                  <a:cubicBezTo>
                    <a:pt x="733" y="8384"/>
                    <a:pt x="733" y="8343"/>
                    <a:pt x="692" y="8262"/>
                  </a:cubicBezTo>
                  <a:lnTo>
                    <a:pt x="692" y="8221"/>
                  </a:lnTo>
                  <a:lnTo>
                    <a:pt x="674" y="8221"/>
                  </a:lnTo>
                  <a:cubicBezTo>
                    <a:pt x="784" y="8048"/>
                    <a:pt x="1093" y="7745"/>
                    <a:pt x="1506" y="7407"/>
                  </a:cubicBezTo>
                  <a:cubicBezTo>
                    <a:pt x="2157" y="6838"/>
                    <a:pt x="3093" y="6186"/>
                    <a:pt x="3988" y="5535"/>
                  </a:cubicBezTo>
                  <a:cubicBezTo>
                    <a:pt x="4884" y="4884"/>
                    <a:pt x="5698" y="4314"/>
                    <a:pt x="6227" y="3907"/>
                  </a:cubicBezTo>
                  <a:cubicBezTo>
                    <a:pt x="7488" y="2890"/>
                    <a:pt x="8628" y="2646"/>
                    <a:pt x="9889" y="1791"/>
                  </a:cubicBezTo>
                  <a:cubicBezTo>
                    <a:pt x="10256" y="1547"/>
                    <a:pt x="10622" y="1465"/>
                    <a:pt x="10948" y="1465"/>
                  </a:cubicBezTo>
                  <a:cubicBezTo>
                    <a:pt x="11232" y="1465"/>
                    <a:pt x="11477" y="1547"/>
                    <a:pt x="11639" y="1588"/>
                  </a:cubicBezTo>
                  <a:cubicBezTo>
                    <a:pt x="11721" y="1628"/>
                    <a:pt x="11802" y="1628"/>
                    <a:pt x="11843" y="1669"/>
                  </a:cubicBezTo>
                  <a:lnTo>
                    <a:pt x="11884" y="1669"/>
                  </a:lnTo>
                  <a:lnTo>
                    <a:pt x="11884" y="1710"/>
                  </a:lnTo>
                  <a:cubicBezTo>
                    <a:pt x="11928" y="1725"/>
                    <a:pt x="11978" y="1734"/>
                    <a:pt x="12030" y="1734"/>
                  </a:cubicBezTo>
                  <a:cubicBezTo>
                    <a:pt x="12119" y="1734"/>
                    <a:pt x="12213" y="1706"/>
                    <a:pt x="12291" y="1628"/>
                  </a:cubicBezTo>
                  <a:cubicBezTo>
                    <a:pt x="12372" y="1547"/>
                    <a:pt x="13105" y="896"/>
                    <a:pt x="13959" y="692"/>
                  </a:cubicBezTo>
                  <a:lnTo>
                    <a:pt x="14041" y="652"/>
                  </a:lnTo>
                  <a:close/>
                  <a:moveTo>
                    <a:pt x="13796" y="0"/>
                  </a:moveTo>
                  <a:cubicBezTo>
                    <a:pt x="12945" y="244"/>
                    <a:pt x="12275" y="760"/>
                    <a:pt x="11974" y="1005"/>
                  </a:cubicBezTo>
                  <a:lnTo>
                    <a:pt x="11974" y="1005"/>
                  </a:lnTo>
                  <a:cubicBezTo>
                    <a:pt x="11756" y="922"/>
                    <a:pt x="11398" y="814"/>
                    <a:pt x="10948" y="814"/>
                  </a:cubicBezTo>
                  <a:cubicBezTo>
                    <a:pt x="10500" y="814"/>
                    <a:pt x="10012" y="896"/>
                    <a:pt x="9482" y="1262"/>
                  </a:cubicBezTo>
                  <a:cubicBezTo>
                    <a:pt x="8384" y="1995"/>
                    <a:pt x="7163" y="2279"/>
                    <a:pt x="5820" y="3378"/>
                  </a:cubicBezTo>
                  <a:cubicBezTo>
                    <a:pt x="5169" y="3867"/>
                    <a:pt x="3866" y="4762"/>
                    <a:pt x="2686" y="5617"/>
                  </a:cubicBezTo>
                  <a:cubicBezTo>
                    <a:pt x="2116" y="6064"/>
                    <a:pt x="1547" y="6512"/>
                    <a:pt x="1058" y="6878"/>
                  </a:cubicBezTo>
                  <a:cubicBezTo>
                    <a:pt x="610" y="7285"/>
                    <a:pt x="244" y="7611"/>
                    <a:pt x="81" y="7936"/>
                  </a:cubicBezTo>
                  <a:cubicBezTo>
                    <a:pt x="41" y="8018"/>
                    <a:pt x="0" y="8099"/>
                    <a:pt x="0" y="8221"/>
                  </a:cubicBezTo>
                  <a:cubicBezTo>
                    <a:pt x="0" y="8343"/>
                    <a:pt x="41" y="8506"/>
                    <a:pt x="122" y="8628"/>
                  </a:cubicBezTo>
                  <a:cubicBezTo>
                    <a:pt x="326" y="9076"/>
                    <a:pt x="855" y="9686"/>
                    <a:pt x="1547" y="10337"/>
                  </a:cubicBezTo>
                  <a:cubicBezTo>
                    <a:pt x="3541" y="12332"/>
                    <a:pt x="6837" y="14896"/>
                    <a:pt x="6837" y="14936"/>
                  </a:cubicBezTo>
                  <a:cubicBezTo>
                    <a:pt x="6919" y="14977"/>
                    <a:pt x="7000" y="14977"/>
                    <a:pt x="7081" y="14977"/>
                  </a:cubicBezTo>
                  <a:cubicBezTo>
                    <a:pt x="7081" y="14977"/>
                    <a:pt x="9238" y="14977"/>
                    <a:pt x="11558" y="14814"/>
                  </a:cubicBezTo>
                  <a:cubicBezTo>
                    <a:pt x="12738" y="14773"/>
                    <a:pt x="13959" y="14651"/>
                    <a:pt x="14977" y="14529"/>
                  </a:cubicBezTo>
                  <a:cubicBezTo>
                    <a:pt x="15465" y="14489"/>
                    <a:pt x="15913" y="14407"/>
                    <a:pt x="16320" y="14326"/>
                  </a:cubicBezTo>
                  <a:cubicBezTo>
                    <a:pt x="16686" y="14244"/>
                    <a:pt x="16971" y="14163"/>
                    <a:pt x="17215" y="14041"/>
                  </a:cubicBezTo>
                  <a:cubicBezTo>
                    <a:pt x="17866" y="13634"/>
                    <a:pt x="19006" y="12861"/>
                    <a:pt x="19982" y="12087"/>
                  </a:cubicBezTo>
                  <a:cubicBezTo>
                    <a:pt x="20471" y="11680"/>
                    <a:pt x="20918" y="11274"/>
                    <a:pt x="21285" y="10907"/>
                  </a:cubicBezTo>
                  <a:cubicBezTo>
                    <a:pt x="21447" y="10744"/>
                    <a:pt x="21610" y="10541"/>
                    <a:pt x="21732" y="10378"/>
                  </a:cubicBezTo>
                  <a:cubicBezTo>
                    <a:pt x="21854" y="10215"/>
                    <a:pt x="21936" y="10053"/>
                    <a:pt x="21976" y="9849"/>
                  </a:cubicBezTo>
                  <a:cubicBezTo>
                    <a:pt x="21976" y="9768"/>
                    <a:pt x="21976" y="9686"/>
                    <a:pt x="21976" y="9605"/>
                  </a:cubicBezTo>
                  <a:cubicBezTo>
                    <a:pt x="21976" y="9239"/>
                    <a:pt x="21854" y="8913"/>
                    <a:pt x="21610" y="8669"/>
                  </a:cubicBezTo>
                  <a:cubicBezTo>
                    <a:pt x="21366" y="8425"/>
                    <a:pt x="21000" y="8343"/>
                    <a:pt x="20593" y="8343"/>
                  </a:cubicBezTo>
                  <a:cubicBezTo>
                    <a:pt x="20267" y="8343"/>
                    <a:pt x="19942" y="8425"/>
                    <a:pt x="19535" y="8547"/>
                  </a:cubicBezTo>
                  <a:cubicBezTo>
                    <a:pt x="18883" y="8832"/>
                    <a:pt x="17703" y="9279"/>
                    <a:pt x="16645" y="9686"/>
                  </a:cubicBezTo>
                  <a:cubicBezTo>
                    <a:pt x="16075" y="9890"/>
                    <a:pt x="15587" y="10053"/>
                    <a:pt x="15180" y="10175"/>
                  </a:cubicBezTo>
                  <a:cubicBezTo>
                    <a:pt x="14977" y="10256"/>
                    <a:pt x="14773" y="10297"/>
                    <a:pt x="14651" y="10337"/>
                  </a:cubicBezTo>
                  <a:cubicBezTo>
                    <a:pt x="14529" y="10378"/>
                    <a:pt x="14407" y="10378"/>
                    <a:pt x="14407" y="10378"/>
                  </a:cubicBezTo>
                  <a:cubicBezTo>
                    <a:pt x="14366" y="10378"/>
                    <a:pt x="14122" y="10337"/>
                    <a:pt x="13837" y="10256"/>
                  </a:cubicBezTo>
                  <a:cubicBezTo>
                    <a:pt x="13430" y="10175"/>
                    <a:pt x="12901" y="10012"/>
                    <a:pt x="12494" y="9849"/>
                  </a:cubicBezTo>
                  <a:cubicBezTo>
                    <a:pt x="12435" y="9831"/>
                    <a:pt x="12378" y="9814"/>
                    <a:pt x="12323" y="9796"/>
                  </a:cubicBezTo>
                  <a:lnTo>
                    <a:pt x="12323" y="9796"/>
                  </a:lnTo>
                  <a:cubicBezTo>
                    <a:pt x="12376" y="9750"/>
                    <a:pt x="12434" y="9699"/>
                    <a:pt x="12494" y="9646"/>
                  </a:cubicBezTo>
                  <a:cubicBezTo>
                    <a:pt x="13064" y="9117"/>
                    <a:pt x="13959" y="8384"/>
                    <a:pt x="14854" y="7651"/>
                  </a:cubicBezTo>
                  <a:cubicBezTo>
                    <a:pt x="15750" y="6919"/>
                    <a:pt x="16645" y="6227"/>
                    <a:pt x="17215" y="5901"/>
                  </a:cubicBezTo>
                  <a:cubicBezTo>
                    <a:pt x="17825" y="5535"/>
                    <a:pt x="18477" y="5372"/>
                    <a:pt x="19087" y="5372"/>
                  </a:cubicBezTo>
                  <a:cubicBezTo>
                    <a:pt x="19860" y="5372"/>
                    <a:pt x="20593" y="5617"/>
                    <a:pt x="21081" y="5901"/>
                  </a:cubicBezTo>
                  <a:cubicBezTo>
                    <a:pt x="21244" y="5983"/>
                    <a:pt x="21447" y="6024"/>
                    <a:pt x="21610" y="6024"/>
                  </a:cubicBezTo>
                  <a:cubicBezTo>
                    <a:pt x="22058" y="6024"/>
                    <a:pt x="22424" y="5820"/>
                    <a:pt x="22709" y="5495"/>
                  </a:cubicBezTo>
                  <a:cubicBezTo>
                    <a:pt x="22994" y="5210"/>
                    <a:pt x="23197" y="4803"/>
                    <a:pt x="23197" y="4355"/>
                  </a:cubicBezTo>
                  <a:cubicBezTo>
                    <a:pt x="23197" y="3948"/>
                    <a:pt x="23035" y="3541"/>
                    <a:pt x="22628" y="3215"/>
                  </a:cubicBezTo>
                  <a:cubicBezTo>
                    <a:pt x="21488" y="2361"/>
                    <a:pt x="19942" y="1710"/>
                    <a:pt x="18558" y="1710"/>
                  </a:cubicBezTo>
                  <a:lnTo>
                    <a:pt x="18192" y="1710"/>
                  </a:lnTo>
                  <a:cubicBezTo>
                    <a:pt x="17337" y="1787"/>
                    <a:pt x="16796" y="1931"/>
                    <a:pt x="16504" y="2036"/>
                  </a:cubicBezTo>
                  <a:lnTo>
                    <a:pt x="16504" y="2036"/>
                  </a:lnTo>
                  <a:cubicBezTo>
                    <a:pt x="16359" y="1821"/>
                    <a:pt x="16137" y="1493"/>
                    <a:pt x="15872" y="1181"/>
                  </a:cubicBezTo>
                  <a:cubicBezTo>
                    <a:pt x="15628" y="896"/>
                    <a:pt x="15343" y="611"/>
                    <a:pt x="15058" y="367"/>
                  </a:cubicBezTo>
                  <a:cubicBezTo>
                    <a:pt x="14773" y="163"/>
                    <a:pt x="14448" y="0"/>
                    <a:pt x="14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7" name="Google Shape;2147;p35"/>
            <p:cNvSpPr/>
            <p:nvPr/>
          </p:nvSpPr>
          <p:spPr>
            <a:xfrm>
              <a:off x="3444725" y="4365825"/>
              <a:ext cx="110925" cy="69225"/>
            </a:xfrm>
            <a:custGeom>
              <a:rect b="b" l="l" r="r" t="t"/>
              <a:pathLst>
                <a:path extrusionOk="0" h="2769" w="4437">
                  <a:moveTo>
                    <a:pt x="4038" y="1"/>
                  </a:moveTo>
                  <a:cubicBezTo>
                    <a:pt x="3980" y="1"/>
                    <a:pt x="3921" y="14"/>
                    <a:pt x="3866" y="41"/>
                  </a:cubicBezTo>
                  <a:lnTo>
                    <a:pt x="204" y="2158"/>
                  </a:lnTo>
                  <a:cubicBezTo>
                    <a:pt x="41" y="2239"/>
                    <a:pt x="0" y="2442"/>
                    <a:pt x="82" y="2605"/>
                  </a:cubicBezTo>
                  <a:cubicBezTo>
                    <a:pt x="136" y="2714"/>
                    <a:pt x="244" y="2768"/>
                    <a:pt x="359" y="2768"/>
                  </a:cubicBezTo>
                  <a:cubicBezTo>
                    <a:pt x="416" y="2768"/>
                    <a:pt x="475" y="2754"/>
                    <a:pt x="529" y="2727"/>
                  </a:cubicBezTo>
                  <a:lnTo>
                    <a:pt x="4233" y="611"/>
                  </a:lnTo>
                  <a:cubicBezTo>
                    <a:pt x="4396" y="530"/>
                    <a:pt x="4436" y="326"/>
                    <a:pt x="4355" y="163"/>
                  </a:cubicBezTo>
                  <a:cubicBezTo>
                    <a:pt x="4273" y="55"/>
                    <a:pt x="4156" y="1"/>
                    <a:pt x="40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8" name="Google Shape;2148;p35"/>
            <p:cNvSpPr/>
            <p:nvPr/>
          </p:nvSpPr>
          <p:spPr>
            <a:xfrm>
              <a:off x="3362300" y="4339625"/>
              <a:ext cx="85500" cy="62600"/>
            </a:xfrm>
            <a:custGeom>
              <a:rect b="b" l="l" r="r" t="t"/>
              <a:pathLst>
                <a:path extrusionOk="0" h="2504" w="3420">
                  <a:moveTo>
                    <a:pt x="3013" y="1"/>
                  </a:moveTo>
                  <a:cubicBezTo>
                    <a:pt x="2944" y="1"/>
                    <a:pt x="2873" y="24"/>
                    <a:pt x="2809" y="72"/>
                  </a:cubicBezTo>
                  <a:lnTo>
                    <a:pt x="204" y="1903"/>
                  </a:lnTo>
                  <a:cubicBezTo>
                    <a:pt x="41" y="1985"/>
                    <a:pt x="1" y="2188"/>
                    <a:pt x="123" y="2351"/>
                  </a:cubicBezTo>
                  <a:cubicBezTo>
                    <a:pt x="172" y="2450"/>
                    <a:pt x="281" y="2503"/>
                    <a:pt x="387" y="2503"/>
                  </a:cubicBezTo>
                  <a:cubicBezTo>
                    <a:pt x="455" y="2503"/>
                    <a:pt x="522" y="2481"/>
                    <a:pt x="571" y="2432"/>
                  </a:cubicBezTo>
                  <a:lnTo>
                    <a:pt x="3216" y="601"/>
                  </a:lnTo>
                  <a:cubicBezTo>
                    <a:pt x="3379" y="520"/>
                    <a:pt x="3419" y="275"/>
                    <a:pt x="3297" y="153"/>
                  </a:cubicBezTo>
                  <a:cubicBezTo>
                    <a:pt x="3223" y="55"/>
                    <a:pt x="3120" y="1"/>
                    <a:pt x="30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9" name="Google Shape;2149;p35"/>
            <p:cNvSpPr/>
            <p:nvPr/>
          </p:nvSpPr>
          <p:spPr>
            <a:xfrm>
              <a:off x="2535150" y="3264975"/>
              <a:ext cx="1519025" cy="2054400"/>
            </a:xfrm>
            <a:custGeom>
              <a:rect b="b" l="l" r="r" t="t"/>
              <a:pathLst>
                <a:path extrusionOk="0" h="82176" w="60761">
                  <a:moveTo>
                    <a:pt x="12494" y="0"/>
                  </a:moveTo>
                  <a:lnTo>
                    <a:pt x="6064" y="11680"/>
                  </a:lnTo>
                  <a:cubicBezTo>
                    <a:pt x="6064" y="11680"/>
                    <a:pt x="2360" y="16686"/>
                    <a:pt x="1180" y="20593"/>
                  </a:cubicBezTo>
                  <a:cubicBezTo>
                    <a:pt x="0" y="24541"/>
                    <a:pt x="1465" y="30198"/>
                    <a:pt x="1831" y="31500"/>
                  </a:cubicBezTo>
                  <a:cubicBezTo>
                    <a:pt x="2238" y="32802"/>
                    <a:pt x="23238" y="74151"/>
                    <a:pt x="25476" y="78220"/>
                  </a:cubicBezTo>
                  <a:cubicBezTo>
                    <a:pt x="27137" y="81239"/>
                    <a:pt x="28931" y="82175"/>
                    <a:pt x="30495" y="82175"/>
                  </a:cubicBezTo>
                  <a:cubicBezTo>
                    <a:pt x="31039" y="82175"/>
                    <a:pt x="31556" y="82062"/>
                    <a:pt x="32029" y="81883"/>
                  </a:cubicBezTo>
                  <a:cubicBezTo>
                    <a:pt x="33860" y="81232"/>
                    <a:pt x="54982" y="66133"/>
                    <a:pt x="55796" y="65360"/>
                  </a:cubicBezTo>
                  <a:cubicBezTo>
                    <a:pt x="56569" y="64587"/>
                    <a:pt x="60110" y="61575"/>
                    <a:pt x="60110" y="61575"/>
                  </a:cubicBezTo>
                  <a:cubicBezTo>
                    <a:pt x="60110" y="61575"/>
                    <a:pt x="60761" y="57343"/>
                    <a:pt x="57871" y="55145"/>
                  </a:cubicBezTo>
                  <a:cubicBezTo>
                    <a:pt x="56465" y="54056"/>
                    <a:pt x="55406" y="53776"/>
                    <a:pt x="54689" y="53776"/>
                  </a:cubicBezTo>
                  <a:cubicBezTo>
                    <a:pt x="53933" y="53776"/>
                    <a:pt x="53557" y="54087"/>
                    <a:pt x="53557" y="54087"/>
                  </a:cubicBezTo>
                  <a:lnTo>
                    <a:pt x="35203" y="59052"/>
                  </a:lnTo>
                  <a:cubicBezTo>
                    <a:pt x="35203" y="59052"/>
                    <a:pt x="24825" y="23360"/>
                    <a:pt x="23645" y="16523"/>
                  </a:cubicBezTo>
                  <a:cubicBezTo>
                    <a:pt x="22465" y="9727"/>
                    <a:pt x="24296" y="10093"/>
                    <a:pt x="20633" y="6430"/>
                  </a:cubicBezTo>
                  <a:cubicBezTo>
                    <a:pt x="16930" y="2768"/>
                    <a:pt x="12494" y="0"/>
                    <a:pt x="124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0" name="Google Shape;2150;p35"/>
            <p:cNvSpPr/>
            <p:nvPr/>
          </p:nvSpPr>
          <p:spPr>
            <a:xfrm>
              <a:off x="2553450" y="3316850"/>
              <a:ext cx="1490550" cy="2002325"/>
            </a:xfrm>
            <a:custGeom>
              <a:rect b="b" l="l" r="r" t="t"/>
              <a:pathLst>
                <a:path extrusionOk="0" h="80093" w="59622">
                  <a:moveTo>
                    <a:pt x="10623" y="1"/>
                  </a:moveTo>
                  <a:lnTo>
                    <a:pt x="5332" y="9605"/>
                  </a:lnTo>
                  <a:cubicBezTo>
                    <a:pt x="5332" y="9605"/>
                    <a:pt x="1628" y="14611"/>
                    <a:pt x="448" y="18518"/>
                  </a:cubicBezTo>
                  <a:cubicBezTo>
                    <a:pt x="123" y="19658"/>
                    <a:pt x="1" y="20878"/>
                    <a:pt x="1" y="22099"/>
                  </a:cubicBezTo>
                  <a:cubicBezTo>
                    <a:pt x="1" y="25314"/>
                    <a:pt x="815" y="28489"/>
                    <a:pt x="1099" y="29425"/>
                  </a:cubicBezTo>
                  <a:cubicBezTo>
                    <a:pt x="1222" y="29750"/>
                    <a:pt x="2442" y="32233"/>
                    <a:pt x="4274" y="35936"/>
                  </a:cubicBezTo>
                  <a:cubicBezTo>
                    <a:pt x="4477" y="36303"/>
                    <a:pt x="4640" y="36710"/>
                    <a:pt x="4844" y="37076"/>
                  </a:cubicBezTo>
                  <a:cubicBezTo>
                    <a:pt x="5088" y="37524"/>
                    <a:pt x="5291" y="38012"/>
                    <a:pt x="5535" y="38460"/>
                  </a:cubicBezTo>
                  <a:cubicBezTo>
                    <a:pt x="5576" y="38582"/>
                    <a:pt x="5658" y="38663"/>
                    <a:pt x="5698" y="38785"/>
                  </a:cubicBezTo>
                  <a:cubicBezTo>
                    <a:pt x="7977" y="43384"/>
                    <a:pt x="10907" y="49082"/>
                    <a:pt x="13716" y="54698"/>
                  </a:cubicBezTo>
                  <a:lnTo>
                    <a:pt x="13878" y="54576"/>
                  </a:lnTo>
                  <a:cubicBezTo>
                    <a:pt x="13878" y="54576"/>
                    <a:pt x="14163" y="55308"/>
                    <a:pt x="14652" y="56489"/>
                  </a:cubicBezTo>
                  <a:cubicBezTo>
                    <a:pt x="19291" y="65645"/>
                    <a:pt x="23605" y="74029"/>
                    <a:pt x="24663" y="76023"/>
                  </a:cubicBezTo>
                  <a:cubicBezTo>
                    <a:pt x="26006" y="77855"/>
                    <a:pt x="27308" y="79279"/>
                    <a:pt x="28448" y="79889"/>
                  </a:cubicBezTo>
                  <a:cubicBezTo>
                    <a:pt x="28936" y="80052"/>
                    <a:pt x="29343" y="80093"/>
                    <a:pt x="29791" y="80093"/>
                  </a:cubicBezTo>
                  <a:cubicBezTo>
                    <a:pt x="29994" y="80093"/>
                    <a:pt x="30198" y="80093"/>
                    <a:pt x="30361" y="80052"/>
                  </a:cubicBezTo>
                  <a:cubicBezTo>
                    <a:pt x="30401" y="80052"/>
                    <a:pt x="30442" y="80052"/>
                    <a:pt x="30442" y="80012"/>
                  </a:cubicBezTo>
                  <a:cubicBezTo>
                    <a:pt x="35814" y="76634"/>
                    <a:pt x="54372" y="63977"/>
                    <a:pt x="55064" y="63285"/>
                  </a:cubicBezTo>
                  <a:cubicBezTo>
                    <a:pt x="55308" y="63041"/>
                    <a:pt x="55878" y="62512"/>
                    <a:pt x="56529" y="61942"/>
                  </a:cubicBezTo>
                  <a:cubicBezTo>
                    <a:pt x="56773" y="61738"/>
                    <a:pt x="57058" y="61494"/>
                    <a:pt x="57302" y="61250"/>
                  </a:cubicBezTo>
                  <a:cubicBezTo>
                    <a:pt x="57750" y="60884"/>
                    <a:pt x="58157" y="60558"/>
                    <a:pt x="58482" y="60273"/>
                  </a:cubicBezTo>
                  <a:cubicBezTo>
                    <a:pt x="58849" y="59948"/>
                    <a:pt x="59133" y="59704"/>
                    <a:pt x="59296" y="59582"/>
                  </a:cubicBezTo>
                  <a:cubicBezTo>
                    <a:pt x="59337" y="59500"/>
                    <a:pt x="59378" y="59500"/>
                    <a:pt x="59378" y="59500"/>
                  </a:cubicBezTo>
                  <a:cubicBezTo>
                    <a:pt x="59378" y="59459"/>
                    <a:pt x="59622" y="58035"/>
                    <a:pt x="59215" y="56407"/>
                  </a:cubicBezTo>
                  <a:cubicBezTo>
                    <a:pt x="51849" y="59337"/>
                    <a:pt x="36709" y="65401"/>
                    <a:pt x="35814" y="66297"/>
                  </a:cubicBezTo>
                  <a:cubicBezTo>
                    <a:pt x="35570" y="66541"/>
                    <a:pt x="35407" y="66622"/>
                    <a:pt x="35285" y="66622"/>
                  </a:cubicBezTo>
                  <a:cubicBezTo>
                    <a:pt x="34837" y="66622"/>
                    <a:pt x="35244" y="64954"/>
                    <a:pt x="35244" y="63081"/>
                  </a:cubicBezTo>
                  <a:cubicBezTo>
                    <a:pt x="35244" y="62715"/>
                    <a:pt x="35163" y="62552"/>
                    <a:pt x="35000" y="62552"/>
                  </a:cubicBezTo>
                  <a:cubicBezTo>
                    <a:pt x="34227" y="62552"/>
                    <a:pt x="31622" y="67395"/>
                    <a:pt x="31134" y="68616"/>
                  </a:cubicBezTo>
                  <a:cubicBezTo>
                    <a:pt x="31052" y="68779"/>
                    <a:pt x="30971" y="68861"/>
                    <a:pt x="30890" y="68861"/>
                  </a:cubicBezTo>
                  <a:cubicBezTo>
                    <a:pt x="30239" y="68861"/>
                    <a:pt x="29180" y="64221"/>
                    <a:pt x="28773" y="62186"/>
                  </a:cubicBezTo>
                  <a:cubicBezTo>
                    <a:pt x="28366" y="59907"/>
                    <a:pt x="21489" y="42285"/>
                    <a:pt x="19413" y="34105"/>
                  </a:cubicBezTo>
                  <a:cubicBezTo>
                    <a:pt x="17378" y="25884"/>
                    <a:pt x="13756" y="6105"/>
                    <a:pt x="11518" y="1629"/>
                  </a:cubicBezTo>
                  <a:cubicBezTo>
                    <a:pt x="11274" y="1100"/>
                    <a:pt x="10948" y="571"/>
                    <a:pt x="10623" y="1"/>
                  </a:cubicBezTo>
                  <a:close/>
                </a:path>
              </a:pathLst>
            </a:custGeom>
            <a:solidFill>
              <a:schemeClr val="accent5"/>
            </a:solidFill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1" name="Google Shape;2151;p35"/>
            <p:cNvSpPr/>
            <p:nvPr/>
          </p:nvSpPr>
          <p:spPr>
            <a:xfrm>
              <a:off x="2545325" y="3256325"/>
              <a:ext cx="1502750" cy="2072025"/>
            </a:xfrm>
            <a:custGeom>
              <a:rect b="b" l="l" r="r" t="t"/>
              <a:pathLst>
                <a:path extrusionOk="0" h="82881" w="60110">
                  <a:moveTo>
                    <a:pt x="12072" y="1"/>
                  </a:moveTo>
                  <a:cubicBezTo>
                    <a:pt x="11960" y="1"/>
                    <a:pt x="11855" y="63"/>
                    <a:pt x="11802" y="143"/>
                  </a:cubicBezTo>
                  <a:cubicBezTo>
                    <a:pt x="11680" y="306"/>
                    <a:pt x="11721" y="509"/>
                    <a:pt x="11884" y="631"/>
                  </a:cubicBezTo>
                  <a:cubicBezTo>
                    <a:pt x="11884" y="631"/>
                    <a:pt x="11965" y="672"/>
                    <a:pt x="12087" y="753"/>
                  </a:cubicBezTo>
                  <a:cubicBezTo>
                    <a:pt x="12982" y="1323"/>
                    <a:pt x="16767" y="3846"/>
                    <a:pt x="19982" y="7021"/>
                  </a:cubicBezTo>
                  <a:cubicBezTo>
                    <a:pt x="20878" y="7916"/>
                    <a:pt x="21447" y="8567"/>
                    <a:pt x="21773" y="9137"/>
                  </a:cubicBezTo>
                  <a:cubicBezTo>
                    <a:pt x="22017" y="9544"/>
                    <a:pt x="22180" y="9910"/>
                    <a:pt x="22261" y="10276"/>
                  </a:cubicBezTo>
                  <a:cubicBezTo>
                    <a:pt x="22506" y="11457"/>
                    <a:pt x="22221" y="13084"/>
                    <a:pt x="22912" y="16951"/>
                  </a:cubicBezTo>
                  <a:cubicBezTo>
                    <a:pt x="23197" y="18660"/>
                    <a:pt x="24052" y="22201"/>
                    <a:pt x="25192" y="26515"/>
                  </a:cubicBezTo>
                  <a:cubicBezTo>
                    <a:pt x="28610" y="39416"/>
                    <a:pt x="34470" y="59520"/>
                    <a:pt x="34470" y="59520"/>
                  </a:cubicBezTo>
                  <a:cubicBezTo>
                    <a:pt x="34502" y="59647"/>
                    <a:pt x="34608" y="59749"/>
                    <a:pt x="34750" y="59749"/>
                  </a:cubicBezTo>
                  <a:cubicBezTo>
                    <a:pt x="34790" y="59749"/>
                    <a:pt x="34833" y="59741"/>
                    <a:pt x="34877" y="59723"/>
                  </a:cubicBezTo>
                  <a:lnTo>
                    <a:pt x="53232" y="54758"/>
                  </a:lnTo>
                  <a:lnTo>
                    <a:pt x="53354" y="54677"/>
                  </a:lnTo>
                  <a:cubicBezTo>
                    <a:pt x="53395" y="54677"/>
                    <a:pt x="53720" y="54433"/>
                    <a:pt x="54290" y="54433"/>
                  </a:cubicBezTo>
                  <a:cubicBezTo>
                    <a:pt x="54941" y="54433"/>
                    <a:pt x="55918" y="54677"/>
                    <a:pt x="57261" y="55735"/>
                  </a:cubicBezTo>
                  <a:cubicBezTo>
                    <a:pt x="58197" y="56468"/>
                    <a:pt x="58726" y="57404"/>
                    <a:pt x="59051" y="58340"/>
                  </a:cubicBezTo>
                  <a:cubicBezTo>
                    <a:pt x="59377" y="59276"/>
                    <a:pt x="59418" y="60212"/>
                    <a:pt x="59418" y="60863"/>
                  </a:cubicBezTo>
                  <a:cubicBezTo>
                    <a:pt x="59418" y="61148"/>
                    <a:pt x="59418" y="61433"/>
                    <a:pt x="59418" y="61596"/>
                  </a:cubicBezTo>
                  <a:cubicBezTo>
                    <a:pt x="59418" y="61642"/>
                    <a:pt x="59404" y="61689"/>
                    <a:pt x="59393" y="61728"/>
                  </a:cubicBezTo>
                  <a:lnTo>
                    <a:pt x="59393" y="61728"/>
                  </a:lnTo>
                  <a:cubicBezTo>
                    <a:pt x="59128" y="61957"/>
                    <a:pt x="58403" y="62585"/>
                    <a:pt x="57627" y="63264"/>
                  </a:cubicBezTo>
                  <a:cubicBezTo>
                    <a:pt x="56650" y="64119"/>
                    <a:pt x="55552" y="65055"/>
                    <a:pt x="55145" y="65462"/>
                  </a:cubicBezTo>
                  <a:cubicBezTo>
                    <a:pt x="55104" y="65502"/>
                    <a:pt x="54982" y="65584"/>
                    <a:pt x="54778" y="65747"/>
                  </a:cubicBezTo>
                  <a:cubicBezTo>
                    <a:pt x="53313" y="66886"/>
                    <a:pt x="47901" y="70793"/>
                    <a:pt x="42651" y="74497"/>
                  </a:cubicBezTo>
                  <a:cubicBezTo>
                    <a:pt x="40005" y="76328"/>
                    <a:pt x="37441" y="78119"/>
                    <a:pt x="35406" y="79502"/>
                  </a:cubicBezTo>
                  <a:cubicBezTo>
                    <a:pt x="34389" y="80194"/>
                    <a:pt x="33494" y="80764"/>
                    <a:pt x="32843" y="81171"/>
                  </a:cubicBezTo>
                  <a:cubicBezTo>
                    <a:pt x="32476" y="81374"/>
                    <a:pt x="32191" y="81578"/>
                    <a:pt x="31988" y="81700"/>
                  </a:cubicBezTo>
                  <a:cubicBezTo>
                    <a:pt x="31744" y="81822"/>
                    <a:pt x="31581" y="81903"/>
                    <a:pt x="31500" y="81944"/>
                  </a:cubicBezTo>
                  <a:cubicBezTo>
                    <a:pt x="31093" y="82066"/>
                    <a:pt x="30604" y="82188"/>
                    <a:pt x="30116" y="82188"/>
                  </a:cubicBezTo>
                  <a:cubicBezTo>
                    <a:pt x="29383" y="82188"/>
                    <a:pt x="28610" y="81985"/>
                    <a:pt x="27796" y="81415"/>
                  </a:cubicBezTo>
                  <a:cubicBezTo>
                    <a:pt x="27023" y="80845"/>
                    <a:pt x="26168" y="79909"/>
                    <a:pt x="25354" y="78404"/>
                  </a:cubicBezTo>
                  <a:cubicBezTo>
                    <a:pt x="24255" y="76369"/>
                    <a:pt x="18436" y="65014"/>
                    <a:pt x="12860" y="54026"/>
                  </a:cubicBezTo>
                  <a:cubicBezTo>
                    <a:pt x="10093" y="48532"/>
                    <a:pt x="7366" y="43119"/>
                    <a:pt x="5291" y="38968"/>
                  </a:cubicBezTo>
                  <a:cubicBezTo>
                    <a:pt x="4273" y="36933"/>
                    <a:pt x="3378" y="35183"/>
                    <a:pt x="2767" y="33921"/>
                  </a:cubicBezTo>
                  <a:cubicBezTo>
                    <a:pt x="2483" y="33270"/>
                    <a:pt x="2238" y="32782"/>
                    <a:pt x="2035" y="32416"/>
                  </a:cubicBezTo>
                  <a:cubicBezTo>
                    <a:pt x="1953" y="32212"/>
                    <a:pt x="1913" y="32049"/>
                    <a:pt x="1831" y="31968"/>
                  </a:cubicBezTo>
                  <a:cubicBezTo>
                    <a:pt x="1791" y="31846"/>
                    <a:pt x="1750" y="31765"/>
                    <a:pt x="1750" y="31765"/>
                  </a:cubicBezTo>
                  <a:cubicBezTo>
                    <a:pt x="1506" y="30828"/>
                    <a:pt x="651" y="27654"/>
                    <a:pt x="651" y="24520"/>
                  </a:cubicBezTo>
                  <a:cubicBezTo>
                    <a:pt x="651" y="23299"/>
                    <a:pt x="773" y="22119"/>
                    <a:pt x="1099" y="21061"/>
                  </a:cubicBezTo>
                  <a:cubicBezTo>
                    <a:pt x="1669" y="19148"/>
                    <a:pt x="2890" y="16910"/>
                    <a:pt x="3948" y="15201"/>
                  </a:cubicBezTo>
                  <a:cubicBezTo>
                    <a:pt x="4477" y="14346"/>
                    <a:pt x="4965" y="13573"/>
                    <a:pt x="5331" y="13044"/>
                  </a:cubicBezTo>
                  <a:cubicBezTo>
                    <a:pt x="5494" y="12800"/>
                    <a:pt x="5657" y="12596"/>
                    <a:pt x="5779" y="12433"/>
                  </a:cubicBezTo>
                  <a:cubicBezTo>
                    <a:pt x="5860" y="12311"/>
                    <a:pt x="5901" y="12230"/>
                    <a:pt x="5901" y="12230"/>
                  </a:cubicBezTo>
                  <a:cubicBezTo>
                    <a:pt x="6023" y="12067"/>
                    <a:pt x="5983" y="11864"/>
                    <a:pt x="5860" y="11741"/>
                  </a:cubicBezTo>
                  <a:cubicBezTo>
                    <a:pt x="5793" y="11708"/>
                    <a:pt x="5719" y="11688"/>
                    <a:pt x="5646" y="11688"/>
                  </a:cubicBezTo>
                  <a:cubicBezTo>
                    <a:pt x="5543" y="11688"/>
                    <a:pt x="5444" y="11728"/>
                    <a:pt x="5372" y="11823"/>
                  </a:cubicBezTo>
                  <a:cubicBezTo>
                    <a:pt x="5372" y="11823"/>
                    <a:pt x="1669" y="16829"/>
                    <a:pt x="448" y="20858"/>
                  </a:cubicBezTo>
                  <a:cubicBezTo>
                    <a:pt x="122" y="21997"/>
                    <a:pt x="0" y="23259"/>
                    <a:pt x="0" y="24520"/>
                  </a:cubicBezTo>
                  <a:cubicBezTo>
                    <a:pt x="0" y="27776"/>
                    <a:pt x="814" y="30991"/>
                    <a:pt x="1099" y="31927"/>
                  </a:cubicBezTo>
                  <a:cubicBezTo>
                    <a:pt x="1140" y="32009"/>
                    <a:pt x="1180" y="32090"/>
                    <a:pt x="1221" y="32212"/>
                  </a:cubicBezTo>
                  <a:cubicBezTo>
                    <a:pt x="1628" y="33148"/>
                    <a:pt x="3174" y="36241"/>
                    <a:pt x="5291" y="40474"/>
                  </a:cubicBezTo>
                  <a:cubicBezTo>
                    <a:pt x="11599" y="53131"/>
                    <a:pt x="23157" y="75758"/>
                    <a:pt x="24785" y="78729"/>
                  </a:cubicBezTo>
                  <a:cubicBezTo>
                    <a:pt x="25598" y="80276"/>
                    <a:pt x="26494" y="81293"/>
                    <a:pt x="27430" y="81944"/>
                  </a:cubicBezTo>
                  <a:cubicBezTo>
                    <a:pt x="28325" y="82595"/>
                    <a:pt x="29261" y="82880"/>
                    <a:pt x="30116" y="82880"/>
                  </a:cubicBezTo>
                  <a:cubicBezTo>
                    <a:pt x="30686" y="82880"/>
                    <a:pt x="31255" y="82758"/>
                    <a:pt x="31744" y="82555"/>
                  </a:cubicBezTo>
                  <a:cubicBezTo>
                    <a:pt x="31907" y="82514"/>
                    <a:pt x="32110" y="82392"/>
                    <a:pt x="32354" y="82270"/>
                  </a:cubicBezTo>
                  <a:cubicBezTo>
                    <a:pt x="33331" y="81700"/>
                    <a:pt x="35203" y="80438"/>
                    <a:pt x="37523" y="78892"/>
                  </a:cubicBezTo>
                  <a:cubicBezTo>
                    <a:pt x="40982" y="76531"/>
                    <a:pt x="45337" y="73438"/>
                    <a:pt x="48918" y="70875"/>
                  </a:cubicBezTo>
                  <a:cubicBezTo>
                    <a:pt x="50709" y="69572"/>
                    <a:pt x="52296" y="68433"/>
                    <a:pt x="53517" y="67578"/>
                  </a:cubicBezTo>
                  <a:cubicBezTo>
                    <a:pt x="54086" y="67130"/>
                    <a:pt x="54575" y="66764"/>
                    <a:pt x="54941" y="66520"/>
                  </a:cubicBezTo>
                  <a:cubicBezTo>
                    <a:pt x="55104" y="66357"/>
                    <a:pt x="55267" y="66235"/>
                    <a:pt x="55389" y="66154"/>
                  </a:cubicBezTo>
                  <a:cubicBezTo>
                    <a:pt x="55470" y="66072"/>
                    <a:pt x="55552" y="65991"/>
                    <a:pt x="55633" y="65950"/>
                  </a:cubicBezTo>
                  <a:cubicBezTo>
                    <a:pt x="55999" y="65584"/>
                    <a:pt x="57098" y="64607"/>
                    <a:pt x="58075" y="63753"/>
                  </a:cubicBezTo>
                  <a:cubicBezTo>
                    <a:pt x="59051" y="62898"/>
                    <a:pt x="59947" y="62165"/>
                    <a:pt x="59947" y="62165"/>
                  </a:cubicBezTo>
                  <a:cubicBezTo>
                    <a:pt x="59988" y="62125"/>
                    <a:pt x="60028" y="62043"/>
                    <a:pt x="60028" y="61962"/>
                  </a:cubicBezTo>
                  <a:cubicBezTo>
                    <a:pt x="60069" y="61962"/>
                    <a:pt x="60110" y="61514"/>
                    <a:pt x="60110" y="60863"/>
                  </a:cubicBezTo>
                  <a:cubicBezTo>
                    <a:pt x="60110" y="60130"/>
                    <a:pt x="60028" y="59154"/>
                    <a:pt x="59703" y="58096"/>
                  </a:cubicBezTo>
                  <a:cubicBezTo>
                    <a:pt x="59336" y="57078"/>
                    <a:pt x="58726" y="56020"/>
                    <a:pt x="57708" y="55206"/>
                  </a:cubicBezTo>
                  <a:cubicBezTo>
                    <a:pt x="56243" y="54107"/>
                    <a:pt x="55104" y="53782"/>
                    <a:pt x="54290" y="53782"/>
                  </a:cubicBezTo>
                  <a:cubicBezTo>
                    <a:pt x="53490" y="53782"/>
                    <a:pt x="53047" y="54067"/>
                    <a:pt x="52960" y="54137"/>
                  </a:cubicBezTo>
                  <a:lnTo>
                    <a:pt x="52960" y="54137"/>
                  </a:lnTo>
                  <a:lnTo>
                    <a:pt x="35024" y="58978"/>
                  </a:lnTo>
                  <a:lnTo>
                    <a:pt x="35024" y="58978"/>
                  </a:lnTo>
                  <a:cubicBezTo>
                    <a:pt x="34948" y="58714"/>
                    <a:pt x="34829" y="58302"/>
                    <a:pt x="34674" y="57770"/>
                  </a:cubicBezTo>
                  <a:cubicBezTo>
                    <a:pt x="33657" y="54311"/>
                    <a:pt x="31133" y="45561"/>
                    <a:pt x="28732" y="36933"/>
                  </a:cubicBezTo>
                  <a:cubicBezTo>
                    <a:pt x="26331" y="28305"/>
                    <a:pt x="24052" y="19759"/>
                    <a:pt x="23564" y="16829"/>
                  </a:cubicBezTo>
                  <a:cubicBezTo>
                    <a:pt x="22994" y="13451"/>
                    <a:pt x="23157" y="11904"/>
                    <a:pt x="22994" y="10602"/>
                  </a:cubicBezTo>
                  <a:cubicBezTo>
                    <a:pt x="22912" y="9991"/>
                    <a:pt x="22750" y="9381"/>
                    <a:pt x="22343" y="8771"/>
                  </a:cubicBezTo>
                  <a:cubicBezTo>
                    <a:pt x="21976" y="8160"/>
                    <a:pt x="21366" y="7468"/>
                    <a:pt x="20430" y="6532"/>
                  </a:cubicBezTo>
                  <a:cubicBezTo>
                    <a:pt x="16727" y="2829"/>
                    <a:pt x="12250" y="61"/>
                    <a:pt x="12250" y="61"/>
                  </a:cubicBezTo>
                  <a:cubicBezTo>
                    <a:pt x="12193" y="19"/>
                    <a:pt x="12131" y="1"/>
                    <a:pt x="12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2" name="Google Shape;2152;p35"/>
            <p:cNvSpPr/>
            <p:nvPr/>
          </p:nvSpPr>
          <p:spPr>
            <a:xfrm>
              <a:off x="3802850" y="4638300"/>
              <a:ext cx="175025" cy="233225"/>
            </a:xfrm>
            <a:custGeom>
              <a:rect b="b" l="l" r="r" t="t"/>
              <a:pathLst>
                <a:path extrusionOk="0" h="9329" w="7001">
                  <a:moveTo>
                    <a:pt x="331" y="1"/>
                  </a:moveTo>
                  <a:cubicBezTo>
                    <a:pt x="164" y="1"/>
                    <a:pt x="36" y="116"/>
                    <a:pt x="1" y="293"/>
                  </a:cubicBezTo>
                  <a:cubicBezTo>
                    <a:pt x="1" y="456"/>
                    <a:pt x="123" y="619"/>
                    <a:pt x="326" y="660"/>
                  </a:cubicBezTo>
                  <a:cubicBezTo>
                    <a:pt x="448" y="700"/>
                    <a:pt x="1913" y="904"/>
                    <a:pt x="3297" y="2084"/>
                  </a:cubicBezTo>
                  <a:cubicBezTo>
                    <a:pt x="4721" y="3224"/>
                    <a:pt x="6146" y="5258"/>
                    <a:pt x="6309" y="9003"/>
                  </a:cubicBezTo>
                  <a:cubicBezTo>
                    <a:pt x="6309" y="9206"/>
                    <a:pt x="6471" y="9328"/>
                    <a:pt x="6675" y="9328"/>
                  </a:cubicBezTo>
                  <a:cubicBezTo>
                    <a:pt x="6838" y="9328"/>
                    <a:pt x="7001" y="9165"/>
                    <a:pt x="7001" y="8962"/>
                  </a:cubicBezTo>
                  <a:cubicBezTo>
                    <a:pt x="6838" y="4933"/>
                    <a:pt x="5210" y="2654"/>
                    <a:pt x="3582" y="1433"/>
                  </a:cubicBezTo>
                  <a:cubicBezTo>
                    <a:pt x="1995" y="212"/>
                    <a:pt x="448" y="8"/>
                    <a:pt x="408" y="8"/>
                  </a:cubicBezTo>
                  <a:cubicBezTo>
                    <a:pt x="381" y="3"/>
                    <a:pt x="356" y="1"/>
                    <a:pt x="3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3" name="Google Shape;2153;p35"/>
            <p:cNvSpPr/>
            <p:nvPr/>
          </p:nvSpPr>
          <p:spPr>
            <a:xfrm>
              <a:off x="975425" y="2808800"/>
              <a:ext cx="1312500" cy="2649775"/>
            </a:xfrm>
            <a:custGeom>
              <a:rect b="b" l="l" r="r" t="t"/>
              <a:pathLst>
                <a:path extrusionOk="0" h="105991" w="52500">
                  <a:moveTo>
                    <a:pt x="1258" y="1"/>
                  </a:moveTo>
                  <a:cubicBezTo>
                    <a:pt x="1053" y="1"/>
                    <a:pt x="936" y="15"/>
                    <a:pt x="936" y="15"/>
                  </a:cubicBezTo>
                  <a:lnTo>
                    <a:pt x="0" y="2579"/>
                  </a:lnTo>
                  <a:lnTo>
                    <a:pt x="15180" y="44009"/>
                  </a:lnTo>
                  <a:lnTo>
                    <a:pt x="49488" y="105990"/>
                  </a:lnTo>
                  <a:lnTo>
                    <a:pt x="52500" y="105990"/>
                  </a:lnTo>
                  <a:cubicBezTo>
                    <a:pt x="47860" y="97281"/>
                    <a:pt x="22140" y="49218"/>
                    <a:pt x="21244" y="47061"/>
                  </a:cubicBezTo>
                  <a:cubicBezTo>
                    <a:pt x="20308" y="44660"/>
                    <a:pt x="18843" y="44660"/>
                    <a:pt x="18355" y="43683"/>
                  </a:cubicBezTo>
                  <a:cubicBezTo>
                    <a:pt x="17907" y="42747"/>
                    <a:pt x="18518" y="38555"/>
                    <a:pt x="18355" y="35869"/>
                  </a:cubicBezTo>
                  <a:cubicBezTo>
                    <a:pt x="18233" y="33142"/>
                    <a:pt x="9401" y="7869"/>
                    <a:pt x="7000" y="3718"/>
                  </a:cubicBezTo>
                  <a:cubicBezTo>
                    <a:pt x="5059" y="304"/>
                    <a:pt x="2208" y="1"/>
                    <a:pt x="12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4" name="Google Shape;2154;p35"/>
            <p:cNvSpPr/>
            <p:nvPr/>
          </p:nvSpPr>
          <p:spPr>
            <a:xfrm>
              <a:off x="966275" y="2801025"/>
              <a:ext cx="1330800" cy="2666700"/>
            </a:xfrm>
            <a:custGeom>
              <a:rect b="b" l="l" r="r" t="t"/>
              <a:pathLst>
                <a:path extrusionOk="0" h="106668" w="53232">
                  <a:moveTo>
                    <a:pt x="1669" y="651"/>
                  </a:moveTo>
                  <a:cubicBezTo>
                    <a:pt x="2116" y="651"/>
                    <a:pt x="3012" y="733"/>
                    <a:pt x="4029" y="1221"/>
                  </a:cubicBezTo>
                  <a:cubicBezTo>
                    <a:pt x="5006" y="1669"/>
                    <a:pt x="6145" y="2564"/>
                    <a:pt x="7081" y="4192"/>
                  </a:cubicBezTo>
                  <a:cubicBezTo>
                    <a:pt x="7651" y="5169"/>
                    <a:pt x="8669" y="7570"/>
                    <a:pt x="9849" y="10541"/>
                  </a:cubicBezTo>
                  <a:cubicBezTo>
                    <a:pt x="11558" y="15018"/>
                    <a:pt x="13674" y="20959"/>
                    <a:pt x="15384" y="26006"/>
                  </a:cubicBezTo>
                  <a:cubicBezTo>
                    <a:pt x="16238" y="28529"/>
                    <a:pt x="16971" y="30849"/>
                    <a:pt x="17500" y="32639"/>
                  </a:cubicBezTo>
                  <a:cubicBezTo>
                    <a:pt x="17785" y="33535"/>
                    <a:pt x="17988" y="34308"/>
                    <a:pt x="18151" y="34919"/>
                  </a:cubicBezTo>
                  <a:cubicBezTo>
                    <a:pt x="18314" y="35529"/>
                    <a:pt x="18395" y="35977"/>
                    <a:pt x="18395" y="36180"/>
                  </a:cubicBezTo>
                  <a:cubicBezTo>
                    <a:pt x="18436" y="36506"/>
                    <a:pt x="18436" y="36831"/>
                    <a:pt x="18436" y="37157"/>
                  </a:cubicBezTo>
                  <a:cubicBezTo>
                    <a:pt x="18436" y="38948"/>
                    <a:pt x="18232" y="41064"/>
                    <a:pt x="18232" y="42529"/>
                  </a:cubicBezTo>
                  <a:cubicBezTo>
                    <a:pt x="18232" y="42854"/>
                    <a:pt x="18232" y="43180"/>
                    <a:pt x="18273" y="43465"/>
                  </a:cubicBezTo>
                  <a:cubicBezTo>
                    <a:pt x="18314" y="43709"/>
                    <a:pt x="18355" y="43953"/>
                    <a:pt x="18436" y="44157"/>
                  </a:cubicBezTo>
                  <a:cubicBezTo>
                    <a:pt x="18599" y="44442"/>
                    <a:pt x="18802" y="44686"/>
                    <a:pt x="19046" y="44849"/>
                  </a:cubicBezTo>
                  <a:cubicBezTo>
                    <a:pt x="19413" y="45134"/>
                    <a:pt x="19779" y="45378"/>
                    <a:pt x="20186" y="45744"/>
                  </a:cubicBezTo>
                  <a:cubicBezTo>
                    <a:pt x="20552" y="46110"/>
                    <a:pt x="20959" y="46639"/>
                    <a:pt x="21285" y="47494"/>
                  </a:cubicBezTo>
                  <a:cubicBezTo>
                    <a:pt x="21366" y="47657"/>
                    <a:pt x="21529" y="47942"/>
                    <a:pt x="21773" y="48430"/>
                  </a:cubicBezTo>
                  <a:cubicBezTo>
                    <a:pt x="25248" y="55420"/>
                    <a:pt x="47383" y="96750"/>
                    <a:pt x="52319" y="105976"/>
                  </a:cubicBezTo>
                  <a:lnTo>
                    <a:pt x="50049" y="105976"/>
                  </a:lnTo>
                  <a:lnTo>
                    <a:pt x="15872" y="44197"/>
                  </a:lnTo>
                  <a:lnTo>
                    <a:pt x="692" y="2890"/>
                  </a:lnTo>
                  <a:lnTo>
                    <a:pt x="1547" y="659"/>
                  </a:lnTo>
                  <a:lnTo>
                    <a:pt x="1547" y="659"/>
                  </a:lnTo>
                  <a:cubicBezTo>
                    <a:pt x="1584" y="654"/>
                    <a:pt x="1625" y="651"/>
                    <a:pt x="1669" y="651"/>
                  </a:cubicBezTo>
                  <a:close/>
                  <a:moveTo>
                    <a:pt x="1262" y="0"/>
                  </a:moveTo>
                  <a:cubicBezTo>
                    <a:pt x="1140" y="41"/>
                    <a:pt x="1018" y="122"/>
                    <a:pt x="977" y="204"/>
                  </a:cubicBezTo>
                  <a:lnTo>
                    <a:pt x="41" y="2768"/>
                  </a:lnTo>
                  <a:cubicBezTo>
                    <a:pt x="0" y="2849"/>
                    <a:pt x="0" y="2931"/>
                    <a:pt x="41" y="3012"/>
                  </a:cubicBezTo>
                  <a:lnTo>
                    <a:pt x="15221" y="44442"/>
                  </a:lnTo>
                  <a:lnTo>
                    <a:pt x="15262" y="44482"/>
                  </a:lnTo>
                  <a:lnTo>
                    <a:pt x="49529" y="106464"/>
                  </a:lnTo>
                  <a:cubicBezTo>
                    <a:pt x="49610" y="106586"/>
                    <a:pt x="49732" y="106668"/>
                    <a:pt x="49854" y="106668"/>
                  </a:cubicBezTo>
                  <a:lnTo>
                    <a:pt x="52866" y="106668"/>
                  </a:lnTo>
                  <a:cubicBezTo>
                    <a:pt x="52988" y="106668"/>
                    <a:pt x="53110" y="106586"/>
                    <a:pt x="53191" y="106464"/>
                  </a:cubicBezTo>
                  <a:cubicBezTo>
                    <a:pt x="53232" y="106383"/>
                    <a:pt x="53232" y="106261"/>
                    <a:pt x="53191" y="106139"/>
                  </a:cubicBezTo>
                  <a:cubicBezTo>
                    <a:pt x="50872" y="101784"/>
                    <a:pt x="43261" y="87621"/>
                    <a:pt x="36139" y="74232"/>
                  </a:cubicBezTo>
                  <a:cubicBezTo>
                    <a:pt x="32558" y="67558"/>
                    <a:pt x="29139" y="61046"/>
                    <a:pt x="26535" y="56122"/>
                  </a:cubicBezTo>
                  <a:cubicBezTo>
                    <a:pt x="25232" y="53639"/>
                    <a:pt x="24134" y="51564"/>
                    <a:pt x="23320" y="50017"/>
                  </a:cubicBezTo>
                  <a:cubicBezTo>
                    <a:pt x="22913" y="49244"/>
                    <a:pt x="22587" y="48593"/>
                    <a:pt x="22384" y="48145"/>
                  </a:cubicBezTo>
                  <a:cubicBezTo>
                    <a:pt x="22139" y="47657"/>
                    <a:pt x="21977" y="47331"/>
                    <a:pt x="21936" y="47250"/>
                  </a:cubicBezTo>
                  <a:cubicBezTo>
                    <a:pt x="21448" y="45988"/>
                    <a:pt x="20796" y="45296"/>
                    <a:pt x="20227" y="44889"/>
                  </a:cubicBezTo>
                  <a:cubicBezTo>
                    <a:pt x="19942" y="44645"/>
                    <a:pt x="19657" y="44482"/>
                    <a:pt x="19453" y="44320"/>
                  </a:cubicBezTo>
                  <a:cubicBezTo>
                    <a:pt x="19250" y="44157"/>
                    <a:pt x="19128" y="44035"/>
                    <a:pt x="19046" y="43831"/>
                  </a:cubicBezTo>
                  <a:cubicBezTo>
                    <a:pt x="19006" y="43791"/>
                    <a:pt x="18965" y="43628"/>
                    <a:pt x="18924" y="43384"/>
                  </a:cubicBezTo>
                  <a:cubicBezTo>
                    <a:pt x="18924" y="43139"/>
                    <a:pt x="18884" y="42854"/>
                    <a:pt x="18884" y="42529"/>
                  </a:cubicBezTo>
                  <a:cubicBezTo>
                    <a:pt x="18884" y="41105"/>
                    <a:pt x="19087" y="38988"/>
                    <a:pt x="19087" y="37157"/>
                  </a:cubicBezTo>
                  <a:cubicBezTo>
                    <a:pt x="19087" y="36831"/>
                    <a:pt x="19087" y="36465"/>
                    <a:pt x="19087" y="36139"/>
                  </a:cubicBezTo>
                  <a:cubicBezTo>
                    <a:pt x="19046" y="35732"/>
                    <a:pt x="18884" y="35041"/>
                    <a:pt x="18639" y="34105"/>
                  </a:cubicBezTo>
                  <a:cubicBezTo>
                    <a:pt x="17703" y="30727"/>
                    <a:pt x="15506" y="24093"/>
                    <a:pt x="13267" y="17826"/>
                  </a:cubicBezTo>
                  <a:cubicBezTo>
                    <a:pt x="12128" y="14692"/>
                    <a:pt x="11029" y="11680"/>
                    <a:pt x="10052" y="9198"/>
                  </a:cubicBezTo>
                  <a:cubicBezTo>
                    <a:pt x="9035" y="6715"/>
                    <a:pt x="8221" y="4803"/>
                    <a:pt x="7692" y="3867"/>
                  </a:cubicBezTo>
                  <a:cubicBezTo>
                    <a:pt x="6674" y="2117"/>
                    <a:pt x="5413" y="1140"/>
                    <a:pt x="4314" y="611"/>
                  </a:cubicBezTo>
                  <a:cubicBezTo>
                    <a:pt x="3175" y="82"/>
                    <a:pt x="2198" y="0"/>
                    <a:pt x="16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5" name="Google Shape;2155;p35"/>
            <p:cNvSpPr/>
            <p:nvPr/>
          </p:nvSpPr>
          <p:spPr>
            <a:xfrm>
              <a:off x="474850" y="2774800"/>
              <a:ext cx="1737800" cy="2683775"/>
            </a:xfrm>
            <a:custGeom>
              <a:rect b="b" l="l" r="r" t="t"/>
              <a:pathLst>
                <a:path extrusionOk="0" h="107351" w="69512">
                  <a:moveTo>
                    <a:pt x="12680" y="0"/>
                  </a:moveTo>
                  <a:cubicBezTo>
                    <a:pt x="9524" y="0"/>
                    <a:pt x="6256" y="324"/>
                    <a:pt x="4314" y="927"/>
                  </a:cubicBezTo>
                  <a:cubicBezTo>
                    <a:pt x="163" y="2189"/>
                    <a:pt x="0" y="2677"/>
                    <a:pt x="163" y="5404"/>
                  </a:cubicBezTo>
                  <a:cubicBezTo>
                    <a:pt x="326" y="8090"/>
                    <a:pt x="3663" y="33404"/>
                    <a:pt x="9931" y="47933"/>
                  </a:cubicBezTo>
                  <a:cubicBezTo>
                    <a:pt x="16239" y="62502"/>
                    <a:pt x="34186" y="103362"/>
                    <a:pt x="35692" y="107350"/>
                  </a:cubicBezTo>
                  <a:lnTo>
                    <a:pt x="69511" y="107350"/>
                  </a:lnTo>
                  <a:cubicBezTo>
                    <a:pt x="65523" y="100228"/>
                    <a:pt x="41918" y="57578"/>
                    <a:pt x="36953" y="44107"/>
                  </a:cubicBezTo>
                  <a:cubicBezTo>
                    <a:pt x="31541" y="29375"/>
                    <a:pt x="23035" y="3166"/>
                    <a:pt x="20959" y="1375"/>
                  </a:cubicBezTo>
                  <a:cubicBezTo>
                    <a:pt x="19845" y="435"/>
                    <a:pt x="16338" y="0"/>
                    <a:pt x="126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6" name="Google Shape;2156;p35"/>
            <p:cNvSpPr/>
            <p:nvPr/>
          </p:nvSpPr>
          <p:spPr>
            <a:xfrm>
              <a:off x="469775" y="2766425"/>
              <a:ext cx="1751000" cy="2701300"/>
            </a:xfrm>
            <a:custGeom>
              <a:rect b="b" l="l" r="r" t="t"/>
              <a:pathLst>
                <a:path extrusionOk="0" h="108052" w="70040">
                  <a:moveTo>
                    <a:pt x="12820" y="692"/>
                  </a:moveTo>
                  <a:cubicBezTo>
                    <a:pt x="14651" y="692"/>
                    <a:pt x="16442" y="774"/>
                    <a:pt x="17907" y="1018"/>
                  </a:cubicBezTo>
                  <a:cubicBezTo>
                    <a:pt x="18639" y="1140"/>
                    <a:pt x="19290" y="1262"/>
                    <a:pt x="19819" y="1425"/>
                  </a:cubicBezTo>
                  <a:cubicBezTo>
                    <a:pt x="20349" y="1588"/>
                    <a:pt x="20715" y="1791"/>
                    <a:pt x="20959" y="1995"/>
                  </a:cubicBezTo>
                  <a:cubicBezTo>
                    <a:pt x="21040" y="2035"/>
                    <a:pt x="21162" y="2239"/>
                    <a:pt x="21325" y="2524"/>
                  </a:cubicBezTo>
                  <a:cubicBezTo>
                    <a:pt x="21976" y="3541"/>
                    <a:pt x="22953" y="5861"/>
                    <a:pt x="24133" y="8954"/>
                  </a:cubicBezTo>
                  <a:cubicBezTo>
                    <a:pt x="27674" y="18152"/>
                    <a:pt x="33005" y="34186"/>
                    <a:pt x="36831" y="44564"/>
                  </a:cubicBezTo>
                  <a:cubicBezTo>
                    <a:pt x="39354" y="51320"/>
                    <a:pt x="46476" y="65360"/>
                    <a:pt x="53517" y="78587"/>
                  </a:cubicBezTo>
                  <a:cubicBezTo>
                    <a:pt x="60228" y="91267"/>
                    <a:pt x="66826" y="103237"/>
                    <a:pt x="69117" y="107360"/>
                  </a:cubicBezTo>
                  <a:lnTo>
                    <a:pt x="36104" y="107360"/>
                  </a:lnTo>
                  <a:cubicBezTo>
                    <a:pt x="35648" y="106153"/>
                    <a:pt x="34312" y="102978"/>
                    <a:pt x="32436" y="98651"/>
                  </a:cubicBezTo>
                  <a:cubicBezTo>
                    <a:pt x="26453" y="84773"/>
                    <a:pt x="15180" y="59093"/>
                    <a:pt x="10459" y="48145"/>
                  </a:cubicBezTo>
                  <a:cubicBezTo>
                    <a:pt x="7325" y="40901"/>
                    <a:pt x="4924" y="30971"/>
                    <a:pt x="3296" y="22506"/>
                  </a:cubicBezTo>
                  <a:cubicBezTo>
                    <a:pt x="2483" y="18274"/>
                    <a:pt x="1872" y="14407"/>
                    <a:pt x="1424" y="11437"/>
                  </a:cubicBezTo>
                  <a:cubicBezTo>
                    <a:pt x="977" y="8466"/>
                    <a:pt x="773" y="6349"/>
                    <a:pt x="733" y="5698"/>
                  </a:cubicBezTo>
                  <a:cubicBezTo>
                    <a:pt x="692" y="5332"/>
                    <a:pt x="692" y="5006"/>
                    <a:pt x="692" y="4721"/>
                  </a:cubicBezTo>
                  <a:cubicBezTo>
                    <a:pt x="692" y="4274"/>
                    <a:pt x="733" y="3908"/>
                    <a:pt x="814" y="3663"/>
                  </a:cubicBezTo>
                  <a:cubicBezTo>
                    <a:pt x="936" y="3256"/>
                    <a:pt x="1221" y="2971"/>
                    <a:pt x="1791" y="2646"/>
                  </a:cubicBezTo>
                  <a:cubicBezTo>
                    <a:pt x="2401" y="2320"/>
                    <a:pt x="3296" y="1995"/>
                    <a:pt x="4639" y="1588"/>
                  </a:cubicBezTo>
                  <a:cubicBezTo>
                    <a:pt x="6471" y="1018"/>
                    <a:pt x="9727" y="692"/>
                    <a:pt x="12820" y="692"/>
                  </a:cubicBezTo>
                  <a:close/>
                  <a:moveTo>
                    <a:pt x="12820" y="1"/>
                  </a:moveTo>
                  <a:cubicBezTo>
                    <a:pt x="9645" y="1"/>
                    <a:pt x="6430" y="326"/>
                    <a:pt x="4436" y="937"/>
                  </a:cubicBezTo>
                  <a:cubicBezTo>
                    <a:pt x="2645" y="1466"/>
                    <a:pt x="1546" y="1873"/>
                    <a:pt x="895" y="2442"/>
                  </a:cubicBezTo>
                  <a:cubicBezTo>
                    <a:pt x="529" y="2727"/>
                    <a:pt x="285" y="3053"/>
                    <a:pt x="163" y="3419"/>
                  </a:cubicBezTo>
                  <a:cubicBezTo>
                    <a:pt x="41" y="3826"/>
                    <a:pt x="0" y="4233"/>
                    <a:pt x="0" y="4721"/>
                  </a:cubicBezTo>
                  <a:cubicBezTo>
                    <a:pt x="0" y="5006"/>
                    <a:pt x="0" y="5373"/>
                    <a:pt x="41" y="5739"/>
                  </a:cubicBezTo>
                  <a:cubicBezTo>
                    <a:pt x="81" y="6431"/>
                    <a:pt x="326" y="8547"/>
                    <a:pt x="733" y="11518"/>
                  </a:cubicBezTo>
                  <a:cubicBezTo>
                    <a:pt x="2035" y="20471"/>
                    <a:pt x="5087" y="37442"/>
                    <a:pt x="9849" y="48390"/>
                  </a:cubicBezTo>
                  <a:cubicBezTo>
                    <a:pt x="12982" y="55715"/>
                    <a:pt x="19046" y="69552"/>
                    <a:pt x="24500" y="82087"/>
                  </a:cubicBezTo>
                  <a:cubicBezTo>
                    <a:pt x="27226" y="88354"/>
                    <a:pt x="29831" y="94296"/>
                    <a:pt x="31825" y="98895"/>
                  </a:cubicBezTo>
                  <a:cubicBezTo>
                    <a:pt x="33779" y="103534"/>
                    <a:pt x="35203" y="106831"/>
                    <a:pt x="35569" y="107808"/>
                  </a:cubicBezTo>
                  <a:cubicBezTo>
                    <a:pt x="35610" y="107930"/>
                    <a:pt x="35732" y="108052"/>
                    <a:pt x="35895" y="108052"/>
                  </a:cubicBezTo>
                  <a:lnTo>
                    <a:pt x="69714" y="108052"/>
                  </a:lnTo>
                  <a:cubicBezTo>
                    <a:pt x="69795" y="108052"/>
                    <a:pt x="69918" y="107970"/>
                    <a:pt x="69999" y="107848"/>
                  </a:cubicBezTo>
                  <a:cubicBezTo>
                    <a:pt x="70040" y="107767"/>
                    <a:pt x="70040" y="107645"/>
                    <a:pt x="69999" y="107523"/>
                  </a:cubicBezTo>
                  <a:cubicBezTo>
                    <a:pt x="68005" y="103941"/>
                    <a:pt x="61127" y="91488"/>
                    <a:pt x="54086" y="78261"/>
                  </a:cubicBezTo>
                  <a:cubicBezTo>
                    <a:pt x="47087" y="65035"/>
                    <a:pt x="39965" y="50994"/>
                    <a:pt x="37482" y="44320"/>
                  </a:cubicBezTo>
                  <a:cubicBezTo>
                    <a:pt x="34755" y="36954"/>
                    <a:pt x="31296" y="26739"/>
                    <a:pt x="28244" y="18111"/>
                  </a:cubicBezTo>
                  <a:cubicBezTo>
                    <a:pt x="26697" y="13797"/>
                    <a:pt x="25273" y="9890"/>
                    <a:pt x="24093" y="6960"/>
                  </a:cubicBezTo>
                  <a:cubicBezTo>
                    <a:pt x="23523" y="5454"/>
                    <a:pt x="22994" y="4233"/>
                    <a:pt x="22546" y="3297"/>
                  </a:cubicBezTo>
                  <a:cubicBezTo>
                    <a:pt x="22302" y="2849"/>
                    <a:pt x="22099" y="2483"/>
                    <a:pt x="21936" y="2158"/>
                  </a:cubicBezTo>
                  <a:cubicBezTo>
                    <a:pt x="21732" y="1832"/>
                    <a:pt x="21569" y="1628"/>
                    <a:pt x="21407" y="1466"/>
                  </a:cubicBezTo>
                  <a:cubicBezTo>
                    <a:pt x="21040" y="1181"/>
                    <a:pt x="20593" y="977"/>
                    <a:pt x="20023" y="774"/>
                  </a:cubicBezTo>
                  <a:cubicBezTo>
                    <a:pt x="18314" y="245"/>
                    <a:pt x="15587" y="1"/>
                    <a:pt x="128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7" name="Google Shape;2157;p35"/>
            <p:cNvSpPr/>
            <p:nvPr/>
          </p:nvSpPr>
          <p:spPr>
            <a:xfrm>
              <a:off x="1026300" y="5458550"/>
              <a:ext cx="6114750" cy="25"/>
            </a:xfrm>
            <a:custGeom>
              <a:rect b="b" l="l" r="r" t="t"/>
              <a:pathLst>
                <a:path extrusionOk="0" h="1" w="244590">
                  <a:moveTo>
                    <a:pt x="0" y="0"/>
                  </a:moveTo>
                  <a:lnTo>
                    <a:pt x="244590" y="0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8" name="Google Shape;2158;p35"/>
            <p:cNvSpPr/>
            <p:nvPr/>
          </p:nvSpPr>
          <p:spPr>
            <a:xfrm>
              <a:off x="1017150" y="5450400"/>
              <a:ext cx="6132050" cy="17325"/>
            </a:xfrm>
            <a:custGeom>
              <a:rect b="b" l="l" r="r" t="t"/>
              <a:pathLst>
                <a:path extrusionOk="0" h="693" w="245282">
                  <a:moveTo>
                    <a:pt x="366" y="1"/>
                  </a:moveTo>
                  <a:cubicBezTo>
                    <a:pt x="163" y="1"/>
                    <a:pt x="0" y="164"/>
                    <a:pt x="0" y="326"/>
                  </a:cubicBezTo>
                  <a:cubicBezTo>
                    <a:pt x="0" y="530"/>
                    <a:pt x="163" y="693"/>
                    <a:pt x="366" y="693"/>
                  </a:cubicBezTo>
                  <a:lnTo>
                    <a:pt x="244956" y="693"/>
                  </a:lnTo>
                  <a:cubicBezTo>
                    <a:pt x="245159" y="693"/>
                    <a:pt x="245281" y="530"/>
                    <a:pt x="245281" y="326"/>
                  </a:cubicBezTo>
                  <a:cubicBezTo>
                    <a:pt x="245281" y="164"/>
                    <a:pt x="245159" y="1"/>
                    <a:pt x="2449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78525" lIns="78525" spcFirstLastPara="1" rIns="78525" wrap="square" tIns="785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2" name="Shape 2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3" name="Google Shape;2163;p36"/>
          <p:cNvSpPr txBox="1"/>
          <p:nvPr>
            <p:ph type="title"/>
          </p:nvPr>
        </p:nvSpPr>
        <p:spPr>
          <a:xfrm>
            <a:off x="1719072" y="338328"/>
            <a:ext cx="5577900" cy="59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Real-Time Scheduling &amp; RTA</a:t>
            </a:r>
            <a:endParaRPr/>
          </a:p>
        </p:txBody>
      </p:sp>
      <p:sp>
        <p:nvSpPr>
          <p:cNvPr id="2164" name="Google Shape;2164;p36"/>
          <p:cNvSpPr txBox="1"/>
          <p:nvPr>
            <p:ph idx="1" type="subTitle"/>
          </p:nvPr>
        </p:nvSpPr>
        <p:spPr>
          <a:xfrm>
            <a:off x="3574337" y="1924575"/>
            <a:ext cx="1877400" cy="3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Admission Control</a:t>
            </a:r>
            <a:endParaRPr sz="1100">
              <a:solidFill>
                <a:srgbClr val="1F1F1F"/>
              </a:solidFill>
              <a:highlight>
                <a:srgbClr val="F0F4F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5" name="Google Shape;2165;p36"/>
          <p:cNvSpPr txBox="1"/>
          <p:nvPr>
            <p:ph idx="2" type="subTitle"/>
          </p:nvPr>
        </p:nvSpPr>
        <p:spPr>
          <a:xfrm>
            <a:off x="965115" y="1925341"/>
            <a:ext cx="1764900" cy="3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</a:t>
            </a:r>
            <a:endParaRPr sz="1100">
              <a:solidFill>
                <a:srgbClr val="1F1F1F"/>
              </a:solidFill>
              <a:highlight>
                <a:srgbClr val="F0F4F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6" name="Google Shape;2166;p36"/>
          <p:cNvSpPr txBox="1"/>
          <p:nvPr>
            <p:ph idx="3" type="subTitle"/>
          </p:nvPr>
        </p:nvSpPr>
        <p:spPr>
          <a:xfrm>
            <a:off x="6588868" y="1925341"/>
            <a:ext cx="1764900" cy="3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Timing Loop</a:t>
            </a:r>
            <a:endParaRPr/>
          </a:p>
        </p:txBody>
      </p:sp>
      <p:sp>
        <p:nvSpPr>
          <p:cNvPr id="2167" name="Google Shape;2167;p36"/>
          <p:cNvSpPr txBox="1"/>
          <p:nvPr>
            <p:ph idx="4" type="subTitle"/>
          </p:nvPr>
        </p:nvSpPr>
        <p:spPr>
          <a:xfrm>
            <a:off x="3355638" y="2590975"/>
            <a:ext cx="2432700" cy="213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New tasks are reject if their worst-case response time, under higher-priority interference, exceeds deadline.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8" name="Google Shape;2168;p36"/>
          <p:cNvSpPr txBox="1"/>
          <p:nvPr>
            <p:ph idx="5" type="subTitle"/>
          </p:nvPr>
        </p:nvSpPr>
        <p:spPr>
          <a:xfrm>
            <a:off x="798463" y="2612275"/>
            <a:ext cx="2098200" cy="209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Rate Monotonic Scheduling (</a:t>
            </a:r>
            <a:r>
              <a:rPr lang="en">
                <a:solidFill>
                  <a:srgbClr val="D5A6BD"/>
                </a:solidFill>
              </a:rPr>
              <a:t>RMS</a:t>
            </a:r>
            <a:r>
              <a:rPr lang="en"/>
              <a:t>): optimal fixed-priority policy where shorter periods receive higher priority.</a:t>
            </a:r>
            <a:endParaRPr/>
          </a:p>
        </p:txBody>
      </p:sp>
      <p:sp>
        <p:nvSpPr>
          <p:cNvPr id="2169" name="Google Shape;2169;p36"/>
          <p:cNvSpPr txBox="1"/>
          <p:nvPr>
            <p:ph idx="6" type="subTitle"/>
          </p:nvPr>
        </p:nvSpPr>
        <p:spPr>
          <a:xfrm>
            <a:off x="6296050" y="2590963"/>
            <a:ext cx="2350500" cy="213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Uses </a:t>
            </a:r>
            <a:r>
              <a:rPr lang="en">
                <a:solidFill>
                  <a:srgbClr val="D5A6BD"/>
                </a:solidFill>
              </a:rPr>
              <a:t>clock_nanosleep</a:t>
            </a:r>
            <a:r>
              <a:rPr lang="en"/>
              <a:t> with </a:t>
            </a:r>
            <a:r>
              <a:rPr lang="en">
                <a:solidFill>
                  <a:srgbClr val="D5A6BD"/>
                </a:solidFill>
              </a:rPr>
              <a:t>TIMER_ABSTIME</a:t>
            </a:r>
            <a:r>
              <a:rPr lang="en"/>
              <a:t> to ensure zero accumulated drift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Measures execution time to detect deadline misses and task lateness</a:t>
            </a:r>
            <a:endParaRPr>
              <a:latin typeface="Barlow Semi Condensed"/>
              <a:ea typeface="Barlow Semi Condensed"/>
              <a:cs typeface="Barlow Semi Condensed"/>
              <a:sym typeface="Barlow Semi Condensed"/>
            </a:endParaRPr>
          </a:p>
        </p:txBody>
      </p:sp>
      <p:grpSp>
        <p:nvGrpSpPr>
          <p:cNvPr id="2170" name="Google Shape;2170;p36"/>
          <p:cNvGrpSpPr/>
          <p:nvPr/>
        </p:nvGrpSpPr>
        <p:grpSpPr>
          <a:xfrm>
            <a:off x="4302590" y="1419685"/>
            <a:ext cx="420796" cy="421770"/>
            <a:chOff x="-3137650" y="2408950"/>
            <a:chExt cx="291450" cy="292125"/>
          </a:xfrm>
        </p:grpSpPr>
        <p:sp>
          <p:nvSpPr>
            <p:cNvPr id="2171" name="Google Shape;2171;p36"/>
            <p:cNvSpPr/>
            <p:nvPr/>
          </p:nvSpPr>
          <p:spPr>
            <a:xfrm>
              <a:off x="-3137650" y="2408950"/>
              <a:ext cx="291450" cy="292125"/>
            </a:xfrm>
            <a:custGeom>
              <a:rect b="b" l="l" r="r" t="t"/>
              <a:pathLst>
                <a:path extrusionOk="0" h="11685" w="11658">
                  <a:moveTo>
                    <a:pt x="10618" y="662"/>
                  </a:moveTo>
                  <a:cubicBezTo>
                    <a:pt x="10807" y="662"/>
                    <a:pt x="10964" y="851"/>
                    <a:pt x="10964" y="1040"/>
                  </a:cubicBezTo>
                  <a:lnTo>
                    <a:pt x="10964" y="2741"/>
                  </a:lnTo>
                  <a:lnTo>
                    <a:pt x="662" y="2741"/>
                  </a:lnTo>
                  <a:lnTo>
                    <a:pt x="662" y="1040"/>
                  </a:lnTo>
                  <a:cubicBezTo>
                    <a:pt x="662" y="851"/>
                    <a:pt x="820" y="662"/>
                    <a:pt x="1009" y="662"/>
                  </a:cubicBezTo>
                  <a:close/>
                  <a:moveTo>
                    <a:pt x="10964" y="3403"/>
                  </a:moveTo>
                  <a:lnTo>
                    <a:pt x="10964" y="8601"/>
                  </a:lnTo>
                  <a:cubicBezTo>
                    <a:pt x="10964" y="8790"/>
                    <a:pt x="10838" y="8947"/>
                    <a:pt x="10618" y="8947"/>
                  </a:cubicBezTo>
                  <a:lnTo>
                    <a:pt x="10145" y="8947"/>
                  </a:lnTo>
                  <a:cubicBezTo>
                    <a:pt x="10208" y="8727"/>
                    <a:pt x="10240" y="8443"/>
                    <a:pt x="10240" y="8160"/>
                  </a:cubicBezTo>
                  <a:lnTo>
                    <a:pt x="10240" y="5860"/>
                  </a:lnTo>
                  <a:cubicBezTo>
                    <a:pt x="10240" y="5673"/>
                    <a:pt x="10058" y="5531"/>
                    <a:pt x="9868" y="5531"/>
                  </a:cubicBezTo>
                  <a:cubicBezTo>
                    <a:pt x="9835" y="5531"/>
                    <a:pt x="9801" y="5535"/>
                    <a:pt x="9767" y="5545"/>
                  </a:cubicBezTo>
                  <a:cubicBezTo>
                    <a:pt x="9545" y="5641"/>
                    <a:pt x="9341" y="5691"/>
                    <a:pt x="9142" y="5691"/>
                  </a:cubicBezTo>
                  <a:cubicBezTo>
                    <a:pt x="8693" y="5691"/>
                    <a:pt x="8275" y="5439"/>
                    <a:pt x="7751" y="4915"/>
                  </a:cubicBezTo>
                  <a:cubicBezTo>
                    <a:pt x="7688" y="4868"/>
                    <a:pt x="7601" y="4844"/>
                    <a:pt x="7515" y="4844"/>
                  </a:cubicBezTo>
                  <a:cubicBezTo>
                    <a:pt x="7428" y="4844"/>
                    <a:pt x="7341" y="4868"/>
                    <a:pt x="7278" y="4915"/>
                  </a:cubicBezTo>
                  <a:cubicBezTo>
                    <a:pt x="6753" y="5440"/>
                    <a:pt x="6334" y="5677"/>
                    <a:pt x="5884" y="5677"/>
                  </a:cubicBezTo>
                  <a:cubicBezTo>
                    <a:pt x="5686" y="5677"/>
                    <a:pt x="5483" y="5631"/>
                    <a:pt x="5262" y="5545"/>
                  </a:cubicBezTo>
                  <a:cubicBezTo>
                    <a:pt x="5229" y="5535"/>
                    <a:pt x="5195" y="5531"/>
                    <a:pt x="5161" y="5531"/>
                  </a:cubicBezTo>
                  <a:cubicBezTo>
                    <a:pt x="4971" y="5531"/>
                    <a:pt x="4789" y="5673"/>
                    <a:pt x="4789" y="5860"/>
                  </a:cubicBezTo>
                  <a:lnTo>
                    <a:pt x="4789" y="8160"/>
                  </a:lnTo>
                  <a:cubicBezTo>
                    <a:pt x="4789" y="8443"/>
                    <a:pt x="4821" y="8664"/>
                    <a:pt x="4884" y="8947"/>
                  </a:cubicBezTo>
                  <a:lnTo>
                    <a:pt x="1009" y="8947"/>
                  </a:lnTo>
                  <a:cubicBezTo>
                    <a:pt x="820" y="8947"/>
                    <a:pt x="662" y="8790"/>
                    <a:pt x="662" y="8601"/>
                  </a:cubicBezTo>
                  <a:lnTo>
                    <a:pt x="662" y="3403"/>
                  </a:lnTo>
                  <a:close/>
                  <a:moveTo>
                    <a:pt x="7152" y="5923"/>
                  </a:moveTo>
                  <a:lnTo>
                    <a:pt x="7152" y="10838"/>
                  </a:lnTo>
                  <a:cubicBezTo>
                    <a:pt x="6144" y="10365"/>
                    <a:pt x="5451" y="9357"/>
                    <a:pt x="5451" y="8160"/>
                  </a:cubicBezTo>
                  <a:lnTo>
                    <a:pt x="5451" y="6301"/>
                  </a:lnTo>
                  <a:cubicBezTo>
                    <a:pt x="5604" y="6330"/>
                    <a:pt x="5750" y="6344"/>
                    <a:pt x="5891" y="6344"/>
                  </a:cubicBezTo>
                  <a:cubicBezTo>
                    <a:pt x="6359" y="6344"/>
                    <a:pt x="6765" y="6189"/>
                    <a:pt x="7152" y="5923"/>
                  </a:cubicBezTo>
                  <a:close/>
                  <a:moveTo>
                    <a:pt x="7877" y="5923"/>
                  </a:moveTo>
                  <a:cubicBezTo>
                    <a:pt x="8242" y="6166"/>
                    <a:pt x="8644" y="6353"/>
                    <a:pt x="9128" y="6353"/>
                  </a:cubicBezTo>
                  <a:cubicBezTo>
                    <a:pt x="9271" y="6353"/>
                    <a:pt x="9420" y="6337"/>
                    <a:pt x="9578" y="6301"/>
                  </a:cubicBezTo>
                  <a:lnTo>
                    <a:pt x="9578" y="8160"/>
                  </a:lnTo>
                  <a:cubicBezTo>
                    <a:pt x="9547" y="9357"/>
                    <a:pt x="8885" y="10365"/>
                    <a:pt x="7877" y="10838"/>
                  </a:cubicBezTo>
                  <a:lnTo>
                    <a:pt x="7877" y="5923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40"/>
                  </a:cubicBezTo>
                  <a:lnTo>
                    <a:pt x="1" y="8601"/>
                  </a:lnTo>
                  <a:cubicBezTo>
                    <a:pt x="1" y="9136"/>
                    <a:pt x="473" y="9609"/>
                    <a:pt x="1009" y="9609"/>
                  </a:cubicBezTo>
                  <a:lnTo>
                    <a:pt x="5073" y="9609"/>
                  </a:lnTo>
                  <a:cubicBezTo>
                    <a:pt x="5199" y="9893"/>
                    <a:pt x="5357" y="10145"/>
                    <a:pt x="5514" y="10365"/>
                  </a:cubicBezTo>
                  <a:cubicBezTo>
                    <a:pt x="5987" y="10995"/>
                    <a:pt x="6617" y="11436"/>
                    <a:pt x="7404" y="11657"/>
                  </a:cubicBezTo>
                  <a:cubicBezTo>
                    <a:pt x="7446" y="11657"/>
                    <a:pt x="7488" y="11685"/>
                    <a:pt x="7530" y="11685"/>
                  </a:cubicBezTo>
                  <a:cubicBezTo>
                    <a:pt x="7551" y="11685"/>
                    <a:pt x="7572" y="11678"/>
                    <a:pt x="7593" y="11657"/>
                  </a:cubicBezTo>
                  <a:cubicBezTo>
                    <a:pt x="8350" y="11436"/>
                    <a:pt x="9011" y="10995"/>
                    <a:pt x="9484" y="10365"/>
                  </a:cubicBezTo>
                  <a:cubicBezTo>
                    <a:pt x="9641" y="10145"/>
                    <a:pt x="9799" y="9893"/>
                    <a:pt x="9925" y="9609"/>
                  </a:cubicBezTo>
                  <a:lnTo>
                    <a:pt x="10618" y="9609"/>
                  </a:lnTo>
                  <a:cubicBezTo>
                    <a:pt x="11185" y="9609"/>
                    <a:pt x="11658" y="9136"/>
                    <a:pt x="11658" y="8601"/>
                  </a:cubicBezTo>
                  <a:lnTo>
                    <a:pt x="11658" y="1040"/>
                  </a:lnTo>
                  <a:cubicBezTo>
                    <a:pt x="11658" y="473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94949"/>
                </a:solidFill>
              </a:endParaRPr>
            </a:p>
          </p:txBody>
        </p:sp>
        <p:sp>
          <p:nvSpPr>
            <p:cNvPr id="2172" name="Google Shape;2172;p36"/>
            <p:cNvSpPr/>
            <p:nvPr/>
          </p:nvSpPr>
          <p:spPr>
            <a:xfrm>
              <a:off x="-3104575" y="2442800"/>
              <a:ext cx="18150" cy="17350"/>
            </a:xfrm>
            <a:custGeom>
              <a:rect b="b" l="l" r="r" t="t"/>
              <a:pathLst>
                <a:path extrusionOk="0" h="694" w="726">
                  <a:moveTo>
                    <a:pt x="348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8" y="694"/>
                  </a:cubicBezTo>
                  <a:cubicBezTo>
                    <a:pt x="568" y="694"/>
                    <a:pt x="726" y="536"/>
                    <a:pt x="726" y="347"/>
                  </a:cubicBezTo>
                  <a:cubicBezTo>
                    <a:pt x="726" y="158"/>
                    <a:pt x="568" y="1"/>
                    <a:pt x="34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94949"/>
                </a:solidFill>
              </a:endParaRPr>
            </a:p>
          </p:txBody>
        </p:sp>
        <p:sp>
          <p:nvSpPr>
            <p:cNvPr id="2173" name="Google Shape;2173;p36"/>
            <p:cNvSpPr/>
            <p:nvPr/>
          </p:nvSpPr>
          <p:spPr>
            <a:xfrm>
              <a:off x="-3069900" y="2442800"/>
              <a:ext cx="17350" cy="17350"/>
            </a:xfrm>
            <a:custGeom>
              <a:rect b="b" l="l" r="r" t="t"/>
              <a:pathLst>
                <a:path extrusionOk="0" h="694" w="694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94949"/>
                </a:solidFill>
              </a:endParaRPr>
            </a:p>
          </p:txBody>
        </p:sp>
        <p:sp>
          <p:nvSpPr>
            <p:cNvPr id="2174" name="Google Shape;2174;p36"/>
            <p:cNvSpPr/>
            <p:nvPr/>
          </p:nvSpPr>
          <p:spPr>
            <a:xfrm>
              <a:off x="-3035250" y="2442800"/>
              <a:ext cx="17350" cy="17350"/>
            </a:xfrm>
            <a:custGeom>
              <a:rect b="b" l="l" r="r" t="t"/>
              <a:pathLst>
                <a:path extrusionOk="0" h="694" w="694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94949"/>
                </a:solidFill>
              </a:endParaRPr>
            </a:p>
          </p:txBody>
        </p:sp>
        <p:sp>
          <p:nvSpPr>
            <p:cNvPr id="2175" name="Google Shape;2175;p36"/>
            <p:cNvSpPr/>
            <p:nvPr/>
          </p:nvSpPr>
          <p:spPr>
            <a:xfrm>
              <a:off x="-3002175" y="2442800"/>
              <a:ext cx="120525" cy="17350"/>
            </a:xfrm>
            <a:custGeom>
              <a:rect b="b" l="l" r="r" t="t"/>
              <a:pathLst>
                <a:path extrusionOk="0" h="694" w="4821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32" y="536"/>
                    <a:pt x="190" y="694"/>
                    <a:pt x="347" y="694"/>
                  </a:cubicBezTo>
                  <a:lnTo>
                    <a:pt x="4443" y="694"/>
                  </a:lnTo>
                  <a:cubicBezTo>
                    <a:pt x="4663" y="694"/>
                    <a:pt x="4821" y="536"/>
                    <a:pt x="4821" y="347"/>
                  </a:cubicBezTo>
                  <a:cubicBezTo>
                    <a:pt x="4821" y="158"/>
                    <a:pt x="4663" y="1"/>
                    <a:pt x="444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94949"/>
                </a:solidFill>
              </a:endParaRPr>
            </a:p>
          </p:txBody>
        </p:sp>
      </p:grpSp>
      <p:grpSp>
        <p:nvGrpSpPr>
          <p:cNvPr id="2176" name="Google Shape;2176;p36"/>
          <p:cNvGrpSpPr/>
          <p:nvPr/>
        </p:nvGrpSpPr>
        <p:grpSpPr>
          <a:xfrm>
            <a:off x="7291729" y="1450982"/>
            <a:ext cx="359154" cy="359154"/>
            <a:chOff x="-46772025" y="2701925"/>
            <a:chExt cx="300900" cy="300900"/>
          </a:xfrm>
        </p:grpSpPr>
        <p:sp>
          <p:nvSpPr>
            <p:cNvPr id="2177" name="Google Shape;2177;p36"/>
            <p:cNvSpPr/>
            <p:nvPr/>
          </p:nvSpPr>
          <p:spPr>
            <a:xfrm>
              <a:off x="-46647575" y="2826375"/>
              <a:ext cx="53575" cy="53575"/>
            </a:xfrm>
            <a:custGeom>
              <a:rect b="b" l="l" r="r" t="t"/>
              <a:pathLst>
                <a:path extrusionOk="0" h="2143" w="2143">
                  <a:moveTo>
                    <a:pt x="1072" y="694"/>
                  </a:moveTo>
                  <a:cubicBezTo>
                    <a:pt x="1261" y="694"/>
                    <a:pt x="1418" y="851"/>
                    <a:pt x="1418" y="1040"/>
                  </a:cubicBezTo>
                  <a:cubicBezTo>
                    <a:pt x="1418" y="1229"/>
                    <a:pt x="1261" y="1387"/>
                    <a:pt x="1072" y="1387"/>
                  </a:cubicBezTo>
                  <a:cubicBezTo>
                    <a:pt x="883" y="1387"/>
                    <a:pt x="725" y="1229"/>
                    <a:pt x="725" y="1040"/>
                  </a:cubicBezTo>
                  <a:cubicBezTo>
                    <a:pt x="725" y="851"/>
                    <a:pt x="883" y="694"/>
                    <a:pt x="1072" y="694"/>
                  </a:cubicBez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670" y="2143"/>
                    <a:pt x="2143" y="1670"/>
                    <a:pt x="2143" y="1072"/>
                  </a:cubicBezTo>
                  <a:cubicBezTo>
                    <a:pt x="2112" y="473"/>
                    <a:pt x="1639" y="1"/>
                    <a:pt x="1072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8" name="Google Shape;2178;p36"/>
            <p:cNvSpPr/>
            <p:nvPr/>
          </p:nvSpPr>
          <p:spPr>
            <a:xfrm>
              <a:off x="-46772025" y="2701925"/>
              <a:ext cx="300900" cy="300900"/>
            </a:xfrm>
            <a:custGeom>
              <a:rect b="b" l="l" r="r" t="t"/>
              <a:pathLst>
                <a:path extrusionOk="0" h="12036" w="12036">
                  <a:moveTo>
                    <a:pt x="6365" y="1482"/>
                  </a:moveTo>
                  <a:cubicBezTo>
                    <a:pt x="8602" y="1639"/>
                    <a:pt x="10429" y="3466"/>
                    <a:pt x="10587" y="5672"/>
                  </a:cubicBezTo>
                  <a:lnTo>
                    <a:pt x="9862" y="5672"/>
                  </a:lnTo>
                  <a:cubicBezTo>
                    <a:pt x="9704" y="3813"/>
                    <a:pt x="8224" y="2301"/>
                    <a:pt x="6365" y="2143"/>
                  </a:cubicBezTo>
                  <a:lnTo>
                    <a:pt x="6365" y="1482"/>
                  </a:lnTo>
                  <a:close/>
                  <a:moveTo>
                    <a:pt x="5703" y="1482"/>
                  </a:moveTo>
                  <a:lnTo>
                    <a:pt x="5703" y="2206"/>
                  </a:lnTo>
                  <a:cubicBezTo>
                    <a:pt x="3845" y="2364"/>
                    <a:pt x="2364" y="3844"/>
                    <a:pt x="2206" y="5703"/>
                  </a:cubicBezTo>
                  <a:lnTo>
                    <a:pt x="1482" y="5703"/>
                  </a:lnTo>
                  <a:cubicBezTo>
                    <a:pt x="1639" y="3466"/>
                    <a:pt x="3466" y="1639"/>
                    <a:pt x="5703" y="1482"/>
                  </a:cubicBezTo>
                  <a:close/>
                  <a:moveTo>
                    <a:pt x="6365" y="2868"/>
                  </a:moveTo>
                  <a:cubicBezTo>
                    <a:pt x="7814" y="3025"/>
                    <a:pt x="9011" y="4191"/>
                    <a:pt x="9169" y="5672"/>
                  </a:cubicBezTo>
                  <a:lnTo>
                    <a:pt x="8854" y="5672"/>
                  </a:lnTo>
                  <a:cubicBezTo>
                    <a:pt x="8665" y="5672"/>
                    <a:pt x="8507" y="5829"/>
                    <a:pt x="8507" y="6018"/>
                  </a:cubicBezTo>
                  <a:cubicBezTo>
                    <a:pt x="8507" y="6207"/>
                    <a:pt x="8665" y="6365"/>
                    <a:pt x="8854" y="6365"/>
                  </a:cubicBezTo>
                  <a:lnTo>
                    <a:pt x="9169" y="6365"/>
                  </a:lnTo>
                  <a:cubicBezTo>
                    <a:pt x="9011" y="7814"/>
                    <a:pt x="7846" y="9011"/>
                    <a:pt x="6365" y="9169"/>
                  </a:cubicBezTo>
                  <a:lnTo>
                    <a:pt x="6365" y="8854"/>
                  </a:lnTo>
                  <a:cubicBezTo>
                    <a:pt x="6365" y="8665"/>
                    <a:pt x="6207" y="8507"/>
                    <a:pt x="6018" y="8507"/>
                  </a:cubicBezTo>
                  <a:cubicBezTo>
                    <a:pt x="5829" y="8507"/>
                    <a:pt x="5672" y="8665"/>
                    <a:pt x="5672" y="8854"/>
                  </a:cubicBezTo>
                  <a:lnTo>
                    <a:pt x="5672" y="9169"/>
                  </a:lnTo>
                  <a:cubicBezTo>
                    <a:pt x="4223" y="9011"/>
                    <a:pt x="3025" y="7814"/>
                    <a:pt x="2868" y="6365"/>
                  </a:cubicBezTo>
                  <a:lnTo>
                    <a:pt x="3183" y="6365"/>
                  </a:lnTo>
                  <a:cubicBezTo>
                    <a:pt x="3372" y="6365"/>
                    <a:pt x="3529" y="6207"/>
                    <a:pt x="3529" y="6018"/>
                  </a:cubicBezTo>
                  <a:cubicBezTo>
                    <a:pt x="3529" y="5829"/>
                    <a:pt x="3372" y="5672"/>
                    <a:pt x="3183" y="5672"/>
                  </a:cubicBezTo>
                  <a:lnTo>
                    <a:pt x="2868" y="5672"/>
                  </a:lnTo>
                  <a:cubicBezTo>
                    <a:pt x="3025" y="4191"/>
                    <a:pt x="4191" y="3025"/>
                    <a:pt x="5672" y="2868"/>
                  </a:cubicBezTo>
                  <a:lnTo>
                    <a:pt x="5672" y="3183"/>
                  </a:lnTo>
                  <a:cubicBezTo>
                    <a:pt x="5672" y="3372"/>
                    <a:pt x="5829" y="3529"/>
                    <a:pt x="6018" y="3529"/>
                  </a:cubicBezTo>
                  <a:cubicBezTo>
                    <a:pt x="6207" y="3529"/>
                    <a:pt x="6365" y="3372"/>
                    <a:pt x="6365" y="3183"/>
                  </a:cubicBezTo>
                  <a:lnTo>
                    <a:pt x="6365" y="2868"/>
                  </a:lnTo>
                  <a:close/>
                  <a:moveTo>
                    <a:pt x="2206" y="6365"/>
                  </a:moveTo>
                  <a:cubicBezTo>
                    <a:pt x="2364" y="8224"/>
                    <a:pt x="3845" y="9704"/>
                    <a:pt x="5703" y="9862"/>
                  </a:cubicBezTo>
                  <a:lnTo>
                    <a:pt x="5703" y="10586"/>
                  </a:lnTo>
                  <a:cubicBezTo>
                    <a:pt x="3466" y="10429"/>
                    <a:pt x="1639" y="8602"/>
                    <a:pt x="1482" y="6365"/>
                  </a:cubicBezTo>
                  <a:close/>
                  <a:moveTo>
                    <a:pt x="10618" y="6365"/>
                  </a:moveTo>
                  <a:cubicBezTo>
                    <a:pt x="10429" y="8602"/>
                    <a:pt x="8602" y="10429"/>
                    <a:pt x="6396" y="10586"/>
                  </a:cubicBezTo>
                  <a:lnTo>
                    <a:pt x="6396" y="9862"/>
                  </a:lnTo>
                  <a:cubicBezTo>
                    <a:pt x="8255" y="9704"/>
                    <a:pt x="9767" y="8224"/>
                    <a:pt x="9925" y="6365"/>
                  </a:cubicBezTo>
                  <a:close/>
                  <a:moveTo>
                    <a:pt x="6018" y="1"/>
                  </a:moveTo>
                  <a:cubicBezTo>
                    <a:pt x="5829" y="1"/>
                    <a:pt x="5672" y="158"/>
                    <a:pt x="5672" y="347"/>
                  </a:cubicBezTo>
                  <a:lnTo>
                    <a:pt x="5672" y="725"/>
                  </a:lnTo>
                  <a:cubicBezTo>
                    <a:pt x="4412" y="820"/>
                    <a:pt x="3183" y="1356"/>
                    <a:pt x="2269" y="2269"/>
                  </a:cubicBezTo>
                  <a:cubicBezTo>
                    <a:pt x="1387" y="3183"/>
                    <a:pt x="820" y="4348"/>
                    <a:pt x="757" y="5672"/>
                  </a:cubicBez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07"/>
                    <a:pt x="158" y="6365"/>
                    <a:pt x="347" y="6365"/>
                  </a:cubicBezTo>
                  <a:lnTo>
                    <a:pt x="757" y="6365"/>
                  </a:lnTo>
                  <a:cubicBezTo>
                    <a:pt x="820" y="7625"/>
                    <a:pt x="1387" y="8854"/>
                    <a:pt x="2269" y="9767"/>
                  </a:cubicBezTo>
                  <a:cubicBezTo>
                    <a:pt x="3183" y="10649"/>
                    <a:pt x="4380" y="11217"/>
                    <a:pt x="5672" y="11280"/>
                  </a:cubicBezTo>
                  <a:lnTo>
                    <a:pt x="5672" y="11689"/>
                  </a:lnTo>
                  <a:cubicBezTo>
                    <a:pt x="5672" y="11878"/>
                    <a:pt x="5829" y="12036"/>
                    <a:pt x="6018" y="12036"/>
                  </a:cubicBezTo>
                  <a:cubicBezTo>
                    <a:pt x="6207" y="12036"/>
                    <a:pt x="6365" y="11878"/>
                    <a:pt x="6365" y="11689"/>
                  </a:cubicBezTo>
                  <a:lnTo>
                    <a:pt x="6365" y="11280"/>
                  </a:lnTo>
                  <a:cubicBezTo>
                    <a:pt x="7625" y="11217"/>
                    <a:pt x="8854" y="10649"/>
                    <a:pt x="9767" y="9767"/>
                  </a:cubicBezTo>
                  <a:cubicBezTo>
                    <a:pt x="10681" y="8854"/>
                    <a:pt x="11217" y="7656"/>
                    <a:pt x="11280" y="6365"/>
                  </a:cubicBezTo>
                  <a:lnTo>
                    <a:pt x="11689" y="6365"/>
                  </a:lnTo>
                  <a:cubicBezTo>
                    <a:pt x="11878" y="6365"/>
                    <a:pt x="12036" y="6207"/>
                    <a:pt x="12036" y="6018"/>
                  </a:cubicBezTo>
                  <a:cubicBezTo>
                    <a:pt x="12036" y="5829"/>
                    <a:pt x="11878" y="5672"/>
                    <a:pt x="11689" y="5672"/>
                  </a:cubicBezTo>
                  <a:lnTo>
                    <a:pt x="11280" y="5672"/>
                  </a:lnTo>
                  <a:cubicBezTo>
                    <a:pt x="11217" y="4411"/>
                    <a:pt x="10650" y="3183"/>
                    <a:pt x="9767" y="2269"/>
                  </a:cubicBezTo>
                  <a:cubicBezTo>
                    <a:pt x="8854" y="1356"/>
                    <a:pt x="7688" y="820"/>
                    <a:pt x="6365" y="725"/>
                  </a:cubicBez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79" name="Google Shape;2179;p36"/>
          <p:cNvGrpSpPr/>
          <p:nvPr/>
        </p:nvGrpSpPr>
        <p:grpSpPr>
          <a:xfrm>
            <a:off x="1659893" y="1446853"/>
            <a:ext cx="375378" cy="367397"/>
            <a:chOff x="-63669700" y="2646600"/>
            <a:chExt cx="324525" cy="317625"/>
          </a:xfrm>
        </p:grpSpPr>
        <p:sp>
          <p:nvSpPr>
            <p:cNvPr id="2180" name="Google Shape;2180;p36"/>
            <p:cNvSpPr/>
            <p:nvPr/>
          </p:nvSpPr>
          <p:spPr>
            <a:xfrm>
              <a:off x="-63669700" y="2646600"/>
              <a:ext cx="324525" cy="317550"/>
            </a:xfrm>
            <a:custGeom>
              <a:rect b="b" l="l" r="r" t="t"/>
              <a:pathLst>
                <a:path extrusionOk="0" h="12702" w="12981">
                  <a:moveTo>
                    <a:pt x="6947" y="867"/>
                  </a:moveTo>
                  <a:cubicBezTo>
                    <a:pt x="7058" y="867"/>
                    <a:pt x="7168" y="906"/>
                    <a:pt x="7247" y="985"/>
                  </a:cubicBezTo>
                  <a:cubicBezTo>
                    <a:pt x="7404" y="1143"/>
                    <a:pt x="7404" y="1426"/>
                    <a:pt x="7247" y="1584"/>
                  </a:cubicBezTo>
                  <a:lnTo>
                    <a:pt x="5199" y="3632"/>
                  </a:lnTo>
                  <a:cubicBezTo>
                    <a:pt x="5120" y="3710"/>
                    <a:pt x="5010" y="3750"/>
                    <a:pt x="4900" y="3750"/>
                  </a:cubicBezTo>
                  <a:cubicBezTo>
                    <a:pt x="4789" y="3750"/>
                    <a:pt x="4679" y="3710"/>
                    <a:pt x="4600" y="3632"/>
                  </a:cubicBezTo>
                  <a:cubicBezTo>
                    <a:pt x="4443" y="3474"/>
                    <a:pt x="4443" y="3190"/>
                    <a:pt x="4600" y="3033"/>
                  </a:cubicBezTo>
                  <a:lnTo>
                    <a:pt x="6648" y="985"/>
                  </a:lnTo>
                  <a:cubicBezTo>
                    <a:pt x="6727" y="906"/>
                    <a:pt x="6837" y="867"/>
                    <a:pt x="6947" y="867"/>
                  </a:cubicBezTo>
                  <a:close/>
                  <a:moveTo>
                    <a:pt x="7530" y="2434"/>
                  </a:moveTo>
                  <a:lnTo>
                    <a:pt x="10429" y="5364"/>
                  </a:lnTo>
                  <a:lnTo>
                    <a:pt x="8979" y="6814"/>
                  </a:lnTo>
                  <a:lnTo>
                    <a:pt x="6050" y="3884"/>
                  </a:lnTo>
                  <a:lnTo>
                    <a:pt x="7530" y="2434"/>
                  </a:lnTo>
                  <a:close/>
                  <a:moveTo>
                    <a:pt x="6648" y="5679"/>
                  </a:moveTo>
                  <a:lnTo>
                    <a:pt x="7247" y="6246"/>
                  </a:lnTo>
                  <a:lnTo>
                    <a:pt x="5482" y="8042"/>
                  </a:lnTo>
                  <a:lnTo>
                    <a:pt x="4884" y="7444"/>
                  </a:lnTo>
                  <a:lnTo>
                    <a:pt x="6648" y="5679"/>
                  </a:lnTo>
                  <a:close/>
                  <a:moveTo>
                    <a:pt x="11642" y="5561"/>
                  </a:moveTo>
                  <a:cubicBezTo>
                    <a:pt x="11752" y="5561"/>
                    <a:pt x="11862" y="5601"/>
                    <a:pt x="11941" y="5679"/>
                  </a:cubicBezTo>
                  <a:cubicBezTo>
                    <a:pt x="12098" y="5837"/>
                    <a:pt x="12098" y="6089"/>
                    <a:pt x="11941" y="6246"/>
                  </a:cubicBezTo>
                  <a:lnTo>
                    <a:pt x="9893" y="8294"/>
                  </a:lnTo>
                  <a:cubicBezTo>
                    <a:pt x="9814" y="8373"/>
                    <a:pt x="9704" y="8412"/>
                    <a:pt x="9594" y="8412"/>
                  </a:cubicBezTo>
                  <a:cubicBezTo>
                    <a:pt x="9484" y="8412"/>
                    <a:pt x="9373" y="8373"/>
                    <a:pt x="9295" y="8294"/>
                  </a:cubicBezTo>
                  <a:cubicBezTo>
                    <a:pt x="9137" y="8137"/>
                    <a:pt x="9137" y="7885"/>
                    <a:pt x="9295" y="7727"/>
                  </a:cubicBezTo>
                  <a:lnTo>
                    <a:pt x="11342" y="5679"/>
                  </a:lnTo>
                  <a:cubicBezTo>
                    <a:pt x="11421" y="5601"/>
                    <a:pt x="11531" y="5561"/>
                    <a:pt x="11642" y="5561"/>
                  </a:cubicBezTo>
                  <a:close/>
                  <a:moveTo>
                    <a:pt x="4065" y="7664"/>
                  </a:moveTo>
                  <a:lnTo>
                    <a:pt x="5230" y="8861"/>
                  </a:lnTo>
                  <a:lnTo>
                    <a:pt x="2426" y="11665"/>
                  </a:lnTo>
                  <a:cubicBezTo>
                    <a:pt x="2269" y="11823"/>
                    <a:pt x="2064" y="11902"/>
                    <a:pt x="1855" y="11902"/>
                  </a:cubicBezTo>
                  <a:cubicBezTo>
                    <a:pt x="1647" y="11902"/>
                    <a:pt x="1434" y="11823"/>
                    <a:pt x="1261" y="11665"/>
                  </a:cubicBezTo>
                  <a:cubicBezTo>
                    <a:pt x="914" y="11350"/>
                    <a:pt x="914" y="10783"/>
                    <a:pt x="1261" y="10468"/>
                  </a:cubicBezTo>
                  <a:lnTo>
                    <a:pt x="4065" y="7664"/>
                  </a:lnTo>
                  <a:close/>
                  <a:moveTo>
                    <a:pt x="6971" y="1"/>
                  </a:moveTo>
                  <a:cubicBezTo>
                    <a:pt x="6648" y="1"/>
                    <a:pt x="6317" y="119"/>
                    <a:pt x="6050" y="355"/>
                  </a:cubicBezTo>
                  <a:lnTo>
                    <a:pt x="4002" y="2403"/>
                  </a:lnTo>
                  <a:cubicBezTo>
                    <a:pt x="3529" y="2875"/>
                    <a:pt x="3529" y="3663"/>
                    <a:pt x="4002" y="4167"/>
                  </a:cubicBezTo>
                  <a:cubicBezTo>
                    <a:pt x="4258" y="4424"/>
                    <a:pt x="4564" y="4544"/>
                    <a:pt x="4874" y="4544"/>
                  </a:cubicBezTo>
                  <a:cubicBezTo>
                    <a:pt x="5058" y="4544"/>
                    <a:pt x="5243" y="4501"/>
                    <a:pt x="5419" y="4419"/>
                  </a:cubicBezTo>
                  <a:lnTo>
                    <a:pt x="6081" y="5018"/>
                  </a:lnTo>
                  <a:lnTo>
                    <a:pt x="4285" y="6814"/>
                  </a:lnTo>
                  <a:cubicBezTo>
                    <a:pt x="4206" y="6735"/>
                    <a:pt x="4096" y="6695"/>
                    <a:pt x="3990" y="6695"/>
                  </a:cubicBezTo>
                  <a:cubicBezTo>
                    <a:pt x="3884" y="6695"/>
                    <a:pt x="3781" y="6735"/>
                    <a:pt x="3718" y="6814"/>
                  </a:cubicBezTo>
                  <a:lnTo>
                    <a:pt x="631" y="9869"/>
                  </a:lnTo>
                  <a:cubicBezTo>
                    <a:pt x="1" y="10500"/>
                    <a:pt x="1" y="11571"/>
                    <a:pt x="631" y="12201"/>
                  </a:cubicBezTo>
                  <a:cubicBezTo>
                    <a:pt x="965" y="12536"/>
                    <a:pt x="1405" y="12701"/>
                    <a:pt x="1840" y="12701"/>
                  </a:cubicBezTo>
                  <a:cubicBezTo>
                    <a:pt x="2264" y="12701"/>
                    <a:pt x="2682" y="12544"/>
                    <a:pt x="2994" y="12232"/>
                  </a:cubicBezTo>
                  <a:lnTo>
                    <a:pt x="6050" y="9176"/>
                  </a:lnTo>
                  <a:cubicBezTo>
                    <a:pt x="6207" y="9019"/>
                    <a:pt x="6207" y="8735"/>
                    <a:pt x="6050" y="8578"/>
                  </a:cubicBezTo>
                  <a:lnTo>
                    <a:pt x="7845" y="6814"/>
                  </a:lnTo>
                  <a:lnTo>
                    <a:pt x="8475" y="7444"/>
                  </a:lnTo>
                  <a:cubicBezTo>
                    <a:pt x="8255" y="7853"/>
                    <a:pt x="8318" y="8452"/>
                    <a:pt x="8696" y="8861"/>
                  </a:cubicBezTo>
                  <a:cubicBezTo>
                    <a:pt x="8932" y="9098"/>
                    <a:pt x="9247" y="9216"/>
                    <a:pt x="9566" y="9216"/>
                  </a:cubicBezTo>
                  <a:cubicBezTo>
                    <a:pt x="9885" y="9216"/>
                    <a:pt x="10208" y="9098"/>
                    <a:pt x="10460" y="8861"/>
                  </a:cubicBezTo>
                  <a:lnTo>
                    <a:pt x="12508" y="6814"/>
                  </a:lnTo>
                  <a:cubicBezTo>
                    <a:pt x="12981" y="6341"/>
                    <a:pt x="12981" y="5553"/>
                    <a:pt x="12508" y="5018"/>
                  </a:cubicBezTo>
                  <a:cubicBezTo>
                    <a:pt x="12274" y="4784"/>
                    <a:pt x="11979" y="4670"/>
                    <a:pt x="11669" y="4670"/>
                  </a:cubicBezTo>
                  <a:cubicBezTo>
                    <a:pt x="11479" y="4670"/>
                    <a:pt x="11282" y="4713"/>
                    <a:pt x="11090" y="4797"/>
                  </a:cubicBezTo>
                  <a:lnTo>
                    <a:pt x="8066" y="1773"/>
                  </a:lnTo>
                  <a:cubicBezTo>
                    <a:pt x="8255" y="1332"/>
                    <a:pt x="8223" y="733"/>
                    <a:pt x="7845" y="355"/>
                  </a:cubicBezTo>
                  <a:cubicBezTo>
                    <a:pt x="7609" y="119"/>
                    <a:pt x="7294" y="1"/>
                    <a:pt x="6971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1" name="Google Shape;2181;p36"/>
            <p:cNvSpPr/>
            <p:nvPr/>
          </p:nvSpPr>
          <p:spPr>
            <a:xfrm>
              <a:off x="-63532650" y="2901200"/>
              <a:ext cx="185900" cy="63025"/>
            </a:xfrm>
            <a:custGeom>
              <a:rect b="b" l="l" r="r" t="t"/>
              <a:pathLst>
                <a:path extrusionOk="0" h="2521" w="7436">
                  <a:moveTo>
                    <a:pt x="5356" y="851"/>
                  </a:moveTo>
                  <a:cubicBezTo>
                    <a:pt x="5577" y="851"/>
                    <a:pt x="5734" y="1040"/>
                    <a:pt x="5734" y="1261"/>
                  </a:cubicBezTo>
                  <a:lnTo>
                    <a:pt x="5734" y="1702"/>
                  </a:lnTo>
                  <a:lnTo>
                    <a:pt x="1607" y="1702"/>
                  </a:lnTo>
                  <a:lnTo>
                    <a:pt x="1607" y="1261"/>
                  </a:lnTo>
                  <a:cubicBezTo>
                    <a:pt x="1607" y="1040"/>
                    <a:pt x="1796" y="851"/>
                    <a:pt x="2048" y="851"/>
                  </a:cubicBezTo>
                  <a:close/>
                  <a:moveTo>
                    <a:pt x="2048" y="1"/>
                  </a:moveTo>
                  <a:cubicBezTo>
                    <a:pt x="1355" y="1"/>
                    <a:pt x="788" y="568"/>
                    <a:pt x="788" y="1261"/>
                  </a:cubicBezTo>
                  <a:lnTo>
                    <a:pt x="788" y="1702"/>
                  </a:lnTo>
                  <a:lnTo>
                    <a:pt x="378" y="1702"/>
                  </a:lnTo>
                  <a:cubicBezTo>
                    <a:pt x="158" y="1702"/>
                    <a:pt x="0" y="1891"/>
                    <a:pt x="0" y="2111"/>
                  </a:cubicBezTo>
                  <a:cubicBezTo>
                    <a:pt x="0" y="2332"/>
                    <a:pt x="189" y="2521"/>
                    <a:pt x="378" y="2521"/>
                  </a:cubicBezTo>
                  <a:lnTo>
                    <a:pt x="6995" y="2521"/>
                  </a:lnTo>
                  <a:cubicBezTo>
                    <a:pt x="7247" y="2521"/>
                    <a:pt x="7436" y="2332"/>
                    <a:pt x="7436" y="2111"/>
                  </a:cubicBezTo>
                  <a:cubicBezTo>
                    <a:pt x="7404" y="1891"/>
                    <a:pt x="7184" y="1702"/>
                    <a:pt x="6963" y="1702"/>
                  </a:cubicBezTo>
                  <a:lnTo>
                    <a:pt x="6553" y="1702"/>
                  </a:lnTo>
                  <a:lnTo>
                    <a:pt x="6553" y="1261"/>
                  </a:lnTo>
                  <a:cubicBezTo>
                    <a:pt x="6553" y="599"/>
                    <a:pt x="6018" y="1"/>
                    <a:pt x="5356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82" name="Google Shape;2182;p36"/>
          <p:cNvGrpSpPr/>
          <p:nvPr/>
        </p:nvGrpSpPr>
        <p:grpSpPr>
          <a:xfrm>
            <a:off x="7383794" y="3700803"/>
            <a:ext cx="175013" cy="27000"/>
            <a:chOff x="5662375" y="212375"/>
            <a:chExt cx="175013" cy="27000"/>
          </a:xfrm>
        </p:grpSpPr>
        <p:sp>
          <p:nvSpPr>
            <p:cNvPr id="2183" name="Google Shape;2183;p36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49494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95959"/>
                </a:solidFill>
              </a:endParaRPr>
            </a:p>
          </p:txBody>
        </p:sp>
        <p:sp>
          <p:nvSpPr>
            <p:cNvPr id="2184" name="Google Shape;2184;p36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49494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95959"/>
                </a:solidFill>
              </a:endParaRPr>
            </a:p>
          </p:txBody>
        </p:sp>
        <p:sp>
          <p:nvSpPr>
            <p:cNvPr id="2185" name="Google Shape;2185;p36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49494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95959"/>
                </a:solidFill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9" name="Shape 2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Google Shape;2190;p37"/>
          <p:cNvSpPr txBox="1"/>
          <p:nvPr>
            <p:ph type="title"/>
          </p:nvPr>
        </p:nvSpPr>
        <p:spPr>
          <a:xfrm>
            <a:off x="723750" y="338323"/>
            <a:ext cx="7696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if a deadline is missed?</a:t>
            </a:r>
            <a:endParaRPr/>
          </a:p>
        </p:txBody>
      </p:sp>
      <p:sp>
        <p:nvSpPr>
          <p:cNvPr id="2191" name="Google Shape;2191;p37"/>
          <p:cNvSpPr txBox="1"/>
          <p:nvPr/>
        </p:nvSpPr>
        <p:spPr>
          <a:xfrm>
            <a:off x="132562" y="1650742"/>
            <a:ext cx="3218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rPr>
              <a:t>The Problem</a:t>
            </a:r>
            <a:endParaRPr sz="1800">
              <a:solidFill>
                <a:schemeClr val="accent1"/>
              </a:solidFill>
              <a:latin typeface="Barlow Semi Condensed Medium"/>
              <a:ea typeface="Barlow Semi Condensed Medium"/>
              <a:cs typeface="Barlow Semi Condensed Medium"/>
              <a:sym typeface="Barlow Semi Condensed Medium"/>
            </a:endParaRPr>
          </a:p>
        </p:txBody>
      </p:sp>
      <p:sp>
        <p:nvSpPr>
          <p:cNvPr id="2192" name="Google Shape;2192;p37"/>
          <p:cNvSpPr txBox="1"/>
          <p:nvPr/>
        </p:nvSpPr>
        <p:spPr>
          <a:xfrm>
            <a:off x="6151148" y="1650742"/>
            <a:ext cx="27522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rPr>
              <a:t>The Solution</a:t>
            </a:r>
            <a:endParaRPr sz="1800">
              <a:solidFill>
                <a:schemeClr val="accent1"/>
              </a:solidFill>
              <a:latin typeface="Barlow Semi Condensed Medium"/>
              <a:ea typeface="Barlow Semi Condensed Medium"/>
              <a:cs typeface="Barlow Semi Condensed Medium"/>
              <a:sym typeface="Barlow Semi Condensed Medium"/>
            </a:endParaRPr>
          </a:p>
        </p:txBody>
      </p:sp>
      <p:sp>
        <p:nvSpPr>
          <p:cNvPr id="2193" name="Google Shape;2193;p37"/>
          <p:cNvSpPr txBox="1"/>
          <p:nvPr/>
        </p:nvSpPr>
        <p:spPr>
          <a:xfrm>
            <a:off x="133450" y="2246638"/>
            <a:ext cx="32169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If a task is delayed by seconds, </a:t>
            </a:r>
            <a:endParaRPr sz="1500">
              <a:solidFill>
                <a:schemeClr val="dk2"/>
              </a:solidFill>
              <a:latin typeface="Barlow Semi Condensed"/>
              <a:ea typeface="Barlow Semi Condensed"/>
              <a:cs typeface="Barlow Semi Condensed"/>
              <a:sym typeface="Barlow Semi Condense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its next activation is in the past.</a:t>
            </a:r>
            <a:endParaRPr sz="1500">
              <a:solidFill>
                <a:schemeClr val="dk2"/>
              </a:solidFill>
              <a:latin typeface="Barlow Semi Condensed"/>
              <a:ea typeface="Barlow Semi Condensed"/>
              <a:cs typeface="Barlow Semi Condensed"/>
              <a:sym typeface="Barlow Semi Condensed"/>
            </a:endParaRPr>
          </a:p>
        </p:txBody>
      </p:sp>
      <p:sp>
        <p:nvSpPr>
          <p:cNvPr id="2194" name="Google Shape;2194;p37"/>
          <p:cNvSpPr/>
          <p:nvPr/>
        </p:nvSpPr>
        <p:spPr>
          <a:xfrm rot="5400000">
            <a:off x="1656018" y="3078900"/>
            <a:ext cx="171771" cy="129198"/>
          </a:xfrm>
          <a:custGeom>
            <a:rect b="b" l="l" r="r" t="t"/>
            <a:pathLst>
              <a:path extrusionOk="0" h="2122" w="2821">
                <a:moveTo>
                  <a:pt x="1761" y="1"/>
                </a:moveTo>
                <a:lnTo>
                  <a:pt x="1400" y="361"/>
                </a:lnTo>
                <a:lnTo>
                  <a:pt x="1847" y="808"/>
                </a:lnTo>
                <a:lnTo>
                  <a:pt x="1" y="808"/>
                </a:lnTo>
                <a:lnTo>
                  <a:pt x="1" y="1321"/>
                </a:lnTo>
                <a:lnTo>
                  <a:pt x="1847" y="1321"/>
                </a:lnTo>
                <a:lnTo>
                  <a:pt x="1400" y="1768"/>
                </a:lnTo>
                <a:lnTo>
                  <a:pt x="1761" y="2121"/>
                </a:lnTo>
                <a:lnTo>
                  <a:pt x="2821" y="1061"/>
                </a:lnTo>
                <a:lnTo>
                  <a:pt x="1761" y="1"/>
                </a:ln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5" name="Google Shape;2195;p37"/>
          <p:cNvSpPr txBox="1"/>
          <p:nvPr/>
        </p:nvSpPr>
        <p:spPr>
          <a:xfrm>
            <a:off x="133450" y="3584450"/>
            <a:ext cx="32169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Task loops immediately to "catch up",</a:t>
            </a:r>
            <a:endParaRPr sz="1500">
              <a:solidFill>
                <a:schemeClr val="dk2"/>
              </a:solidFill>
              <a:latin typeface="Barlow Semi Condensed"/>
              <a:ea typeface="Barlow Semi Condensed"/>
              <a:cs typeface="Barlow Semi Condensed"/>
              <a:sym typeface="Barlow Semi Condense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starving lower-priority tasks.</a:t>
            </a:r>
            <a:endParaRPr sz="1500">
              <a:solidFill>
                <a:schemeClr val="dk2"/>
              </a:solidFill>
              <a:latin typeface="Barlow Semi Condensed"/>
              <a:ea typeface="Barlow Semi Condensed"/>
              <a:cs typeface="Barlow Semi Condensed"/>
              <a:sym typeface="Barlow Semi Condensed"/>
            </a:endParaRPr>
          </a:p>
        </p:txBody>
      </p:sp>
      <p:sp>
        <p:nvSpPr>
          <p:cNvPr id="2196" name="Google Shape;2196;p37"/>
          <p:cNvSpPr txBox="1"/>
          <p:nvPr/>
        </p:nvSpPr>
        <p:spPr>
          <a:xfrm>
            <a:off x="5918800" y="2202488"/>
            <a:ext cx="32169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If </a:t>
            </a:r>
            <a:r>
              <a:rPr lang="en" sz="1500">
                <a:solidFill>
                  <a:srgbClr val="D5A6BD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next_activation &lt;= now</a:t>
            </a:r>
            <a:r>
              <a:rPr lang="en" sz="15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, </a:t>
            </a:r>
            <a:endParaRPr sz="1500">
              <a:solidFill>
                <a:schemeClr val="dk2"/>
              </a:solidFill>
              <a:latin typeface="Barlow Semi Condensed"/>
              <a:ea typeface="Barlow Semi Condensed"/>
              <a:cs typeface="Barlow Semi Condensed"/>
              <a:sym typeface="Barlow Semi Condense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jump forward by N periods.</a:t>
            </a:r>
            <a:endParaRPr sz="1500">
              <a:solidFill>
                <a:schemeClr val="dk2"/>
              </a:solidFill>
              <a:latin typeface="Barlow Semi Condensed"/>
              <a:ea typeface="Barlow Semi Condensed"/>
              <a:cs typeface="Barlow Semi Condensed"/>
              <a:sym typeface="Barlow Semi Condensed"/>
            </a:endParaRPr>
          </a:p>
        </p:txBody>
      </p:sp>
      <p:sp>
        <p:nvSpPr>
          <p:cNvPr id="2197" name="Google Shape;2197;p37"/>
          <p:cNvSpPr/>
          <p:nvPr/>
        </p:nvSpPr>
        <p:spPr>
          <a:xfrm rot="5400000">
            <a:off x="7441368" y="3034750"/>
            <a:ext cx="171771" cy="129198"/>
          </a:xfrm>
          <a:custGeom>
            <a:rect b="b" l="l" r="r" t="t"/>
            <a:pathLst>
              <a:path extrusionOk="0" h="2122" w="2821">
                <a:moveTo>
                  <a:pt x="1761" y="1"/>
                </a:moveTo>
                <a:lnTo>
                  <a:pt x="1400" y="361"/>
                </a:lnTo>
                <a:lnTo>
                  <a:pt x="1847" y="808"/>
                </a:lnTo>
                <a:lnTo>
                  <a:pt x="1" y="808"/>
                </a:lnTo>
                <a:lnTo>
                  <a:pt x="1" y="1321"/>
                </a:lnTo>
                <a:lnTo>
                  <a:pt x="1847" y="1321"/>
                </a:lnTo>
                <a:lnTo>
                  <a:pt x="1400" y="1768"/>
                </a:lnTo>
                <a:lnTo>
                  <a:pt x="1761" y="2121"/>
                </a:lnTo>
                <a:lnTo>
                  <a:pt x="2821" y="1061"/>
                </a:lnTo>
                <a:lnTo>
                  <a:pt x="1761" y="1"/>
                </a:ln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8" name="Google Shape;2198;p37"/>
          <p:cNvSpPr txBox="1"/>
          <p:nvPr/>
        </p:nvSpPr>
        <p:spPr>
          <a:xfrm>
            <a:off x="5918800" y="3540300"/>
            <a:ext cx="32169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Maintains the original time grid alignment and recovers system stability instantly.</a:t>
            </a:r>
            <a:endParaRPr sz="1500">
              <a:solidFill>
                <a:schemeClr val="dk2"/>
              </a:solidFill>
              <a:latin typeface="Barlow Semi Condensed"/>
              <a:ea typeface="Barlow Semi Condensed"/>
              <a:cs typeface="Barlow Semi Condensed"/>
              <a:sym typeface="Barlow Semi Condensed"/>
            </a:endParaRPr>
          </a:p>
        </p:txBody>
      </p:sp>
      <p:grpSp>
        <p:nvGrpSpPr>
          <p:cNvPr id="2199" name="Google Shape;2199;p37"/>
          <p:cNvGrpSpPr/>
          <p:nvPr/>
        </p:nvGrpSpPr>
        <p:grpSpPr>
          <a:xfrm>
            <a:off x="3225212" y="1342734"/>
            <a:ext cx="2693600" cy="2458036"/>
            <a:chOff x="1171725" y="542675"/>
            <a:chExt cx="5016950" cy="4578200"/>
          </a:xfrm>
        </p:grpSpPr>
        <p:sp>
          <p:nvSpPr>
            <p:cNvPr id="2200" name="Google Shape;2200;p37"/>
            <p:cNvSpPr/>
            <p:nvPr/>
          </p:nvSpPr>
          <p:spPr>
            <a:xfrm>
              <a:off x="1171725" y="542775"/>
              <a:ext cx="5016950" cy="4577925"/>
            </a:xfrm>
            <a:custGeom>
              <a:rect b="b" l="l" r="r" t="t"/>
              <a:pathLst>
                <a:path extrusionOk="0" h="183117" w="200678">
                  <a:moveTo>
                    <a:pt x="147944" y="1"/>
                  </a:moveTo>
                  <a:cubicBezTo>
                    <a:pt x="128902" y="1"/>
                    <a:pt x="116374" y="16962"/>
                    <a:pt x="88848" y="22980"/>
                  </a:cubicBezTo>
                  <a:cubicBezTo>
                    <a:pt x="56060" y="30148"/>
                    <a:pt x="46096" y="27030"/>
                    <a:pt x="23048" y="51171"/>
                  </a:cubicBezTo>
                  <a:cubicBezTo>
                    <a:pt x="1" y="75311"/>
                    <a:pt x="5304" y="121085"/>
                    <a:pt x="34491" y="150176"/>
                  </a:cubicBezTo>
                  <a:cubicBezTo>
                    <a:pt x="63711" y="179299"/>
                    <a:pt x="92448" y="182578"/>
                    <a:pt x="92448" y="182578"/>
                  </a:cubicBezTo>
                  <a:cubicBezTo>
                    <a:pt x="92448" y="182578"/>
                    <a:pt x="95800" y="183116"/>
                    <a:pt x="101224" y="183116"/>
                  </a:cubicBezTo>
                  <a:cubicBezTo>
                    <a:pt x="113079" y="183116"/>
                    <a:pt x="134832" y="180544"/>
                    <a:pt x="153136" y="164159"/>
                  </a:cubicBezTo>
                  <a:cubicBezTo>
                    <a:pt x="179816" y="140243"/>
                    <a:pt x="187145" y="101381"/>
                    <a:pt x="193928" y="70104"/>
                  </a:cubicBezTo>
                  <a:cubicBezTo>
                    <a:pt x="200678" y="38795"/>
                    <a:pt x="186309" y="10958"/>
                    <a:pt x="159726" y="2054"/>
                  </a:cubicBezTo>
                  <a:cubicBezTo>
                    <a:pt x="155461" y="620"/>
                    <a:pt x="151583" y="1"/>
                    <a:pt x="14794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1" name="Google Shape;2201;p37"/>
            <p:cNvSpPr/>
            <p:nvPr/>
          </p:nvSpPr>
          <p:spPr>
            <a:xfrm>
              <a:off x="1388700" y="542675"/>
              <a:ext cx="4672200" cy="4578200"/>
            </a:xfrm>
            <a:custGeom>
              <a:rect b="b" l="l" r="r" t="t"/>
              <a:pathLst>
                <a:path extrusionOk="0" h="183128" w="186888">
                  <a:moveTo>
                    <a:pt x="139282" y="1"/>
                  </a:moveTo>
                  <a:cubicBezTo>
                    <a:pt x="120220" y="1"/>
                    <a:pt x="107716" y="16973"/>
                    <a:pt x="80169" y="22984"/>
                  </a:cubicBezTo>
                  <a:cubicBezTo>
                    <a:pt x="47381" y="30152"/>
                    <a:pt x="37417" y="27034"/>
                    <a:pt x="14369" y="51175"/>
                  </a:cubicBezTo>
                  <a:cubicBezTo>
                    <a:pt x="4661" y="61332"/>
                    <a:pt x="0" y="75283"/>
                    <a:pt x="0" y="90230"/>
                  </a:cubicBezTo>
                  <a:cubicBezTo>
                    <a:pt x="0" y="110835"/>
                    <a:pt x="8904" y="133304"/>
                    <a:pt x="25812" y="150180"/>
                  </a:cubicBezTo>
                  <a:cubicBezTo>
                    <a:pt x="55032" y="179303"/>
                    <a:pt x="83769" y="182582"/>
                    <a:pt x="83769" y="182582"/>
                  </a:cubicBezTo>
                  <a:cubicBezTo>
                    <a:pt x="83769" y="182582"/>
                    <a:pt x="87112" y="183128"/>
                    <a:pt x="92544" y="183128"/>
                  </a:cubicBezTo>
                  <a:cubicBezTo>
                    <a:pt x="104373" y="183128"/>
                    <a:pt x="126135" y="180556"/>
                    <a:pt x="144457" y="164163"/>
                  </a:cubicBezTo>
                  <a:cubicBezTo>
                    <a:pt x="171137" y="140247"/>
                    <a:pt x="178466" y="101385"/>
                    <a:pt x="185249" y="70108"/>
                  </a:cubicBezTo>
                  <a:cubicBezTo>
                    <a:pt x="186374" y="64901"/>
                    <a:pt x="186888" y="59790"/>
                    <a:pt x="186888" y="54871"/>
                  </a:cubicBezTo>
                  <a:cubicBezTo>
                    <a:pt x="186888" y="30088"/>
                    <a:pt x="173194" y="9483"/>
                    <a:pt x="151047" y="2058"/>
                  </a:cubicBezTo>
                  <a:cubicBezTo>
                    <a:pt x="146772" y="612"/>
                    <a:pt x="142914" y="1"/>
                    <a:pt x="13928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2" name="Google Shape;2202;p37"/>
            <p:cNvSpPr/>
            <p:nvPr/>
          </p:nvSpPr>
          <p:spPr>
            <a:xfrm>
              <a:off x="1698100" y="4799425"/>
              <a:ext cx="3900725" cy="255575"/>
            </a:xfrm>
            <a:custGeom>
              <a:rect b="b" l="l" r="r" t="t"/>
              <a:pathLst>
                <a:path extrusionOk="0" h="10223" w="156029">
                  <a:moveTo>
                    <a:pt x="78014" y="0"/>
                  </a:moveTo>
                  <a:cubicBezTo>
                    <a:pt x="34941" y="0"/>
                    <a:pt x="0" y="2282"/>
                    <a:pt x="0" y="5111"/>
                  </a:cubicBezTo>
                  <a:cubicBezTo>
                    <a:pt x="0" y="7908"/>
                    <a:pt x="34941" y="10222"/>
                    <a:pt x="78014" y="10222"/>
                  </a:cubicBezTo>
                  <a:cubicBezTo>
                    <a:pt x="121088" y="10222"/>
                    <a:pt x="156029" y="7908"/>
                    <a:pt x="156029" y="5111"/>
                  </a:cubicBezTo>
                  <a:cubicBezTo>
                    <a:pt x="156029" y="2282"/>
                    <a:pt x="121088" y="0"/>
                    <a:pt x="780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3" name="Google Shape;2203;p37"/>
            <p:cNvSpPr/>
            <p:nvPr/>
          </p:nvSpPr>
          <p:spPr>
            <a:xfrm>
              <a:off x="2634300" y="1148600"/>
              <a:ext cx="3007925" cy="1915850"/>
            </a:xfrm>
            <a:custGeom>
              <a:rect b="b" l="l" r="r" t="t"/>
              <a:pathLst>
                <a:path extrusionOk="0" h="76634" w="120317">
                  <a:moveTo>
                    <a:pt x="1190" y="1"/>
                  </a:moveTo>
                  <a:cubicBezTo>
                    <a:pt x="1061" y="1"/>
                    <a:pt x="965" y="97"/>
                    <a:pt x="965" y="226"/>
                  </a:cubicBezTo>
                  <a:cubicBezTo>
                    <a:pt x="965" y="322"/>
                    <a:pt x="1061" y="419"/>
                    <a:pt x="1190" y="419"/>
                  </a:cubicBezTo>
                  <a:lnTo>
                    <a:pt x="2475" y="419"/>
                  </a:lnTo>
                  <a:cubicBezTo>
                    <a:pt x="2572" y="419"/>
                    <a:pt x="2668" y="322"/>
                    <a:pt x="2668" y="226"/>
                  </a:cubicBezTo>
                  <a:cubicBezTo>
                    <a:pt x="2668" y="97"/>
                    <a:pt x="2572" y="1"/>
                    <a:pt x="2475" y="1"/>
                  </a:cubicBezTo>
                  <a:close/>
                  <a:moveTo>
                    <a:pt x="3729" y="1"/>
                  </a:moveTo>
                  <a:cubicBezTo>
                    <a:pt x="3633" y="1"/>
                    <a:pt x="3536" y="97"/>
                    <a:pt x="3536" y="226"/>
                  </a:cubicBezTo>
                  <a:cubicBezTo>
                    <a:pt x="3536" y="322"/>
                    <a:pt x="3633" y="419"/>
                    <a:pt x="3729" y="419"/>
                  </a:cubicBezTo>
                  <a:lnTo>
                    <a:pt x="5015" y="419"/>
                  </a:lnTo>
                  <a:cubicBezTo>
                    <a:pt x="5143" y="419"/>
                    <a:pt x="5240" y="322"/>
                    <a:pt x="5240" y="226"/>
                  </a:cubicBezTo>
                  <a:cubicBezTo>
                    <a:pt x="5240" y="97"/>
                    <a:pt x="5143" y="1"/>
                    <a:pt x="5015" y="1"/>
                  </a:cubicBezTo>
                  <a:close/>
                  <a:moveTo>
                    <a:pt x="6301" y="1"/>
                  </a:moveTo>
                  <a:cubicBezTo>
                    <a:pt x="6172" y="1"/>
                    <a:pt x="6076" y="97"/>
                    <a:pt x="6076" y="226"/>
                  </a:cubicBezTo>
                  <a:cubicBezTo>
                    <a:pt x="6076" y="322"/>
                    <a:pt x="6172" y="419"/>
                    <a:pt x="6301" y="419"/>
                  </a:cubicBezTo>
                  <a:lnTo>
                    <a:pt x="7554" y="419"/>
                  </a:lnTo>
                  <a:cubicBezTo>
                    <a:pt x="7683" y="419"/>
                    <a:pt x="7779" y="322"/>
                    <a:pt x="7779" y="226"/>
                  </a:cubicBezTo>
                  <a:cubicBezTo>
                    <a:pt x="7779" y="97"/>
                    <a:pt x="7683" y="1"/>
                    <a:pt x="7554" y="1"/>
                  </a:cubicBezTo>
                  <a:close/>
                  <a:moveTo>
                    <a:pt x="8840" y="1"/>
                  </a:moveTo>
                  <a:cubicBezTo>
                    <a:pt x="8711" y="1"/>
                    <a:pt x="8615" y="97"/>
                    <a:pt x="8615" y="226"/>
                  </a:cubicBezTo>
                  <a:cubicBezTo>
                    <a:pt x="8615" y="322"/>
                    <a:pt x="8711" y="419"/>
                    <a:pt x="8840" y="419"/>
                  </a:cubicBezTo>
                  <a:lnTo>
                    <a:pt x="10126" y="419"/>
                  </a:lnTo>
                  <a:cubicBezTo>
                    <a:pt x="10222" y="419"/>
                    <a:pt x="10319" y="322"/>
                    <a:pt x="10319" y="226"/>
                  </a:cubicBezTo>
                  <a:cubicBezTo>
                    <a:pt x="10319" y="97"/>
                    <a:pt x="10222" y="1"/>
                    <a:pt x="10126" y="1"/>
                  </a:cubicBezTo>
                  <a:close/>
                  <a:moveTo>
                    <a:pt x="11379" y="1"/>
                  </a:moveTo>
                  <a:cubicBezTo>
                    <a:pt x="11283" y="1"/>
                    <a:pt x="11187" y="97"/>
                    <a:pt x="11187" y="226"/>
                  </a:cubicBezTo>
                  <a:cubicBezTo>
                    <a:pt x="11187" y="322"/>
                    <a:pt x="11283" y="419"/>
                    <a:pt x="11379" y="419"/>
                  </a:cubicBezTo>
                  <a:lnTo>
                    <a:pt x="12665" y="419"/>
                  </a:lnTo>
                  <a:cubicBezTo>
                    <a:pt x="12794" y="419"/>
                    <a:pt x="12890" y="322"/>
                    <a:pt x="12890" y="226"/>
                  </a:cubicBezTo>
                  <a:cubicBezTo>
                    <a:pt x="12890" y="97"/>
                    <a:pt x="12794" y="1"/>
                    <a:pt x="12665" y="1"/>
                  </a:cubicBezTo>
                  <a:close/>
                  <a:moveTo>
                    <a:pt x="13951" y="1"/>
                  </a:moveTo>
                  <a:cubicBezTo>
                    <a:pt x="13822" y="1"/>
                    <a:pt x="13726" y="97"/>
                    <a:pt x="13726" y="226"/>
                  </a:cubicBezTo>
                  <a:cubicBezTo>
                    <a:pt x="13726" y="322"/>
                    <a:pt x="13822" y="419"/>
                    <a:pt x="13951" y="419"/>
                  </a:cubicBezTo>
                  <a:lnTo>
                    <a:pt x="15205" y="419"/>
                  </a:lnTo>
                  <a:cubicBezTo>
                    <a:pt x="15333" y="419"/>
                    <a:pt x="15430" y="322"/>
                    <a:pt x="15430" y="226"/>
                  </a:cubicBezTo>
                  <a:cubicBezTo>
                    <a:pt x="15430" y="97"/>
                    <a:pt x="15333" y="1"/>
                    <a:pt x="15205" y="1"/>
                  </a:cubicBezTo>
                  <a:close/>
                  <a:moveTo>
                    <a:pt x="16490" y="1"/>
                  </a:moveTo>
                  <a:cubicBezTo>
                    <a:pt x="16362" y="1"/>
                    <a:pt x="16265" y="97"/>
                    <a:pt x="16265" y="226"/>
                  </a:cubicBezTo>
                  <a:cubicBezTo>
                    <a:pt x="16265" y="322"/>
                    <a:pt x="16362" y="419"/>
                    <a:pt x="16490" y="419"/>
                  </a:cubicBezTo>
                  <a:lnTo>
                    <a:pt x="17776" y="419"/>
                  </a:lnTo>
                  <a:cubicBezTo>
                    <a:pt x="17873" y="419"/>
                    <a:pt x="17969" y="322"/>
                    <a:pt x="17969" y="226"/>
                  </a:cubicBezTo>
                  <a:cubicBezTo>
                    <a:pt x="17969" y="97"/>
                    <a:pt x="17873" y="1"/>
                    <a:pt x="17776" y="1"/>
                  </a:cubicBezTo>
                  <a:close/>
                  <a:moveTo>
                    <a:pt x="19030" y="1"/>
                  </a:moveTo>
                  <a:cubicBezTo>
                    <a:pt x="18933" y="1"/>
                    <a:pt x="18837" y="97"/>
                    <a:pt x="18837" y="226"/>
                  </a:cubicBezTo>
                  <a:cubicBezTo>
                    <a:pt x="18837" y="322"/>
                    <a:pt x="18933" y="419"/>
                    <a:pt x="19030" y="419"/>
                  </a:cubicBezTo>
                  <a:lnTo>
                    <a:pt x="20316" y="419"/>
                  </a:lnTo>
                  <a:cubicBezTo>
                    <a:pt x="20444" y="419"/>
                    <a:pt x="20541" y="322"/>
                    <a:pt x="20541" y="226"/>
                  </a:cubicBezTo>
                  <a:cubicBezTo>
                    <a:pt x="20541" y="97"/>
                    <a:pt x="20444" y="1"/>
                    <a:pt x="20316" y="1"/>
                  </a:cubicBezTo>
                  <a:close/>
                  <a:moveTo>
                    <a:pt x="21601" y="1"/>
                  </a:moveTo>
                  <a:cubicBezTo>
                    <a:pt x="21473" y="1"/>
                    <a:pt x="21376" y="97"/>
                    <a:pt x="21376" y="226"/>
                  </a:cubicBezTo>
                  <a:cubicBezTo>
                    <a:pt x="21376" y="322"/>
                    <a:pt x="21473" y="419"/>
                    <a:pt x="21601" y="419"/>
                  </a:cubicBezTo>
                  <a:lnTo>
                    <a:pt x="22855" y="419"/>
                  </a:lnTo>
                  <a:cubicBezTo>
                    <a:pt x="22984" y="419"/>
                    <a:pt x="23080" y="322"/>
                    <a:pt x="23080" y="226"/>
                  </a:cubicBezTo>
                  <a:cubicBezTo>
                    <a:pt x="23080" y="97"/>
                    <a:pt x="22984" y="1"/>
                    <a:pt x="22855" y="1"/>
                  </a:cubicBezTo>
                  <a:close/>
                  <a:moveTo>
                    <a:pt x="24141" y="1"/>
                  </a:moveTo>
                  <a:cubicBezTo>
                    <a:pt x="24012" y="1"/>
                    <a:pt x="23916" y="97"/>
                    <a:pt x="23916" y="226"/>
                  </a:cubicBezTo>
                  <a:cubicBezTo>
                    <a:pt x="23916" y="322"/>
                    <a:pt x="24012" y="419"/>
                    <a:pt x="24141" y="419"/>
                  </a:cubicBezTo>
                  <a:lnTo>
                    <a:pt x="25426" y="419"/>
                  </a:lnTo>
                  <a:cubicBezTo>
                    <a:pt x="25523" y="419"/>
                    <a:pt x="25619" y="322"/>
                    <a:pt x="25619" y="226"/>
                  </a:cubicBezTo>
                  <a:cubicBezTo>
                    <a:pt x="25619" y="97"/>
                    <a:pt x="25523" y="1"/>
                    <a:pt x="25426" y="1"/>
                  </a:cubicBezTo>
                  <a:close/>
                  <a:moveTo>
                    <a:pt x="26680" y="1"/>
                  </a:moveTo>
                  <a:cubicBezTo>
                    <a:pt x="26584" y="1"/>
                    <a:pt x="26487" y="97"/>
                    <a:pt x="26487" y="226"/>
                  </a:cubicBezTo>
                  <a:cubicBezTo>
                    <a:pt x="26487" y="322"/>
                    <a:pt x="26584" y="419"/>
                    <a:pt x="26680" y="419"/>
                  </a:cubicBezTo>
                  <a:lnTo>
                    <a:pt x="27966" y="419"/>
                  </a:lnTo>
                  <a:cubicBezTo>
                    <a:pt x="28094" y="419"/>
                    <a:pt x="28191" y="322"/>
                    <a:pt x="28191" y="226"/>
                  </a:cubicBezTo>
                  <a:cubicBezTo>
                    <a:pt x="28191" y="97"/>
                    <a:pt x="28094" y="1"/>
                    <a:pt x="27966" y="1"/>
                  </a:cubicBezTo>
                  <a:close/>
                  <a:moveTo>
                    <a:pt x="29252" y="1"/>
                  </a:moveTo>
                  <a:cubicBezTo>
                    <a:pt x="29123" y="1"/>
                    <a:pt x="29027" y="97"/>
                    <a:pt x="29027" y="226"/>
                  </a:cubicBezTo>
                  <a:cubicBezTo>
                    <a:pt x="29027" y="322"/>
                    <a:pt x="29123" y="419"/>
                    <a:pt x="29252" y="419"/>
                  </a:cubicBezTo>
                  <a:lnTo>
                    <a:pt x="30505" y="419"/>
                  </a:lnTo>
                  <a:cubicBezTo>
                    <a:pt x="30634" y="419"/>
                    <a:pt x="30730" y="322"/>
                    <a:pt x="30730" y="226"/>
                  </a:cubicBezTo>
                  <a:cubicBezTo>
                    <a:pt x="30730" y="97"/>
                    <a:pt x="30634" y="1"/>
                    <a:pt x="30505" y="1"/>
                  </a:cubicBezTo>
                  <a:close/>
                  <a:moveTo>
                    <a:pt x="31791" y="1"/>
                  </a:moveTo>
                  <a:cubicBezTo>
                    <a:pt x="31662" y="1"/>
                    <a:pt x="31598" y="97"/>
                    <a:pt x="31598" y="226"/>
                  </a:cubicBezTo>
                  <a:cubicBezTo>
                    <a:pt x="31598" y="322"/>
                    <a:pt x="31662" y="419"/>
                    <a:pt x="31791" y="419"/>
                  </a:cubicBezTo>
                  <a:lnTo>
                    <a:pt x="33077" y="419"/>
                  </a:lnTo>
                  <a:cubicBezTo>
                    <a:pt x="33173" y="419"/>
                    <a:pt x="33270" y="322"/>
                    <a:pt x="33270" y="226"/>
                  </a:cubicBezTo>
                  <a:cubicBezTo>
                    <a:pt x="33270" y="97"/>
                    <a:pt x="33173" y="1"/>
                    <a:pt x="33077" y="1"/>
                  </a:cubicBezTo>
                  <a:close/>
                  <a:moveTo>
                    <a:pt x="34330" y="1"/>
                  </a:moveTo>
                  <a:cubicBezTo>
                    <a:pt x="34234" y="1"/>
                    <a:pt x="34138" y="97"/>
                    <a:pt x="34138" y="226"/>
                  </a:cubicBezTo>
                  <a:cubicBezTo>
                    <a:pt x="34138" y="322"/>
                    <a:pt x="34234" y="419"/>
                    <a:pt x="34330" y="419"/>
                  </a:cubicBezTo>
                  <a:lnTo>
                    <a:pt x="35616" y="419"/>
                  </a:lnTo>
                  <a:cubicBezTo>
                    <a:pt x="35745" y="419"/>
                    <a:pt x="35841" y="322"/>
                    <a:pt x="35841" y="226"/>
                  </a:cubicBezTo>
                  <a:cubicBezTo>
                    <a:pt x="35841" y="97"/>
                    <a:pt x="35745" y="1"/>
                    <a:pt x="35616" y="1"/>
                  </a:cubicBezTo>
                  <a:close/>
                  <a:moveTo>
                    <a:pt x="36902" y="1"/>
                  </a:moveTo>
                  <a:cubicBezTo>
                    <a:pt x="36773" y="1"/>
                    <a:pt x="36677" y="97"/>
                    <a:pt x="36677" y="226"/>
                  </a:cubicBezTo>
                  <a:cubicBezTo>
                    <a:pt x="36677" y="322"/>
                    <a:pt x="36773" y="419"/>
                    <a:pt x="36902" y="419"/>
                  </a:cubicBezTo>
                  <a:lnTo>
                    <a:pt x="38188" y="419"/>
                  </a:lnTo>
                  <a:cubicBezTo>
                    <a:pt x="38284" y="419"/>
                    <a:pt x="38381" y="322"/>
                    <a:pt x="38381" y="226"/>
                  </a:cubicBezTo>
                  <a:cubicBezTo>
                    <a:pt x="38381" y="97"/>
                    <a:pt x="38284" y="1"/>
                    <a:pt x="38188" y="1"/>
                  </a:cubicBezTo>
                  <a:close/>
                  <a:moveTo>
                    <a:pt x="39441" y="1"/>
                  </a:moveTo>
                  <a:cubicBezTo>
                    <a:pt x="39345" y="1"/>
                    <a:pt x="39249" y="97"/>
                    <a:pt x="39249" y="226"/>
                  </a:cubicBezTo>
                  <a:cubicBezTo>
                    <a:pt x="39249" y="322"/>
                    <a:pt x="39345" y="419"/>
                    <a:pt x="39441" y="419"/>
                  </a:cubicBezTo>
                  <a:lnTo>
                    <a:pt x="40727" y="419"/>
                  </a:lnTo>
                  <a:cubicBezTo>
                    <a:pt x="40856" y="419"/>
                    <a:pt x="40920" y="322"/>
                    <a:pt x="40920" y="226"/>
                  </a:cubicBezTo>
                  <a:cubicBezTo>
                    <a:pt x="40920" y="97"/>
                    <a:pt x="40856" y="1"/>
                    <a:pt x="40727" y="1"/>
                  </a:cubicBezTo>
                  <a:close/>
                  <a:moveTo>
                    <a:pt x="42013" y="1"/>
                  </a:moveTo>
                  <a:cubicBezTo>
                    <a:pt x="41884" y="1"/>
                    <a:pt x="41788" y="97"/>
                    <a:pt x="41788" y="226"/>
                  </a:cubicBezTo>
                  <a:cubicBezTo>
                    <a:pt x="41788" y="322"/>
                    <a:pt x="41884" y="419"/>
                    <a:pt x="42013" y="419"/>
                  </a:cubicBezTo>
                  <a:lnTo>
                    <a:pt x="43267" y="419"/>
                  </a:lnTo>
                  <a:cubicBezTo>
                    <a:pt x="43395" y="419"/>
                    <a:pt x="43492" y="322"/>
                    <a:pt x="43492" y="226"/>
                  </a:cubicBezTo>
                  <a:cubicBezTo>
                    <a:pt x="43492" y="97"/>
                    <a:pt x="43395" y="1"/>
                    <a:pt x="43267" y="1"/>
                  </a:cubicBezTo>
                  <a:close/>
                  <a:moveTo>
                    <a:pt x="44552" y="1"/>
                  </a:moveTo>
                  <a:cubicBezTo>
                    <a:pt x="44424" y="1"/>
                    <a:pt x="44327" y="97"/>
                    <a:pt x="44327" y="226"/>
                  </a:cubicBezTo>
                  <a:cubicBezTo>
                    <a:pt x="44327" y="322"/>
                    <a:pt x="44424" y="419"/>
                    <a:pt x="44552" y="419"/>
                  </a:cubicBezTo>
                  <a:lnTo>
                    <a:pt x="45838" y="419"/>
                  </a:lnTo>
                  <a:cubicBezTo>
                    <a:pt x="45935" y="419"/>
                    <a:pt x="46031" y="322"/>
                    <a:pt x="46031" y="226"/>
                  </a:cubicBezTo>
                  <a:cubicBezTo>
                    <a:pt x="46031" y="97"/>
                    <a:pt x="45935" y="1"/>
                    <a:pt x="45838" y="1"/>
                  </a:cubicBezTo>
                  <a:close/>
                  <a:moveTo>
                    <a:pt x="47092" y="1"/>
                  </a:moveTo>
                  <a:cubicBezTo>
                    <a:pt x="46995" y="1"/>
                    <a:pt x="46899" y="97"/>
                    <a:pt x="46899" y="226"/>
                  </a:cubicBezTo>
                  <a:cubicBezTo>
                    <a:pt x="46899" y="322"/>
                    <a:pt x="46995" y="419"/>
                    <a:pt x="47092" y="419"/>
                  </a:cubicBezTo>
                  <a:lnTo>
                    <a:pt x="48378" y="419"/>
                  </a:lnTo>
                  <a:cubicBezTo>
                    <a:pt x="48506" y="419"/>
                    <a:pt x="48603" y="322"/>
                    <a:pt x="48603" y="226"/>
                  </a:cubicBezTo>
                  <a:cubicBezTo>
                    <a:pt x="48603" y="97"/>
                    <a:pt x="48506" y="1"/>
                    <a:pt x="48378" y="1"/>
                  </a:cubicBezTo>
                  <a:close/>
                  <a:moveTo>
                    <a:pt x="49663" y="1"/>
                  </a:moveTo>
                  <a:cubicBezTo>
                    <a:pt x="49535" y="1"/>
                    <a:pt x="49438" y="97"/>
                    <a:pt x="49438" y="226"/>
                  </a:cubicBezTo>
                  <a:cubicBezTo>
                    <a:pt x="49438" y="322"/>
                    <a:pt x="49535" y="419"/>
                    <a:pt x="49663" y="419"/>
                  </a:cubicBezTo>
                  <a:lnTo>
                    <a:pt x="50917" y="419"/>
                  </a:lnTo>
                  <a:cubicBezTo>
                    <a:pt x="51046" y="419"/>
                    <a:pt x="51142" y="322"/>
                    <a:pt x="51142" y="226"/>
                  </a:cubicBezTo>
                  <a:cubicBezTo>
                    <a:pt x="51142" y="97"/>
                    <a:pt x="51046" y="1"/>
                    <a:pt x="50917" y="1"/>
                  </a:cubicBezTo>
                  <a:close/>
                  <a:moveTo>
                    <a:pt x="52203" y="1"/>
                  </a:moveTo>
                  <a:cubicBezTo>
                    <a:pt x="52074" y="1"/>
                    <a:pt x="51978" y="97"/>
                    <a:pt x="51978" y="226"/>
                  </a:cubicBezTo>
                  <a:cubicBezTo>
                    <a:pt x="51978" y="322"/>
                    <a:pt x="52074" y="419"/>
                    <a:pt x="52203" y="419"/>
                  </a:cubicBezTo>
                  <a:lnTo>
                    <a:pt x="53489" y="419"/>
                  </a:lnTo>
                  <a:cubicBezTo>
                    <a:pt x="53585" y="419"/>
                    <a:pt x="53681" y="322"/>
                    <a:pt x="53681" y="226"/>
                  </a:cubicBezTo>
                  <a:cubicBezTo>
                    <a:pt x="53681" y="97"/>
                    <a:pt x="53585" y="1"/>
                    <a:pt x="53489" y="1"/>
                  </a:cubicBezTo>
                  <a:close/>
                  <a:moveTo>
                    <a:pt x="54742" y="1"/>
                  </a:moveTo>
                  <a:cubicBezTo>
                    <a:pt x="54646" y="1"/>
                    <a:pt x="54549" y="97"/>
                    <a:pt x="54549" y="226"/>
                  </a:cubicBezTo>
                  <a:cubicBezTo>
                    <a:pt x="54549" y="322"/>
                    <a:pt x="54646" y="419"/>
                    <a:pt x="54742" y="419"/>
                  </a:cubicBezTo>
                  <a:lnTo>
                    <a:pt x="56028" y="419"/>
                  </a:lnTo>
                  <a:cubicBezTo>
                    <a:pt x="56157" y="419"/>
                    <a:pt x="56253" y="322"/>
                    <a:pt x="56253" y="226"/>
                  </a:cubicBezTo>
                  <a:cubicBezTo>
                    <a:pt x="56253" y="97"/>
                    <a:pt x="56157" y="1"/>
                    <a:pt x="56028" y="1"/>
                  </a:cubicBezTo>
                  <a:close/>
                  <a:moveTo>
                    <a:pt x="57314" y="1"/>
                  </a:moveTo>
                  <a:cubicBezTo>
                    <a:pt x="57185" y="1"/>
                    <a:pt x="57089" y="97"/>
                    <a:pt x="57089" y="226"/>
                  </a:cubicBezTo>
                  <a:cubicBezTo>
                    <a:pt x="57089" y="322"/>
                    <a:pt x="57185" y="419"/>
                    <a:pt x="57314" y="419"/>
                  </a:cubicBezTo>
                  <a:lnTo>
                    <a:pt x="58567" y="419"/>
                  </a:lnTo>
                  <a:cubicBezTo>
                    <a:pt x="58696" y="419"/>
                    <a:pt x="58792" y="322"/>
                    <a:pt x="58792" y="226"/>
                  </a:cubicBezTo>
                  <a:cubicBezTo>
                    <a:pt x="58792" y="97"/>
                    <a:pt x="58696" y="1"/>
                    <a:pt x="58567" y="1"/>
                  </a:cubicBezTo>
                  <a:close/>
                  <a:moveTo>
                    <a:pt x="59853" y="1"/>
                  </a:moveTo>
                  <a:cubicBezTo>
                    <a:pt x="59725" y="1"/>
                    <a:pt x="59628" y="97"/>
                    <a:pt x="59628" y="226"/>
                  </a:cubicBezTo>
                  <a:cubicBezTo>
                    <a:pt x="59628" y="322"/>
                    <a:pt x="59725" y="419"/>
                    <a:pt x="59853" y="419"/>
                  </a:cubicBezTo>
                  <a:lnTo>
                    <a:pt x="61139" y="419"/>
                  </a:lnTo>
                  <a:cubicBezTo>
                    <a:pt x="61235" y="419"/>
                    <a:pt x="61332" y="322"/>
                    <a:pt x="61332" y="226"/>
                  </a:cubicBezTo>
                  <a:cubicBezTo>
                    <a:pt x="61332" y="97"/>
                    <a:pt x="61235" y="1"/>
                    <a:pt x="61139" y="1"/>
                  </a:cubicBezTo>
                  <a:close/>
                  <a:moveTo>
                    <a:pt x="62393" y="1"/>
                  </a:moveTo>
                  <a:cubicBezTo>
                    <a:pt x="62296" y="1"/>
                    <a:pt x="62200" y="97"/>
                    <a:pt x="62200" y="226"/>
                  </a:cubicBezTo>
                  <a:cubicBezTo>
                    <a:pt x="62200" y="322"/>
                    <a:pt x="62296" y="419"/>
                    <a:pt x="62393" y="419"/>
                  </a:cubicBezTo>
                  <a:lnTo>
                    <a:pt x="63678" y="419"/>
                  </a:lnTo>
                  <a:cubicBezTo>
                    <a:pt x="63807" y="419"/>
                    <a:pt x="63903" y="322"/>
                    <a:pt x="63903" y="226"/>
                  </a:cubicBezTo>
                  <a:cubicBezTo>
                    <a:pt x="63903" y="97"/>
                    <a:pt x="63807" y="1"/>
                    <a:pt x="63678" y="1"/>
                  </a:cubicBezTo>
                  <a:close/>
                  <a:moveTo>
                    <a:pt x="64964" y="1"/>
                  </a:moveTo>
                  <a:cubicBezTo>
                    <a:pt x="64835" y="1"/>
                    <a:pt x="64739" y="97"/>
                    <a:pt x="64739" y="226"/>
                  </a:cubicBezTo>
                  <a:cubicBezTo>
                    <a:pt x="64739" y="322"/>
                    <a:pt x="64835" y="419"/>
                    <a:pt x="64964" y="419"/>
                  </a:cubicBezTo>
                  <a:lnTo>
                    <a:pt x="66218" y="419"/>
                  </a:lnTo>
                  <a:cubicBezTo>
                    <a:pt x="66346" y="419"/>
                    <a:pt x="66443" y="322"/>
                    <a:pt x="66443" y="226"/>
                  </a:cubicBezTo>
                  <a:cubicBezTo>
                    <a:pt x="66443" y="97"/>
                    <a:pt x="66346" y="1"/>
                    <a:pt x="66218" y="1"/>
                  </a:cubicBezTo>
                  <a:close/>
                  <a:moveTo>
                    <a:pt x="67503" y="1"/>
                  </a:moveTo>
                  <a:cubicBezTo>
                    <a:pt x="67375" y="1"/>
                    <a:pt x="67278" y="97"/>
                    <a:pt x="67278" y="226"/>
                  </a:cubicBezTo>
                  <a:cubicBezTo>
                    <a:pt x="67278" y="322"/>
                    <a:pt x="67375" y="419"/>
                    <a:pt x="67503" y="419"/>
                  </a:cubicBezTo>
                  <a:lnTo>
                    <a:pt x="68789" y="419"/>
                  </a:lnTo>
                  <a:cubicBezTo>
                    <a:pt x="68886" y="419"/>
                    <a:pt x="68982" y="322"/>
                    <a:pt x="68982" y="226"/>
                  </a:cubicBezTo>
                  <a:cubicBezTo>
                    <a:pt x="68982" y="97"/>
                    <a:pt x="68886" y="1"/>
                    <a:pt x="68789" y="1"/>
                  </a:cubicBezTo>
                  <a:close/>
                  <a:moveTo>
                    <a:pt x="70043" y="1"/>
                  </a:moveTo>
                  <a:cubicBezTo>
                    <a:pt x="69946" y="1"/>
                    <a:pt x="69850" y="97"/>
                    <a:pt x="69850" y="226"/>
                  </a:cubicBezTo>
                  <a:cubicBezTo>
                    <a:pt x="69850" y="322"/>
                    <a:pt x="69946" y="419"/>
                    <a:pt x="70043" y="419"/>
                  </a:cubicBezTo>
                  <a:lnTo>
                    <a:pt x="71329" y="419"/>
                  </a:lnTo>
                  <a:cubicBezTo>
                    <a:pt x="71457" y="419"/>
                    <a:pt x="71554" y="322"/>
                    <a:pt x="71554" y="226"/>
                  </a:cubicBezTo>
                  <a:cubicBezTo>
                    <a:pt x="71554" y="97"/>
                    <a:pt x="71457" y="1"/>
                    <a:pt x="71329" y="1"/>
                  </a:cubicBezTo>
                  <a:close/>
                  <a:moveTo>
                    <a:pt x="72614" y="1"/>
                  </a:moveTo>
                  <a:cubicBezTo>
                    <a:pt x="72486" y="1"/>
                    <a:pt x="72389" y="97"/>
                    <a:pt x="72389" y="226"/>
                  </a:cubicBezTo>
                  <a:cubicBezTo>
                    <a:pt x="72389" y="322"/>
                    <a:pt x="72486" y="419"/>
                    <a:pt x="72614" y="419"/>
                  </a:cubicBezTo>
                  <a:lnTo>
                    <a:pt x="73868" y="419"/>
                  </a:lnTo>
                  <a:cubicBezTo>
                    <a:pt x="73997" y="419"/>
                    <a:pt x="74093" y="322"/>
                    <a:pt x="74093" y="226"/>
                  </a:cubicBezTo>
                  <a:cubicBezTo>
                    <a:pt x="74093" y="97"/>
                    <a:pt x="73997" y="1"/>
                    <a:pt x="73868" y="1"/>
                  </a:cubicBezTo>
                  <a:close/>
                  <a:moveTo>
                    <a:pt x="75154" y="1"/>
                  </a:moveTo>
                  <a:cubicBezTo>
                    <a:pt x="75025" y="1"/>
                    <a:pt x="74961" y="97"/>
                    <a:pt x="74961" y="226"/>
                  </a:cubicBezTo>
                  <a:cubicBezTo>
                    <a:pt x="74961" y="322"/>
                    <a:pt x="75025" y="419"/>
                    <a:pt x="75154" y="419"/>
                  </a:cubicBezTo>
                  <a:lnTo>
                    <a:pt x="76440" y="419"/>
                  </a:lnTo>
                  <a:cubicBezTo>
                    <a:pt x="76536" y="419"/>
                    <a:pt x="76632" y="322"/>
                    <a:pt x="76632" y="226"/>
                  </a:cubicBezTo>
                  <a:cubicBezTo>
                    <a:pt x="76632" y="97"/>
                    <a:pt x="76536" y="1"/>
                    <a:pt x="76440" y="1"/>
                  </a:cubicBezTo>
                  <a:close/>
                  <a:moveTo>
                    <a:pt x="77693" y="1"/>
                  </a:moveTo>
                  <a:cubicBezTo>
                    <a:pt x="77597" y="1"/>
                    <a:pt x="77500" y="97"/>
                    <a:pt x="77500" y="226"/>
                  </a:cubicBezTo>
                  <a:cubicBezTo>
                    <a:pt x="77500" y="322"/>
                    <a:pt x="77597" y="419"/>
                    <a:pt x="77693" y="419"/>
                  </a:cubicBezTo>
                  <a:lnTo>
                    <a:pt x="78979" y="419"/>
                  </a:lnTo>
                  <a:cubicBezTo>
                    <a:pt x="79108" y="419"/>
                    <a:pt x="79204" y="322"/>
                    <a:pt x="79204" y="226"/>
                  </a:cubicBezTo>
                  <a:cubicBezTo>
                    <a:pt x="79204" y="97"/>
                    <a:pt x="79108" y="1"/>
                    <a:pt x="78979" y="1"/>
                  </a:cubicBezTo>
                  <a:close/>
                  <a:moveTo>
                    <a:pt x="80265" y="1"/>
                  </a:moveTo>
                  <a:cubicBezTo>
                    <a:pt x="80136" y="1"/>
                    <a:pt x="80040" y="97"/>
                    <a:pt x="80040" y="226"/>
                  </a:cubicBezTo>
                  <a:cubicBezTo>
                    <a:pt x="80040" y="322"/>
                    <a:pt x="80136" y="419"/>
                    <a:pt x="80265" y="419"/>
                  </a:cubicBezTo>
                  <a:lnTo>
                    <a:pt x="81518" y="419"/>
                  </a:lnTo>
                  <a:cubicBezTo>
                    <a:pt x="81647" y="419"/>
                    <a:pt x="81743" y="322"/>
                    <a:pt x="81743" y="226"/>
                  </a:cubicBezTo>
                  <a:cubicBezTo>
                    <a:pt x="81743" y="97"/>
                    <a:pt x="81647" y="1"/>
                    <a:pt x="81518" y="1"/>
                  </a:cubicBezTo>
                  <a:close/>
                  <a:moveTo>
                    <a:pt x="82804" y="1"/>
                  </a:moveTo>
                  <a:cubicBezTo>
                    <a:pt x="82708" y="1"/>
                    <a:pt x="82611" y="97"/>
                    <a:pt x="82611" y="226"/>
                  </a:cubicBezTo>
                  <a:cubicBezTo>
                    <a:pt x="82611" y="322"/>
                    <a:pt x="82708" y="419"/>
                    <a:pt x="82804" y="419"/>
                  </a:cubicBezTo>
                  <a:lnTo>
                    <a:pt x="84090" y="419"/>
                  </a:lnTo>
                  <a:cubicBezTo>
                    <a:pt x="84186" y="419"/>
                    <a:pt x="84283" y="322"/>
                    <a:pt x="84283" y="226"/>
                  </a:cubicBezTo>
                  <a:cubicBezTo>
                    <a:pt x="84283" y="97"/>
                    <a:pt x="84186" y="1"/>
                    <a:pt x="84090" y="1"/>
                  </a:cubicBezTo>
                  <a:close/>
                  <a:moveTo>
                    <a:pt x="85376" y="1"/>
                  </a:moveTo>
                  <a:cubicBezTo>
                    <a:pt x="85247" y="1"/>
                    <a:pt x="85151" y="97"/>
                    <a:pt x="85151" y="226"/>
                  </a:cubicBezTo>
                  <a:cubicBezTo>
                    <a:pt x="85151" y="322"/>
                    <a:pt x="85247" y="419"/>
                    <a:pt x="85376" y="419"/>
                  </a:cubicBezTo>
                  <a:lnTo>
                    <a:pt x="86629" y="419"/>
                  </a:lnTo>
                  <a:cubicBezTo>
                    <a:pt x="86758" y="419"/>
                    <a:pt x="86854" y="322"/>
                    <a:pt x="86854" y="226"/>
                  </a:cubicBezTo>
                  <a:cubicBezTo>
                    <a:pt x="86854" y="97"/>
                    <a:pt x="86758" y="1"/>
                    <a:pt x="86629" y="1"/>
                  </a:cubicBezTo>
                  <a:close/>
                  <a:moveTo>
                    <a:pt x="87915" y="1"/>
                  </a:moveTo>
                  <a:cubicBezTo>
                    <a:pt x="87787" y="1"/>
                    <a:pt x="87690" y="97"/>
                    <a:pt x="87690" y="226"/>
                  </a:cubicBezTo>
                  <a:cubicBezTo>
                    <a:pt x="87690" y="259"/>
                    <a:pt x="87702" y="293"/>
                    <a:pt x="87722" y="322"/>
                  </a:cubicBezTo>
                  <a:lnTo>
                    <a:pt x="87722" y="322"/>
                  </a:lnTo>
                  <a:lnTo>
                    <a:pt x="87722" y="1479"/>
                  </a:lnTo>
                  <a:cubicBezTo>
                    <a:pt x="87722" y="1608"/>
                    <a:pt x="87819" y="1704"/>
                    <a:pt x="87915" y="1704"/>
                  </a:cubicBezTo>
                  <a:cubicBezTo>
                    <a:pt x="88044" y="1704"/>
                    <a:pt x="88140" y="1608"/>
                    <a:pt x="88140" y="1479"/>
                  </a:cubicBezTo>
                  <a:lnTo>
                    <a:pt x="88140" y="226"/>
                  </a:lnTo>
                  <a:cubicBezTo>
                    <a:pt x="88140" y="161"/>
                    <a:pt x="88108" y="97"/>
                    <a:pt x="88076" y="65"/>
                  </a:cubicBezTo>
                  <a:cubicBezTo>
                    <a:pt x="88044" y="33"/>
                    <a:pt x="87979" y="1"/>
                    <a:pt x="87915" y="1"/>
                  </a:cubicBezTo>
                  <a:close/>
                  <a:moveTo>
                    <a:pt x="193" y="290"/>
                  </a:moveTo>
                  <a:cubicBezTo>
                    <a:pt x="97" y="290"/>
                    <a:pt x="0" y="386"/>
                    <a:pt x="0" y="515"/>
                  </a:cubicBezTo>
                  <a:lnTo>
                    <a:pt x="0" y="1769"/>
                  </a:lnTo>
                  <a:cubicBezTo>
                    <a:pt x="0" y="1897"/>
                    <a:pt x="97" y="1994"/>
                    <a:pt x="193" y="1994"/>
                  </a:cubicBezTo>
                  <a:cubicBezTo>
                    <a:pt x="322" y="1994"/>
                    <a:pt x="418" y="1897"/>
                    <a:pt x="418" y="1769"/>
                  </a:cubicBezTo>
                  <a:lnTo>
                    <a:pt x="418" y="515"/>
                  </a:lnTo>
                  <a:cubicBezTo>
                    <a:pt x="418" y="386"/>
                    <a:pt x="322" y="290"/>
                    <a:pt x="193" y="290"/>
                  </a:cubicBezTo>
                  <a:close/>
                  <a:moveTo>
                    <a:pt x="87915" y="2540"/>
                  </a:moveTo>
                  <a:cubicBezTo>
                    <a:pt x="87819" y="2540"/>
                    <a:pt x="87722" y="2637"/>
                    <a:pt x="87722" y="2765"/>
                  </a:cubicBezTo>
                  <a:lnTo>
                    <a:pt x="87722" y="4019"/>
                  </a:lnTo>
                  <a:cubicBezTo>
                    <a:pt x="87722" y="4147"/>
                    <a:pt x="87819" y="4244"/>
                    <a:pt x="87915" y="4244"/>
                  </a:cubicBezTo>
                  <a:cubicBezTo>
                    <a:pt x="88044" y="4244"/>
                    <a:pt x="88140" y="4147"/>
                    <a:pt x="88140" y="4019"/>
                  </a:cubicBezTo>
                  <a:lnTo>
                    <a:pt x="88140" y="2765"/>
                  </a:lnTo>
                  <a:cubicBezTo>
                    <a:pt x="88140" y="2637"/>
                    <a:pt x="88044" y="2540"/>
                    <a:pt x="87915" y="2540"/>
                  </a:cubicBezTo>
                  <a:close/>
                  <a:moveTo>
                    <a:pt x="193" y="2829"/>
                  </a:moveTo>
                  <a:cubicBezTo>
                    <a:pt x="97" y="2829"/>
                    <a:pt x="0" y="2926"/>
                    <a:pt x="0" y="3054"/>
                  </a:cubicBezTo>
                  <a:lnTo>
                    <a:pt x="0" y="4340"/>
                  </a:lnTo>
                  <a:cubicBezTo>
                    <a:pt x="0" y="4437"/>
                    <a:pt x="97" y="4533"/>
                    <a:pt x="193" y="4533"/>
                  </a:cubicBezTo>
                  <a:cubicBezTo>
                    <a:pt x="322" y="4533"/>
                    <a:pt x="418" y="4437"/>
                    <a:pt x="418" y="4340"/>
                  </a:cubicBezTo>
                  <a:lnTo>
                    <a:pt x="418" y="3054"/>
                  </a:lnTo>
                  <a:cubicBezTo>
                    <a:pt x="418" y="2926"/>
                    <a:pt x="322" y="2829"/>
                    <a:pt x="193" y="2829"/>
                  </a:cubicBezTo>
                  <a:close/>
                  <a:moveTo>
                    <a:pt x="87915" y="5080"/>
                  </a:moveTo>
                  <a:cubicBezTo>
                    <a:pt x="87819" y="5080"/>
                    <a:pt x="87722" y="5176"/>
                    <a:pt x="87722" y="5305"/>
                  </a:cubicBezTo>
                  <a:lnTo>
                    <a:pt x="87722" y="6590"/>
                  </a:lnTo>
                  <a:cubicBezTo>
                    <a:pt x="87722" y="6687"/>
                    <a:pt x="87819" y="6783"/>
                    <a:pt x="87915" y="6783"/>
                  </a:cubicBezTo>
                  <a:cubicBezTo>
                    <a:pt x="88044" y="6783"/>
                    <a:pt x="88140" y="6687"/>
                    <a:pt x="88140" y="6590"/>
                  </a:cubicBezTo>
                  <a:lnTo>
                    <a:pt x="88140" y="5305"/>
                  </a:lnTo>
                  <a:cubicBezTo>
                    <a:pt x="88140" y="5176"/>
                    <a:pt x="88044" y="5080"/>
                    <a:pt x="87915" y="5080"/>
                  </a:cubicBezTo>
                  <a:close/>
                  <a:moveTo>
                    <a:pt x="193" y="5401"/>
                  </a:moveTo>
                  <a:cubicBezTo>
                    <a:pt x="97" y="5401"/>
                    <a:pt x="0" y="5497"/>
                    <a:pt x="0" y="5594"/>
                  </a:cubicBezTo>
                  <a:lnTo>
                    <a:pt x="0" y="6880"/>
                  </a:lnTo>
                  <a:cubicBezTo>
                    <a:pt x="0" y="7008"/>
                    <a:pt x="97" y="7105"/>
                    <a:pt x="193" y="7105"/>
                  </a:cubicBezTo>
                  <a:cubicBezTo>
                    <a:pt x="322" y="7105"/>
                    <a:pt x="418" y="7008"/>
                    <a:pt x="418" y="6880"/>
                  </a:cubicBezTo>
                  <a:lnTo>
                    <a:pt x="418" y="5594"/>
                  </a:lnTo>
                  <a:cubicBezTo>
                    <a:pt x="418" y="5497"/>
                    <a:pt x="322" y="5401"/>
                    <a:pt x="193" y="5401"/>
                  </a:cubicBezTo>
                  <a:close/>
                  <a:moveTo>
                    <a:pt x="87915" y="7651"/>
                  </a:moveTo>
                  <a:cubicBezTo>
                    <a:pt x="87819" y="7651"/>
                    <a:pt x="87722" y="7748"/>
                    <a:pt x="87722" y="7844"/>
                  </a:cubicBezTo>
                  <a:lnTo>
                    <a:pt x="87722" y="9130"/>
                  </a:lnTo>
                  <a:cubicBezTo>
                    <a:pt x="87722" y="9258"/>
                    <a:pt x="87819" y="9355"/>
                    <a:pt x="87915" y="9355"/>
                  </a:cubicBezTo>
                  <a:cubicBezTo>
                    <a:pt x="88044" y="9355"/>
                    <a:pt x="88140" y="9258"/>
                    <a:pt x="88140" y="9130"/>
                  </a:cubicBezTo>
                  <a:lnTo>
                    <a:pt x="88140" y="7844"/>
                  </a:lnTo>
                  <a:cubicBezTo>
                    <a:pt x="88140" y="7748"/>
                    <a:pt x="88044" y="7651"/>
                    <a:pt x="87915" y="7651"/>
                  </a:cubicBezTo>
                  <a:close/>
                  <a:moveTo>
                    <a:pt x="193" y="7940"/>
                  </a:moveTo>
                  <a:cubicBezTo>
                    <a:pt x="97" y="7940"/>
                    <a:pt x="0" y="8037"/>
                    <a:pt x="0" y="8165"/>
                  </a:cubicBezTo>
                  <a:lnTo>
                    <a:pt x="0" y="9419"/>
                  </a:lnTo>
                  <a:cubicBezTo>
                    <a:pt x="0" y="9548"/>
                    <a:pt x="97" y="9644"/>
                    <a:pt x="193" y="9644"/>
                  </a:cubicBezTo>
                  <a:cubicBezTo>
                    <a:pt x="322" y="9644"/>
                    <a:pt x="418" y="9548"/>
                    <a:pt x="418" y="9419"/>
                  </a:cubicBezTo>
                  <a:lnTo>
                    <a:pt x="418" y="8165"/>
                  </a:lnTo>
                  <a:cubicBezTo>
                    <a:pt x="418" y="8037"/>
                    <a:pt x="322" y="7940"/>
                    <a:pt x="193" y="7940"/>
                  </a:cubicBezTo>
                  <a:close/>
                  <a:moveTo>
                    <a:pt x="87915" y="10191"/>
                  </a:moveTo>
                  <a:cubicBezTo>
                    <a:pt x="87819" y="10191"/>
                    <a:pt x="87722" y="10287"/>
                    <a:pt x="87722" y="10416"/>
                  </a:cubicBezTo>
                  <a:lnTo>
                    <a:pt x="87722" y="11669"/>
                  </a:lnTo>
                  <a:cubicBezTo>
                    <a:pt x="87722" y="11798"/>
                    <a:pt x="87819" y="11894"/>
                    <a:pt x="87915" y="11894"/>
                  </a:cubicBezTo>
                  <a:cubicBezTo>
                    <a:pt x="88044" y="11894"/>
                    <a:pt x="88140" y="11798"/>
                    <a:pt x="88140" y="11669"/>
                  </a:cubicBezTo>
                  <a:lnTo>
                    <a:pt x="88140" y="10416"/>
                  </a:lnTo>
                  <a:cubicBezTo>
                    <a:pt x="88140" y="10287"/>
                    <a:pt x="88044" y="10191"/>
                    <a:pt x="87915" y="10191"/>
                  </a:cubicBezTo>
                  <a:close/>
                  <a:moveTo>
                    <a:pt x="193" y="10480"/>
                  </a:moveTo>
                  <a:cubicBezTo>
                    <a:pt x="97" y="10480"/>
                    <a:pt x="0" y="10576"/>
                    <a:pt x="0" y="10705"/>
                  </a:cubicBezTo>
                  <a:lnTo>
                    <a:pt x="0" y="11991"/>
                  </a:lnTo>
                  <a:cubicBezTo>
                    <a:pt x="0" y="12087"/>
                    <a:pt x="97" y="12183"/>
                    <a:pt x="193" y="12183"/>
                  </a:cubicBezTo>
                  <a:cubicBezTo>
                    <a:pt x="322" y="12183"/>
                    <a:pt x="418" y="12087"/>
                    <a:pt x="418" y="11991"/>
                  </a:cubicBezTo>
                  <a:lnTo>
                    <a:pt x="418" y="10705"/>
                  </a:lnTo>
                  <a:cubicBezTo>
                    <a:pt x="418" y="10576"/>
                    <a:pt x="322" y="10480"/>
                    <a:pt x="193" y="10480"/>
                  </a:cubicBezTo>
                  <a:close/>
                  <a:moveTo>
                    <a:pt x="87915" y="12730"/>
                  </a:moveTo>
                  <a:cubicBezTo>
                    <a:pt x="87819" y="12730"/>
                    <a:pt x="87722" y="12826"/>
                    <a:pt x="87722" y="12955"/>
                  </a:cubicBezTo>
                  <a:lnTo>
                    <a:pt x="87722" y="14241"/>
                  </a:lnTo>
                  <a:cubicBezTo>
                    <a:pt x="87722" y="14337"/>
                    <a:pt x="87819" y="14434"/>
                    <a:pt x="87915" y="14434"/>
                  </a:cubicBezTo>
                  <a:cubicBezTo>
                    <a:pt x="88044" y="14434"/>
                    <a:pt x="88140" y="14337"/>
                    <a:pt x="88140" y="14241"/>
                  </a:cubicBezTo>
                  <a:lnTo>
                    <a:pt x="88140" y="12955"/>
                  </a:lnTo>
                  <a:cubicBezTo>
                    <a:pt x="88140" y="12826"/>
                    <a:pt x="88044" y="12730"/>
                    <a:pt x="87915" y="12730"/>
                  </a:cubicBezTo>
                  <a:close/>
                  <a:moveTo>
                    <a:pt x="193" y="13051"/>
                  </a:moveTo>
                  <a:cubicBezTo>
                    <a:pt x="97" y="13051"/>
                    <a:pt x="0" y="13148"/>
                    <a:pt x="0" y="13244"/>
                  </a:cubicBezTo>
                  <a:lnTo>
                    <a:pt x="0" y="14530"/>
                  </a:lnTo>
                  <a:cubicBezTo>
                    <a:pt x="0" y="14659"/>
                    <a:pt x="97" y="14755"/>
                    <a:pt x="193" y="14755"/>
                  </a:cubicBezTo>
                  <a:cubicBezTo>
                    <a:pt x="322" y="14755"/>
                    <a:pt x="418" y="14659"/>
                    <a:pt x="418" y="14530"/>
                  </a:cubicBezTo>
                  <a:lnTo>
                    <a:pt x="418" y="13244"/>
                  </a:lnTo>
                  <a:cubicBezTo>
                    <a:pt x="418" y="13148"/>
                    <a:pt x="322" y="13051"/>
                    <a:pt x="193" y="13051"/>
                  </a:cubicBezTo>
                  <a:close/>
                  <a:moveTo>
                    <a:pt x="87915" y="15302"/>
                  </a:moveTo>
                  <a:cubicBezTo>
                    <a:pt x="87819" y="15302"/>
                    <a:pt x="87722" y="15398"/>
                    <a:pt x="87722" y="15494"/>
                  </a:cubicBezTo>
                  <a:lnTo>
                    <a:pt x="87722" y="16780"/>
                  </a:lnTo>
                  <a:cubicBezTo>
                    <a:pt x="87722" y="16909"/>
                    <a:pt x="87819" y="17005"/>
                    <a:pt x="87915" y="17005"/>
                  </a:cubicBezTo>
                  <a:cubicBezTo>
                    <a:pt x="88044" y="17005"/>
                    <a:pt x="88140" y="16909"/>
                    <a:pt x="88140" y="16780"/>
                  </a:cubicBezTo>
                  <a:lnTo>
                    <a:pt x="88140" y="15494"/>
                  </a:lnTo>
                  <a:cubicBezTo>
                    <a:pt x="88140" y="15398"/>
                    <a:pt x="88044" y="15302"/>
                    <a:pt x="87915" y="15302"/>
                  </a:cubicBezTo>
                  <a:close/>
                  <a:moveTo>
                    <a:pt x="193" y="15591"/>
                  </a:moveTo>
                  <a:cubicBezTo>
                    <a:pt x="97" y="15591"/>
                    <a:pt x="0" y="15687"/>
                    <a:pt x="0" y="15816"/>
                  </a:cubicBezTo>
                  <a:lnTo>
                    <a:pt x="0" y="17069"/>
                  </a:lnTo>
                  <a:cubicBezTo>
                    <a:pt x="0" y="17198"/>
                    <a:pt x="97" y="17294"/>
                    <a:pt x="193" y="17294"/>
                  </a:cubicBezTo>
                  <a:cubicBezTo>
                    <a:pt x="322" y="17294"/>
                    <a:pt x="418" y="17198"/>
                    <a:pt x="418" y="17069"/>
                  </a:cubicBezTo>
                  <a:lnTo>
                    <a:pt x="418" y="15816"/>
                  </a:lnTo>
                  <a:cubicBezTo>
                    <a:pt x="418" y="15687"/>
                    <a:pt x="322" y="15591"/>
                    <a:pt x="193" y="15591"/>
                  </a:cubicBezTo>
                  <a:close/>
                  <a:moveTo>
                    <a:pt x="87915" y="17841"/>
                  </a:moveTo>
                  <a:cubicBezTo>
                    <a:pt x="87819" y="17841"/>
                    <a:pt x="87722" y="17937"/>
                    <a:pt x="87722" y="18066"/>
                  </a:cubicBezTo>
                  <a:lnTo>
                    <a:pt x="87722" y="19320"/>
                  </a:lnTo>
                  <a:cubicBezTo>
                    <a:pt x="87722" y="19448"/>
                    <a:pt x="87819" y="19545"/>
                    <a:pt x="87915" y="19545"/>
                  </a:cubicBezTo>
                  <a:cubicBezTo>
                    <a:pt x="88044" y="19545"/>
                    <a:pt x="88140" y="19448"/>
                    <a:pt x="88140" y="19320"/>
                  </a:cubicBezTo>
                  <a:lnTo>
                    <a:pt x="88140" y="18066"/>
                  </a:lnTo>
                  <a:cubicBezTo>
                    <a:pt x="88140" y="17937"/>
                    <a:pt x="88044" y="17841"/>
                    <a:pt x="87915" y="17841"/>
                  </a:cubicBezTo>
                  <a:close/>
                  <a:moveTo>
                    <a:pt x="193" y="18130"/>
                  </a:moveTo>
                  <a:cubicBezTo>
                    <a:pt x="97" y="18130"/>
                    <a:pt x="0" y="18227"/>
                    <a:pt x="0" y="18355"/>
                  </a:cubicBezTo>
                  <a:lnTo>
                    <a:pt x="0" y="19641"/>
                  </a:lnTo>
                  <a:cubicBezTo>
                    <a:pt x="0" y="19737"/>
                    <a:pt x="97" y="19834"/>
                    <a:pt x="193" y="19834"/>
                  </a:cubicBezTo>
                  <a:cubicBezTo>
                    <a:pt x="322" y="19834"/>
                    <a:pt x="418" y="19737"/>
                    <a:pt x="418" y="19641"/>
                  </a:cubicBezTo>
                  <a:lnTo>
                    <a:pt x="418" y="18355"/>
                  </a:lnTo>
                  <a:cubicBezTo>
                    <a:pt x="418" y="18227"/>
                    <a:pt x="322" y="18130"/>
                    <a:pt x="193" y="18130"/>
                  </a:cubicBezTo>
                  <a:close/>
                  <a:moveTo>
                    <a:pt x="87915" y="20380"/>
                  </a:moveTo>
                  <a:cubicBezTo>
                    <a:pt x="87819" y="20380"/>
                    <a:pt x="87722" y="20477"/>
                    <a:pt x="87722" y="20605"/>
                  </a:cubicBezTo>
                  <a:lnTo>
                    <a:pt x="87722" y="21891"/>
                  </a:lnTo>
                  <a:cubicBezTo>
                    <a:pt x="87722" y="21988"/>
                    <a:pt x="87819" y="22084"/>
                    <a:pt x="87915" y="22084"/>
                  </a:cubicBezTo>
                  <a:cubicBezTo>
                    <a:pt x="88044" y="22084"/>
                    <a:pt x="88140" y="21988"/>
                    <a:pt x="88140" y="21891"/>
                  </a:cubicBezTo>
                  <a:lnTo>
                    <a:pt x="88140" y="20605"/>
                  </a:lnTo>
                  <a:cubicBezTo>
                    <a:pt x="88140" y="20477"/>
                    <a:pt x="88044" y="20380"/>
                    <a:pt x="87915" y="20380"/>
                  </a:cubicBezTo>
                  <a:close/>
                  <a:moveTo>
                    <a:pt x="193" y="20702"/>
                  </a:moveTo>
                  <a:cubicBezTo>
                    <a:pt x="97" y="20702"/>
                    <a:pt x="0" y="20798"/>
                    <a:pt x="0" y="20895"/>
                  </a:cubicBezTo>
                  <a:lnTo>
                    <a:pt x="0" y="22180"/>
                  </a:lnTo>
                  <a:cubicBezTo>
                    <a:pt x="0" y="22309"/>
                    <a:pt x="97" y="22405"/>
                    <a:pt x="193" y="22405"/>
                  </a:cubicBezTo>
                  <a:cubicBezTo>
                    <a:pt x="322" y="22405"/>
                    <a:pt x="418" y="22309"/>
                    <a:pt x="418" y="22180"/>
                  </a:cubicBezTo>
                  <a:lnTo>
                    <a:pt x="418" y="20895"/>
                  </a:lnTo>
                  <a:cubicBezTo>
                    <a:pt x="418" y="20798"/>
                    <a:pt x="322" y="20702"/>
                    <a:pt x="193" y="20702"/>
                  </a:cubicBezTo>
                  <a:close/>
                  <a:moveTo>
                    <a:pt x="87915" y="22952"/>
                  </a:moveTo>
                  <a:cubicBezTo>
                    <a:pt x="87819" y="22952"/>
                    <a:pt x="87722" y="23048"/>
                    <a:pt x="87722" y="23145"/>
                  </a:cubicBezTo>
                  <a:lnTo>
                    <a:pt x="87722" y="24431"/>
                  </a:lnTo>
                  <a:cubicBezTo>
                    <a:pt x="87722" y="24559"/>
                    <a:pt x="87819" y="24656"/>
                    <a:pt x="87915" y="24656"/>
                  </a:cubicBezTo>
                  <a:cubicBezTo>
                    <a:pt x="88044" y="24656"/>
                    <a:pt x="88140" y="24559"/>
                    <a:pt x="88140" y="24431"/>
                  </a:cubicBezTo>
                  <a:lnTo>
                    <a:pt x="88140" y="23145"/>
                  </a:lnTo>
                  <a:cubicBezTo>
                    <a:pt x="88140" y="23048"/>
                    <a:pt x="88044" y="22952"/>
                    <a:pt x="87915" y="22952"/>
                  </a:cubicBezTo>
                  <a:close/>
                  <a:moveTo>
                    <a:pt x="193" y="23241"/>
                  </a:moveTo>
                  <a:cubicBezTo>
                    <a:pt x="97" y="23241"/>
                    <a:pt x="0" y="23338"/>
                    <a:pt x="0" y="23466"/>
                  </a:cubicBezTo>
                  <a:lnTo>
                    <a:pt x="0" y="24720"/>
                  </a:lnTo>
                  <a:cubicBezTo>
                    <a:pt x="0" y="24848"/>
                    <a:pt x="97" y="24945"/>
                    <a:pt x="193" y="24945"/>
                  </a:cubicBezTo>
                  <a:cubicBezTo>
                    <a:pt x="322" y="24945"/>
                    <a:pt x="418" y="24848"/>
                    <a:pt x="418" y="24720"/>
                  </a:cubicBezTo>
                  <a:lnTo>
                    <a:pt x="418" y="23466"/>
                  </a:lnTo>
                  <a:cubicBezTo>
                    <a:pt x="418" y="23338"/>
                    <a:pt x="322" y="23241"/>
                    <a:pt x="193" y="23241"/>
                  </a:cubicBezTo>
                  <a:close/>
                  <a:moveTo>
                    <a:pt x="87915" y="25491"/>
                  </a:moveTo>
                  <a:cubicBezTo>
                    <a:pt x="87819" y="25491"/>
                    <a:pt x="87722" y="25588"/>
                    <a:pt x="87722" y="25716"/>
                  </a:cubicBezTo>
                  <a:lnTo>
                    <a:pt x="87722" y="26970"/>
                  </a:lnTo>
                  <a:cubicBezTo>
                    <a:pt x="87722" y="27099"/>
                    <a:pt x="87819" y="27195"/>
                    <a:pt x="87915" y="27195"/>
                  </a:cubicBezTo>
                  <a:cubicBezTo>
                    <a:pt x="88044" y="27195"/>
                    <a:pt x="88140" y="27099"/>
                    <a:pt x="88140" y="26970"/>
                  </a:cubicBezTo>
                  <a:lnTo>
                    <a:pt x="88140" y="25716"/>
                  </a:lnTo>
                  <a:cubicBezTo>
                    <a:pt x="88140" y="25588"/>
                    <a:pt x="88044" y="25491"/>
                    <a:pt x="87915" y="25491"/>
                  </a:cubicBezTo>
                  <a:close/>
                  <a:moveTo>
                    <a:pt x="193" y="25813"/>
                  </a:moveTo>
                  <a:cubicBezTo>
                    <a:pt x="97" y="25813"/>
                    <a:pt x="0" y="25909"/>
                    <a:pt x="0" y="26006"/>
                  </a:cubicBezTo>
                  <a:lnTo>
                    <a:pt x="0" y="27291"/>
                  </a:lnTo>
                  <a:cubicBezTo>
                    <a:pt x="0" y="27388"/>
                    <a:pt x="97" y="27484"/>
                    <a:pt x="193" y="27484"/>
                  </a:cubicBezTo>
                  <a:cubicBezTo>
                    <a:pt x="322" y="27484"/>
                    <a:pt x="418" y="27388"/>
                    <a:pt x="418" y="27291"/>
                  </a:cubicBezTo>
                  <a:lnTo>
                    <a:pt x="418" y="26006"/>
                  </a:lnTo>
                  <a:cubicBezTo>
                    <a:pt x="418" y="25909"/>
                    <a:pt x="322" y="25813"/>
                    <a:pt x="193" y="25813"/>
                  </a:cubicBezTo>
                  <a:close/>
                  <a:moveTo>
                    <a:pt x="87915" y="28063"/>
                  </a:moveTo>
                  <a:cubicBezTo>
                    <a:pt x="87819" y="28063"/>
                    <a:pt x="87722" y="28127"/>
                    <a:pt x="87722" y="28256"/>
                  </a:cubicBezTo>
                  <a:lnTo>
                    <a:pt x="87722" y="29542"/>
                  </a:lnTo>
                  <a:cubicBezTo>
                    <a:pt x="87722" y="29638"/>
                    <a:pt x="87819" y="29734"/>
                    <a:pt x="87915" y="29734"/>
                  </a:cubicBezTo>
                  <a:cubicBezTo>
                    <a:pt x="88044" y="29734"/>
                    <a:pt x="88140" y="29638"/>
                    <a:pt x="88140" y="29542"/>
                  </a:cubicBezTo>
                  <a:lnTo>
                    <a:pt x="88140" y="28256"/>
                  </a:lnTo>
                  <a:cubicBezTo>
                    <a:pt x="88140" y="28127"/>
                    <a:pt x="88044" y="28063"/>
                    <a:pt x="87915" y="28063"/>
                  </a:cubicBezTo>
                  <a:close/>
                  <a:moveTo>
                    <a:pt x="193" y="28352"/>
                  </a:moveTo>
                  <a:cubicBezTo>
                    <a:pt x="97" y="28352"/>
                    <a:pt x="0" y="28449"/>
                    <a:pt x="0" y="28577"/>
                  </a:cubicBezTo>
                  <a:lnTo>
                    <a:pt x="0" y="29831"/>
                  </a:lnTo>
                  <a:cubicBezTo>
                    <a:pt x="0" y="29959"/>
                    <a:pt x="97" y="30056"/>
                    <a:pt x="193" y="30056"/>
                  </a:cubicBezTo>
                  <a:cubicBezTo>
                    <a:pt x="322" y="30056"/>
                    <a:pt x="418" y="29959"/>
                    <a:pt x="418" y="29831"/>
                  </a:cubicBezTo>
                  <a:lnTo>
                    <a:pt x="418" y="28577"/>
                  </a:lnTo>
                  <a:cubicBezTo>
                    <a:pt x="418" y="28449"/>
                    <a:pt x="322" y="28352"/>
                    <a:pt x="193" y="28352"/>
                  </a:cubicBezTo>
                  <a:close/>
                  <a:moveTo>
                    <a:pt x="87915" y="30602"/>
                  </a:moveTo>
                  <a:cubicBezTo>
                    <a:pt x="87819" y="30602"/>
                    <a:pt x="87722" y="30699"/>
                    <a:pt x="87722" y="30795"/>
                  </a:cubicBezTo>
                  <a:lnTo>
                    <a:pt x="87722" y="32081"/>
                  </a:lnTo>
                  <a:cubicBezTo>
                    <a:pt x="87722" y="32210"/>
                    <a:pt x="87819" y="32306"/>
                    <a:pt x="87915" y="32306"/>
                  </a:cubicBezTo>
                  <a:cubicBezTo>
                    <a:pt x="88044" y="32306"/>
                    <a:pt x="88140" y="32210"/>
                    <a:pt x="88140" y="32081"/>
                  </a:cubicBezTo>
                  <a:lnTo>
                    <a:pt x="88140" y="30795"/>
                  </a:lnTo>
                  <a:cubicBezTo>
                    <a:pt x="88140" y="30699"/>
                    <a:pt x="88044" y="30602"/>
                    <a:pt x="87915" y="30602"/>
                  </a:cubicBezTo>
                  <a:close/>
                  <a:moveTo>
                    <a:pt x="193" y="30892"/>
                  </a:moveTo>
                  <a:cubicBezTo>
                    <a:pt x="97" y="30892"/>
                    <a:pt x="0" y="30988"/>
                    <a:pt x="0" y="31117"/>
                  </a:cubicBezTo>
                  <a:lnTo>
                    <a:pt x="0" y="32402"/>
                  </a:lnTo>
                  <a:cubicBezTo>
                    <a:pt x="0" y="32499"/>
                    <a:pt x="97" y="32595"/>
                    <a:pt x="193" y="32595"/>
                  </a:cubicBezTo>
                  <a:cubicBezTo>
                    <a:pt x="322" y="32595"/>
                    <a:pt x="418" y="32499"/>
                    <a:pt x="418" y="32402"/>
                  </a:cubicBezTo>
                  <a:lnTo>
                    <a:pt x="418" y="31117"/>
                  </a:lnTo>
                  <a:cubicBezTo>
                    <a:pt x="418" y="30988"/>
                    <a:pt x="322" y="30892"/>
                    <a:pt x="193" y="30892"/>
                  </a:cubicBezTo>
                  <a:close/>
                  <a:moveTo>
                    <a:pt x="87915" y="33142"/>
                  </a:moveTo>
                  <a:cubicBezTo>
                    <a:pt x="87819" y="33142"/>
                    <a:pt x="87722" y="33238"/>
                    <a:pt x="87722" y="33367"/>
                  </a:cubicBezTo>
                  <a:lnTo>
                    <a:pt x="87722" y="33592"/>
                  </a:lnTo>
                  <a:cubicBezTo>
                    <a:pt x="87722" y="33656"/>
                    <a:pt x="87722" y="33720"/>
                    <a:pt x="87787" y="33752"/>
                  </a:cubicBezTo>
                  <a:cubicBezTo>
                    <a:pt x="87819" y="33785"/>
                    <a:pt x="87883" y="33817"/>
                    <a:pt x="87915" y="33817"/>
                  </a:cubicBezTo>
                  <a:lnTo>
                    <a:pt x="88944" y="33817"/>
                  </a:lnTo>
                  <a:cubicBezTo>
                    <a:pt x="89072" y="33817"/>
                    <a:pt x="89169" y="33720"/>
                    <a:pt x="89169" y="33592"/>
                  </a:cubicBezTo>
                  <a:cubicBezTo>
                    <a:pt x="89169" y="33495"/>
                    <a:pt x="89072" y="33399"/>
                    <a:pt x="88944" y="33399"/>
                  </a:cubicBezTo>
                  <a:lnTo>
                    <a:pt x="88140" y="33399"/>
                  </a:lnTo>
                  <a:lnTo>
                    <a:pt x="88140" y="33367"/>
                  </a:lnTo>
                  <a:cubicBezTo>
                    <a:pt x="88140" y="33238"/>
                    <a:pt x="88044" y="33142"/>
                    <a:pt x="87915" y="33142"/>
                  </a:cubicBezTo>
                  <a:close/>
                  <a:moveTo>
                    <a:pt x="90230" y="33399"/>
                  </a:moveTo>
                  <a:cubicBezTo>
                    <a:pt x="90101" y="33399"/>
                    <a:pt x="90005" y="33495"/>
                    <a:pt x="90005" y="33592"/>
                  </a:cubicBezTo>
                  <a:cubicBezTo>
                    <a:pt x="90005" y="33720"/>
                    <a:pt x="90101" y="33817"/>
                    <a:pt x="90230" y="33817"/>
                  </a:cubicBezTo>
                  <a:lnTo>
                    <a:pt x="91515" y="33817"/>
                  </a:lnTo>
                  <a:cubicBezTo>
                    <a:pt x="91612" y="33817"/>
                    <a:pt x="91708" y="33720"/>
                    <a:pt x="91708" y="33592"/>
                  </a:cubicBezTo>
                  <a:cubicBezTo>
                    <a:pt x="91708" y="33495"/>
                    <a:pt x="91612" y="33399"/>
                    <a:pt x="91515" y="33399"/>
                  </a:cubicBezTo>
                  <a:close/>
                  <a:moveTo>
                    <a:pt x="92769" y="33399"/>
                  </a:moveTo>
                  <a:cubicBezTo>
                    <a:pt x="92673" y="33399"/>
                    <a:pt x="92576" y="33495"/>
                    <a:pt x="92576" y="33592"/>
                  </a:cubicBezTo>
                  <a:cubicBezTo>
                    <a:pt x="92576" y="33720"/>
                    <a:pt x="92673" y="33817"/>
                    <a:pt x="92769" y="33817"/>
                  </a:cubicBezTo>
                  <a:lnTo>
                    <a:pt x="94055" y="33817"/>
                  </a:lnTo>
                  <a:cubicBezTo>
                    <a:pt x="94183" y="33817"/>
                    <a:pt x="94280" y="33720"/>
                    <a:pt x="94280" y="33592"/>
                  </a:cubicBezTo>
                  <a:cubicBezTo>
                    <a:pt x="94280" y="33495"/>
                    <a:pt x="94183" y="33399"/>
                    <a:pt x="94055" y="33399"/>
                  </a:cubicBezTo>
                  <a:close/>
                  <a:moveTo>
                    <a:pt x="95341" y="33399"/>
                  </a:moveTo>
                  <a:cubicBezTo>
                    <a:pt x="95212" y="33399"/>
                    <a:pt x="95115" y="33495"/>
                    <a:pt x="95115" y="33592"/>
                  </a:cubicBezTo>
                  <a:cubicBezTo>
                    <a:pt x="95115" y="33720"/>
                    <a:pt x="95212" y="33817"/>
                    <a:pt x="95341" y="33817"/>
                  </a:cubicBezTo>
                  <a:lnTo>
                    <a:pt x="96594" y="33817"/>
                  </a:lnTo>
                  <a:cubicBezTo>
                    <a:pt x="96723" y="33817"/>
                    <a:pt x="96819" y="33720"/>
                    <a:pt x="96819" y="33592"/>
                  </a:cubicBezTo>
                  <a:cubicBezTo>
                    <a:pt x="96819" y="33495"/>
                    <a:pt x="96723" y="33399"/>
                    <a:pt x="96594" y="33399"/>
                  </a:cubicBezTo>
                  <a:close/>
                  <a:moveTo>
                    <a:pt x="97880" y="33399"/>
                  </a:moveTo>
                  <a:cubicBezTo>
                    <a:pt x="97751" y="33399"/>
                    <a:pt x="97655" y="33495"/>
                    <a:pt x="97655" y="33592"/>
                  </a:cubicBezTo>
                  <a:cubicBezTo>
                    <a:pt x="97655" y="33720"/>
                    <a:pt x="97751" y="33817"/>
                    <a:pt x="97880" y="33817"/>
                  </a:cubicBezTo>
                  <a:lnTo>
                    <a:pt x="99166" y="33817"/>
                  </a:lnTo>
                  <a:cubicBezTo>
                    <a:pt x="99262" y="33817"/>
                    <a:pt x="99359" y="33720"/>
                    <a:pt x="99359" y="33592"/>
                  </a:cubicBezTo>
                  <a:cubicBezTo>
                    <a:pt x="99359" y="33495"/>
                    <a:pt x="99262" y="33399"/>
                    <a:pt x="99166" y="33399"/>
                  </a:cubicBezTo>
                  <a:close/>
                  <a:moveTo>
                    <a:pt x="100419" y="33399"/>
                  </a:moveTo>
                  <a:cubicBezTo>
                    <a:pt x="100323" y="33399"/>
                    <a:pt x="100226" y="33495"/>
                    <a:pt x="100226" y="33592"/>
                  </a:cubicBezTo>
                  <a:cubicBezTo>
                    <a:pt x="100226" y="33720"/>
                    <a:pt x="100323" y="33817"/>
                    <a:pt x="100419" y="33817"/>
                  </a:cubicBezTo>
                  <a:lnTo>
                    <a:pt x="101705" y="33817"/>
                  </a:lnTo>
                  <a:cubicBezTo>
                    <a:pt x="101834" y="33817"/>
                    <a:pt x="101930" y="33720"/>
                    <a:pt x="101930" y="33592"/>
                  </a:cubicBezTo>
                  <a:cubicBezTo>
                    <a:pt x="101930" y="33495"/>
                    <a:pt x="101834" y="33399"/>
                    <a:pt x="101705" y="33399"/>
                  </a:cubicBezTo>
                  <a:close/>
                  <a:moveTo>
                    <a:pt x="102991" y="33399"/>
                  </a:moveTo>
                  <a:cubicBezTo>
                    <a:pt x="102862" y="33399"/>
                    <a:pt x="102766" y="33495"/>
                    <a:pt x="102766" y="33592"/>
                  </a:cubicBezTo>
                  <a:cubicBezTo>
                    <a:pt x="102766" y="33720"/>
                    <a:pt x="102862" y="33817"/>
                    <a:pt x="102991" y="33817"/>
                  </a:cubicBezTo>
                  <a:lnTo>
                    <a:pt x="104245" y="33817"/>
                  </a:lnTo>
                  <a:cubicBezTo>
                    <a:pt x="104373" y="33817"/>
                    <a:pt x="104470" y="33720"/>
                    <a:pt x="104470" y="33592"/>
                  </a:cubicBezTo>
                  <a:cubicBezTo>
                    <a:pt x="104470" y="33495"/>
                    <a:pt x="104373" y="33399"/>
                    <a:pt x="104245" y="33399"/>
                  </a:cubicBezTo>
                  <a:close/>
                  <a:moveTo>
                    <a:pt x="105530" y="33399"/>
                  </a:moveTo>
                  <a:cubicBezTo>
                    <a:pt x="105434" y="33399"/>
                    <a:pt x="105337" y="33495"/>
                    <a:pt x="105337" y="33592"/>
                  </a:cubicBezTo>
                  <a:cubicBezTo>
                    <a:pt x="105337" y="33720"/>
                    <a:pt x="105434" y="33817"/>
                    <a:pt x="105530" y="33817"/>
                  </a:cubicBezTo>
                  <a:lnTo>
                    <a:pt x="106816" y="33817"/>
                  </a:lnTo>
                  <a:cubicBezTo>
                    <a:pt x="106912" y="33817"/>
                    <a:pt x="107009" y="33720"/>
                    <a:pt x="107009" y="33592"/>
                  </a:cubicBezTo>
                  <a:cubicBezTo>
                    <a:pt x="107009" y="33495"/>
                    <a:pt x="106912" y="33399"/>
                    <a:pt x="106816" y="33399"/>
                  </a:cubicBezTo>
                  <a:close/>
                  <a:moveTo>
                    <a:pt x="108102" y="33399"/>
                  </a:moveTo>
                  <a:cubicBezTo>
                    <a:pt x="107973" y="33399"/>
                    <a:pt x="107877" y="33495"/>
                    <a:pt x="107877" y="33592"/>
                  </a:cubicBezTo>
                  <a:cubicBezTo>
                    <a:pt x="107877" y="33720"/>
                    <a:pt x="107973" y="33817"/>
                    <a:pt x="108102" y="33817"/>
                  </a:cubicBezTo>
                  <a:lnTo>
                    <a:pt x="109355" y="33817"/>
                  </a:lnTo>
                  <a:cubicBezTo>
                    <a:pt x="109484" y="33817"/>
                    <a:pt x="109580" y="33720"/>
                    <a:pt x="109580" y="33592"/>
                  </a:cubicBezTo>
                  <a:cubicBezTo>
                    <a:pt x="109580" y="33495"/>
                    <a:pt x="109484" y="33399"/>
                    <a:pt x="109355" y="33399"/>
                  </a:cubicBezTo>
                  <a:close/>
                  <a:moveTo>
                    <a:pt x="110641" y="33399"/>
                  </a:moveTo>
                  <a:cubicBezTo>
                    <a:pt x="110513" y="33399"/>
                    <a:pt x="110416" y="33495"/>
                    <a:pt x="110416" y="33592"/>
                  </a:cubicBezTo>
                  <a:cubicBezTo>
                    <a:pt x="110416" y="33720"/>
                    <a:pt x="110513" y="33817"/>
                    <a:pt x="110641" y="33817"/>
                  </a:cubicBezTo>
                  <a:lnTo>
                    <a:pt x="111927" y="33817"/>
                  </a:lnTo>
                  <a:cubicBezTo>
                    <a:pt x="112023" y="33817"/>
                    <a:pt x="112120" y="33720"/>
                    <a:pt x="112120" y="33592"/>
                  </a:cubicBezTo>
                  <a:cubicBezTo>
                    <a:pt x="112120" y="33495"/>
                    <a:pt x="112023" y="33399"/>
                    <a:pt x="111927" y="33399"/>
                  </a:cubicBezTo>
                  <a:close/>
                  <a:moveTo>
                    <a:pt x="113181" y="33399"/>
                  </a:moveTo>
                  <a:cubicBezTo>
                    <a:pt x="113084" y="33399"/>
                    <a:pt x="112988" y="33495"/>
                    <a:pt x="112988" y="33592"/>
                  </a:cubicBezTo>
                  <a:cubicBezTo>
                    <a:pt x="112988" y="33720"/>
                    <a:pt x="113084" y="33817"/>
                    <a:pt x="113181" y="33817"/>
                  </a:cubicBezTo>
                  <a:lnTo>
                    <a:pt x="114466" y="33817"/>
                  </a:lnTo>
                  <a:cubicBezTo>
                    <a:pt x="114595" y="33817"/>
                    <a:pt x="114691" y="33720"/>
                    <a:pt x="114691" y="33592"/>
                  </a:cubicBezTo>
                  <a:cubicBezTo>
                    <a:pt x="114691" y="33495"/>
                    <a:pt x="114595" y="33399"/>
                    <a:pt x="114466" y="33399"/>
                  </a:cubicBezTo>
                  <a:close/>
                  <a:moveTo>
                    <a:pt x="115752" y="33399"/>
                  </a:moveTo>
                  <a:cubicBezTo>
                    <a:pt x="115624" y="33399"/>
                    <a:pt x="115527" y="33495"/>
                    <a:pt x="115527" y="33592"/>
                  </a:cubicBezTo>
                  <a:cubicBezTo>
                    <a:pt x="115527" y="33720"/>
                    <a:pt x="115624" y="33817"/>
                    <a:pt x="115752" y="33817"/>
                  </a:cubicBezTo>
                  <a:lnTo>
                    <a:pt x="117006" y="33817"/>
                  </a:lnTo>
                  <a:cubicBezTo>
                    <a:pt x="117134" y="33817"/>
                    <a:pt x="117231" y="33720"/>
                    <a:pt x="117231" y="33592"/>
                  </a:cubicBezTo>
                  <a:cubicBezTo>
                    <a:pt x="117231" y="33495"/>
                    <a:pt x="117134" y="33399"/>
                    <a:pt x="117006" y="33399"/>
                  </a:cubicBezTo>
                  <a:close/>
                  <a:moveTo>
                    <a:pt x="118292" y="33399"/>
                  </a:moveTo>
                  <a:cubicBezTo>
                    <a:pt x="118163" y="33399"/>
                    <a:pt x="118067" y="33495"/>
                    <a:pt x="118067" y="33592"/>
                  </a:cubicBezTo>
                  <a:cubicBezTo>
                    <a:pt x="118067" y="33720"/>
                    <a:pt x="118163" y="33817"/>
                    <a:pt x="118292" y="33817"/>
                  </a:cubicBezTo>
                  <a:lnTo>
                    <a:pt x="119577" y="33817"/>
                  </a:lnTo>
                  <a:cubicBezTo>
                    <a:pt x="119674" y="33817"/>
                    <a:pt x="119770" y="33720"/>
                    <a:pt x="119770" y="33592"/>
                  </a:cubicBezTo>
                  <a:cubicBezTo>
                    <a:pt x="119770" y="33495"/>
                    <a:pt x="119674" y="33399"/>
                    <a:pt x="119577" y="33399"/>
                  </a:cubicBezTo>
                  <a:close/>
                  <a:moveTo>
                    <a:pt x="193" y="33463"/>
                  </a:moveTo>
                  <a:cubicBezTo>
                    <a:pt x="97" y="33463"/>
                    <a:pt x="0" y="33560"/>
                    <a:pt x="0" y="33656"/>
                  </a:cubicBezTo>
                  <a:lnTo>
                    <a:pt x="0" y="34942"/>
                  </a:lnTo>
                  <a:cubicBezTo>
                    <a:pt x="0" y="35070"/>
                    <a:pt x="97" y="35167"/>
                    <a:pt x="193" y="35167"/>
                  </a:cubicBezTo>
                  <a:cubicBezTo>
                    <a:pt x="322" y="35167"/>
                    <a:pt x="418" y="35070"/>
                    <a:pt x="418" y="34942"/>
                  </a:cubicBezTo>
                  <a:lnTo>
                    <a:pt x="418" y="33656"/>
                  </a:lnTo>
                  <a:cubicBezTo>
                    <a:pt x="418" y="33560"/>
                    <a:pt x="322" y="33463"/>
                    <a:pt x="193" y="33463"/>
                  </a:cubicBezTo>
                  <a:close/>
                  <a:moveTo>
                    <a:pt x="120092" y="34138"/>
                  </a:moveTo>
                  <a:cubicBezTo>
                    <a:pt x="119995" y="34138"/>
                    <a:pt x="119899" y="34235"/>
                    <a:pt x="119899" y="34331"/>
                  </a:cubicBezTo>
                  <a:lnTo>
                    <a:pt x="119899" y="35617"/>
                  </a:lnTo>
                  <a:cubicBezTo>
                    <a:pt x="119899" y="35745"/>
                    <a:pt x="119995" y="35842"/>
                    <a:pt x="120092" y="35842"/>
                  </a:cubicBezTo>
                  <a:cubicBezTo>
                    <a:pt x="120220" y="35842"/>
                    <a:pt x="120317" y="35745"/>
                    <a:pt x="120317" y="35617"/>
                  </a:cubicBezTo>
                  <a:lnTo>
                    <a:pt x="120317" y="34331"/>
                  </a:lnTo>
                  <a:cubicBezTo>
                    <a:pt x="120317" y="34235"/>
                    <a:pt x="120220" y="34138"/>
                    <a:pt x="120092" y="34138"/>
                  </a:cubicBezTo>
                  <a:close/>
                  <a:moveTo>
                    <a:pt x="193" y="36003"/>
                  </a:moveTo>
                  <a:cubicBezTo>
                    <a:pt x="97" y="36003"/>
                    <a:pt x="0" y="36099"/>
                    <a:pt x="0" y="36228"/>
                  </a:cubicBezTo>
                  <a:lnTo>
                    <a:pt x="0" y="37481"/>
                  </a:lnTo>
                  <a:cubicBezTo>
                    <a:pt x="0" y="37610"/>
                    <a:pt x="97" y="37706"/>
                    <a:pt x="193" y="37706"/>
                  </a:cubicBezTo>
                  <a:cubicBezTo>
                    <a:pt x="322" y="37706"/>
                    <a:pt x="418" y="37610"/>
                    <a:pt x="418" y="37481"/>
                  </a:cubicBezTo>
                  <a:lnTo>
                    <a:pt x="418" y="36228"/>
                  </a:lnTo>
                  <a:cubicBezTo>
                    <a:pt x="418" y="36099"/>
                    <a:pt x="322" y="36003"/>
                    <a:pt x="193" y="36003"/>
                  </a:cubicBezTo>
                  <a:close/>
                  <a:moveTo>
                    <a:pt x="120092" y="36678"/>
                  </a:moveTo>
                  <a:cubicBezTo>
                    <a:pt x="119995" y="36678"/>
                    <a:pt x="119899" y="36774"/>
                    <a:pt x="119899" y="36903"/>
                  </a:cubicBezTo>
                  <a:lnTo>
                    <a:pt x="119899" y="38156"/>
                  </a:lnTo>
                  <a:cubicBezTo>
                    <a:pt x="119899" y="38285"/>
                    <a:pt x="119995" y="38381"/>
                    <a:pt x="120092" y="38381"/>
                  </a:cubicBezTo>
                  <a:cubicBezTo>
                    <a:pt x="120220" y="38381"/>
                    <a:pt x="120317" y="38285"/>
                    <a:pt x="120317" y="38156"/>
                  </a:cubicBezTo>
                  <a:lnTo>
                    <a:pt x="120317" y="36903"/>
                  </a:lnTo>
                  <a:cubicBezTo>
                    <a:pt x="120317" y="36774"/>
                    <a:pt x="120220" y="36678"/>
                    <a:pt x="120092" y="36678"/>
                  </a:cubicBezTo>
                  <a:close/>
                  <a:moveTo>
                    <a:pt x="193" y="38542"/>
                  </a:moveTo>
                  <a:cubicBezTo>
                    <a:pt x="97" y="38542"/>
                    <a:pt x="0" y="38638"/>
                    <a:pt x="0" y="38767"/>
                  </a:cubicBezTo>
                  <a:lnTo>
                    <a:pt x="0" y="40053"/>
                  </a:lnTo>
                  <a:cubicBezTo>
                    <a:pt x="0" y="40149"/>
                    <a:pt x="97" y="40246"/>
                    <a:pt x="193" y="40246"/>
                  </a:cubicBezTo>
                  <a:cubicBezTo>
                    <a:pt x="322" y="40246"/>
                    <a:pt x="418" y="40149"/>
                    <a:pt x="418" y="40053"/>
                  </a:cubicBezTo>
                  <a:lnTo>
                    <a:pt x="418" y="38767"/>
                  </a:lnTo>
                  <a:cubicBezTo>
                    <a:pt x="418" y="38638"/>
                    <a:pt x="322" y="38542"/>
                    <a:pt x="193" y="38542"/>
                  </a:cubicBezTo>
                  <a:close/>
                  <a:moveTo>
                    <a:pt x="120092" y="39249"/>
                  </a:moveTo>
                  <a:cubicBezTo>
                    <a:pt x="119995" y="39249"/>
                    <a:pt x="119899" y="39313"/>
                    <a:pt x="119899" y="39442"/>
                  </a:cubicBezTo>
                  <a:lnTo>
                    <a:pt x="119899" y="40728"/>
                  </a:lnTo>
                  <a:cubicBezTo>
                    <a:pt x="119899" y="40824"/>
                    <a:pt x="119995" y="40921"/>
                    <a:pt x="120092" y="40921"/>
                  </a:cubicBezTo>
                  <a:cubicBezTo>
                    <a:pt x="120220" y="40921"/>
                    <a:pt x="120317" y="40824"/>
                    <a:pt x="120317" y="40728"/>
                  </a:cubicBezTo>
                  <a:lnTo>
                    <a:pt x="120317" y="39442"/>
                  </a:lnTo>
                  <a:cubicBezTo>
                    <a:pt x="120317" y="39313"/>
                    <a:pt x="120220" y="39249"/>
                    <a:pt x="120092" y="39249"/>
                  </a:cubicBezTo>
                  <a:close/>
                  <a:moveTo>
                    <a:pt x="193" y="41114"/>
                  </a:moveTo>
                  <a:cubicBezTo>
                    <a:pt x="97" y="41114"/>
                    <a:pt x="0" y="41210"/>
                    <a:pt x="0" y="41306"/>
                  </a:cubicBezTo>
                  <a:lnTo>
                    <a:pt x="0" y="42592"/>
                  </a:lnTo>
                  <a:cubicBezTo>
                    <a:pt x="0" y="42721"/>
                    <a:pt x="97" y="42817"/>
                    <a:pt x="193" y="42817"/>
                  </a:cubicBezTo>
                  <a:cubicBezTo>
                    <a:pt x="322" y="42817"/>
                    <a:pt x="418" y="42721"/>
                    <a:pt x="418" y="42592"/>
                  </a:cubicBezTo>
                  <a:lnTo>
                    <a:pt x="418" y="41306"/>
                  </a:lnTo>
                  <a:cubicBezTo>
                    <a:pt x="418" y="41210"/>
                    <a:pt x="322" y="41114"/>
                    <a:pt x="193" y="41114"/>
                  </a:cubicBezTo>
                  <a:close/>
                  <a:moveTo>
                    <a:pt x="120092" y="41789"/>
                  </a:moveTo>
                  <a:cubicBezTo>
                    <a:pt x="119995" y="41789"/>
                    <a:pt x="119899" y="41885"/>
                    <a:pt x="119899" y="41981"/>
                  </a:cubicBezTo>
                  <a:lnTo>
                    <a:pt x="119899" y="43267"/>
                  </a:lnTo>
                  <a:cubicBezTo>
                    <a:pt x="119899" y="43396"/>
                    <a:pt x="119995" y="43492"/>
                    <a:pt x="120092" y="43492"/>
                  </a:cubicBezTo>
                  <a:cubicBezTo>
                    <a:pt x="120220" y="43492"/>
                    <a:pt x="120317" y="43396"/>
                    <a:pt x="120317" y="43267"/>
                  </a:cubicBezTo>
                  <a:lnTo>
                    <a:pt x="120317" y="41981"/>
                  </a:lnTo>
                  <a:cubicBezTo>
                    <a:pt x="120317" y="41885"/>
                    <a:pt x="120220" y="41789"/>
                    <a:pt x="120092" y="41789"/>
                  </a:cubicBezTo>
                  <a:close/>
                  <a:moveTo>
                    <a:pt x="193" y="43653"/>
                  </a:moveTo>
                  <a:cubicBezTo>
                    <a:pt x="97" y="43653"/>
                    <a:pt x="0" y="43749"/>
                    <a:pt x="0" y="43878"/>
                  </a:cubicBezTo>
                  <a:lnTo>
                    <a:pt x="0" y="45132"/>
                  </a:lnTo>
                  <a:cubicBezTo>
                    <a:pt x="0" y="45260"/>
                    <a:pt x="97" y="45357"/>
                    <a:pt x="193" y="45357"/>
                  </a:cubicBezTo>
                  <a:cubicBezTo>
                    <a:pt x="322" y="45357"/>
                    <a:pt x="418" y="45260"/>
                    <a:pt x="418" y="45132"/>
                  </a:cubicBezTo>
                  <a:lnTo>
                    <a:pt x="418" y="43878"/>
                  </a:lnTo>
                  <a:cubicBezTo>
                    <a:pt x="418" y="43749"/>
                    <a:pt x="322" y="43653"/>
                    <a:pt x="193" y="43653"/>
                  </a:cubicBezTo>
                  <a:close/>
                  <a:moveTo>
                    <a:pt x="120092" y="44328"/>
                  </a:moveTo>
                  <a:cubicBezTo>
                    <a:pt x="119995" y="44328"/>
                    <a:pt x="119899" y="44424"/>
                    <a:pt x="119899" y="44553"/>
                  </a:cubicBezTo>
                  <a:lnTo>
                    <a:pt x="119899" y="45839"/>
                  </a:lnTo>
                  <a:cubicBezTo>
                    <a:pt x="119899" y="45935"/>
                    <a:pt x="119995" y="46032"/>
                    <a:pt x="120092" y="46032"/>
                  </a:cubicBezTo>
                  <a:cubicBezTo>
                    <a:pt x="120220" y="46032"/>
                    <a:pt x="120317" y="45935"/>
                    <a:pt x="120317" y="45839"/>
                  </a:cubicBezTo>
                  <a:lnTo>
                    <a:pt x="120317" y="44553"/>
                  </a:lnTo>
                  <a:cubicBezTo>
                    <a:pt x="120317" y="44424"/>
                    <a:pt x="120220" y="44328"/>
                    <a:pt x="120092" y="44328"/>
                  </a:cubicBezTo>
                  <a:close/>
                  <a:moveTo>
                    <a:pt x="120092" y="46900"/>
                  </a:moveTo>
                  <a:cubicBezTo>
                    <a:pt x="119995" y="46900"/>
                    <a:pt x="119899" y="46996"/>
                    <a:pt x="119899" y="47092"/>
                  </a:cubicBezTo>
                  <a:lnTo>
                    <a:pt x="119899" y="48378"/>
                  </a:lnTo>
                  <a:cubicBezTo>
                    <a:pt x="119899" y="48507"/>
                    <a:pt x="119995" y="48571"/>
                    <a:pt x="120092" y="48571"/>
                  </a:cubicBezTo>
                  <a:cubicBezTo>
                    <a:pt x="120220" y="48571"/>
                    <a:pt x="120317" y="48507"/>
                    <a:pt x="120317" y="48378"/>
                  </a:cubicBezTo>
                  <a:lnTo>
                    <a:pt x="120317" y="47092"/>
                  </a:lnTo>
                  <a:cubicBezTo>
                    <a:pt x="120317" y="46996"/>
                    <a:pt x="120220" y="46900"/>
                    <a:pt x="120092" y="46900"/>
                  </a:cubicBezTo>
                  <a:close/>
                  <a:moveTo>
                    <a:pt x="120092" y="49439"/>
                  </a:moveTo>
                  <a:cubicBezTo>
                    <a:pt x="119995" y="49439"/>
                    <a:pt x="119899" y="49535"/>
                    <a:pt x="119899" y="49664"/>
                  </a:cubicBezTo>
                  <a:lnTo>
                    <a:pt x="119899" y="50918"/>
                  </a:lnTo>
                  <a:cubicBezTo>
                    <a:pt x="119899" y="51046"/>
                    <a:pt x="119995" y="51143"/>
                    <a:pt x="120092" y="51143"/>
                  </a:cubicBezTo>
                  <a:cubicBezTo>
                    <a:pt x="120220" y="51143"/>
                    <a:pt x="120317" y="51046"/>
                    <a:pt x="120317" y="50918"/>
                  </a:cubicBezTo>
                  <a:lnTo>
                    <a:pt x="120317" y="49664"/>
                  </a:lnTo>
                  <a:cubicBezTo>
                    <a:pt x="120317" y="49535"/>
                    <a:pt x="120220" y="49439"/>
                    <a:pt x="120092" y="49439"/>
                  </a:cubicBezTo>
                  <a:close/>
                  <a:moveTo>
                    <a:pt x="120092" y="51978"/>
                  </a:moveTo>
                  <a:cubicBezTo>
                    <a:pt x="119995" y="51978"/>
                    <a:pt x="119899" y="52075"/>
                    <a:pt x="119899" y="52203"/>
                  </a:cubicBezTo>
                  <a:lnTo>
                    <a:pt x="119899" y="53489"/>
                  </a:lnTo>
                  <a:cubicBezTo>
                    <a:pt x="119899" y="53586"/>
                    <a:pt x="119995" y="53682"/>
                    <a:pt x="120092" y="53682"/>
                  </a:cubicBezTo>
                  <a:cubicBezTo>
                    <a:pt x="120220" y="53682"/>
                    <a:pt x="120317" y="53586"/>
                    <a:pt x="120317" y="53489"/>
                  </a:cubicBezTo>
                  <a:lnTo>
                    <a:pt x="120317" y="52203"/>
                  </a:lnTo>
                  <a:cubicBezTo>
                    <a:pt x="120317" y="52075"/>
                    <a:pt x="120220" y="51978"/>
                    <a:pt x="120092" y="51978"/>
                  </a:cubicBezTo>
                  <a:close/>
                  <a:moveTo>
                    <a:pt x="120092" y="54550"/>
                  </a:moveTo>
                  <a:cubicBezTo>
                    <a:pt x="119995" y="54550"/>
                    <a:pt x="119899" y="54646"/>
                    <a:pt x="119899" y="54743"/>
                  </a:cubicBezTo>
                  <a:lnTo>
                    <a:pt x="119899" y="56029"/>
                  </a:lnTo>
                  <a:cubicBezTo>
                    <a:pt x="119899" y="56157"/>
                    <a:pt x="119995" y="56254"/>
                    <a:pt x="120092" y="56254"/>
                  </a:cubicBezTo>
                  <a:cubicBezTo>
                    <a:pt x="120220" y="56254"/>
                    <a:pt x="120317" y="56157"/>
                    <a:pt x="120317" y="56029"/>
                  </a:cubicBezTo>
                  <a:lnTo>
                    <a:pt x="120317" y="54743"/>
                  </a:lnTo>
                  <a:cubicBezTo>
                    <a:pt x="120317" y="54646"/>
                    <a:pt x="120220" y="54550"/>
                    <a:pt x="120092" y="54550"/>
                  </a:cubicBezTo>
                  <a:close/>
                  <a:moveTo>
                    <a:pt x="120092" y="57089"/>
                  </a:moveTo>
                  <a:cubicBezTo>
                    <a:pt x="119995" y="57089"/>
                    <a:pt x="119899" y="57186"/>
                    <a:pt x="119899" y="57314"/>
                  </a:cubicBezTo>
                  <a:lnTo>
                    <a:pt x="119899" y="58568"/>
                  </a:lnTo>
                  <a:cubicBezTo>
                    <a:pt x="119899" y="58697"/>
                    <a:pt x="119995" y="58793"/>
                    <a:pt x="120092" y="58793"/>
                  </a:cubicBezTo>
                  <a:cubicBezTo>
                    <a:pt x="120220" y="58793"/>
                    <a:pt x="120317" y="58697"/>
                    <a:pt x="120317" y="58568"/>
                  </a:cubicBezTo>
                  <a:lnTo>
                    <a:pt x="120317" y="57314"/>
                  </a:lnTo>
                  <a:cubicBezTo>
                    <a:pt x="120317" y="57186"/>
                    <a:pt x="120220" y="57089"/>
                    <a:pt x="120092" y="57089"/>
                  </a:cubicBezTo>
                  <a:close/>
                  <a:moveTo>
                    <a:pt x="120092" y="59629"/>
                  </a:moveTo>
                  <a:cubicBezTo>
                    <a:pt x="119995" y="59629"/>
                    <a:pt x="119899" y="59725"/>
                    <a:pt x="119899" y="59854"/>
                  </a:cubicBezTo>
                  <a:lnTo>
                    <a:pt x="119899" y="61140"/>
                  </a:lnTo>
                  <a:cubicBezTo>
                    <a:pt x="119899" y="61236"/>
                    <a:pt x="119995" y="61332"/>
                    <a:pt x="120092" y="61332"/>
                  </a:cubicBezTo>
                  <a:cubicBezTo>
                    <a:pt x="120220" y="61332"/>
                    <a:pt x="120317" y="61236"/>
                    <a:pt x="120317" y="61140"/>
                  </a:cubicBezTo>
                  <a:lnTo>
                    <a:pt x="120317" y="59854"/>
                  </a:lnTo>
                  <a:cubicBezTo>
                    <a:pt x="120317" y="59725"/>
                    <a:pt x="120220" y="59629"/>
                    <a:pt x="120092" y="59629"/>
                  </a:cubicBezTo>
                  <a:close/>
                  <a:moveTo>
                    <a:pt x="120092" y="62200"/>
                  </a:moveTo>
                  <a:cubicBezTo>
                    <a:pt x="119995" y="62200"/>
                    <a:pt x="119899" y="62297"/>
                    <a:pt x="119899" y="62393"/>
                  </a:cubicBezTo>
                  <a:lnTo>
                    <a:pt x="119899" y="63679"/>
                  </a:lnTo>
                  <a:cubicBezTo>
                    <a:pt x="119899" y="63808"/>
                    <a:pt x="119995" y="63904"/>
                    <a:pt x="120092" y="63904"/>
                  </a:cubicBezTo>
                  <a:cubicBezTo>
                    <a:pt x="120220" y="63904"/>
                    <a:pt x="120317" y="63808"/>
                    <a:pt x="120317" y="63679"/>
                  </a:cubicBezTo>
                  <a:lnTo>
                    <a:pt x="120317" y="62393"/>
                  </a:lnTo>
                  <a:cubicBezTo>
                    <a:pt x="120317" y="62297"/>
                    <a:pt x="120220" y="62200"/>
                    <a:pt x="120092" y="62200"/>
                  </a:cubicBezTo>
                  <a:close/>
                  <a:moveTo>
                    <a:pt x="120092" y="64740"/>
                  </a:moveTo>
                  <a:cubicBezTo>
                    <a:pt x="119995" y="64740"/>
                    <a:pt x="119899" y="64836"/>
                    <a:pt x="119899" y="64965"/>
                  </a:cubicBezTo>
                  <a:lnTo>
                    <a:pt x="119899" y="66218"/>
                  </a:lnTo>
                  <a:cubicBezTo>
                    <a:pt x="119899" y="66347"/>
                    <a:pt x="119995" y="66443"/>
                    <a:pt x="120092" y="66443"/>
                  </a:cubicBezTo>
                  <a:cubicBezTo>
                    <a:pt x="120220" y="66443"/>
                    <a:pt x="120317" y="66347"/>
                    <a:pt x="120317" y="66218"/>
                  </a:cubicBezTo>
                  <a:lnTo>
                    <a:pt x="120317" y="64965"/>
                  </a:lnTo>
                  <a:cubicBezTo>
                    <a:pt x="120317" y="64836"/>
                    <a:pt x="120220" y="64740"/>
                    <a:pt x="120092" y="64740"/>
                  </a:cubicBezTo>
                  <a:close/>
                  <a:moveTo>
                    <a:pt x="120092" y="67279"/>
                  </a:moveTo>
                  <a:cubicBezTo>
                    <a:pt x="119995" y="67279"/>
                    <a:pt x="119899" y="67376"/>
                    <a:pt x="119899" y="67504"/>
                  </a:cubicBezTo>
                  <a:lnTo>
                    <a:pt x="119899" y="68790"/>
                  </a:lnTo>
                  <a:cubicBezTo>
                    <a:pt x="119899" y="68886"/>
                    <a:pt x="119995" y="68983"/>
                    <a:pt x="120092" y="68983"/>
                  </a:cubicBezTo>
                  <a:cubicBezTo>
                    <a:pt x="120220" y="68983"/>
                    <a:pt x="120317" y="68886"/>
                    <a:pt x="120317" y="68790"/>
                  </a:cubicBezTo>
                  <a:lnTo>
                    <a:pt x="120317" y="67504"/>
                  </a:lnTo>
                  <a:cubicBezTo>
                    <a:pt x="120317" y="67376"/>
                    <a:pt x="120220" y="67279"/>
                    <a:pt x="120092" y="67279"/>
                  </a:cubicBezTo>
                  <a:close/>
                  <a:moveTo>
                    <a:pt x="120092" y="69851"/>
                  </a:moveTo>
                  <a:cubicBezTo>
                    <a:pt x="119995" y="69851"/>
                    <a:pt x="119899" y="69947"/>
                    <a:pt x="119899" y="70044"/>
                  </a:cubicBezTo>
                  <a:lnTo>
                    <a:pt x="119899" y="71329"/>
                  </a:lnTo>
                  <a:cubicBezTo>
                    <a:pt x="119899" y="71458"/>
                    <a:pt x="119995" y="71554"/>
                    <a:pt x="120092" y="71554"/>
                  </a:cubicBezTo>
                  <a:cubicBezTo>
                    <a:pt x="120220" y="71554"/>
                    <a:pt x="120317" y="71458"/>
                    <a:pt x="120317" y="71329"/>
                  </a:cubicBezTo>
                  <a:lnTo>
                    <a:pt x="120317" y="70044"/>
                  </a:lnTo>
                  <a:cubicBezTo>
                    <a:pt x="120317" y="69947"/>
                    <a:pt x="120220" y="69851"/>
                    <a:pt x="120092" y="69851"/>
                  </a:cubicBezTo>
                  <a:close/>
                  <a:moveTo>
                    <a:pt x="120092" y="72390"/>
                  </a:moveTo>
                  <a:cubicBezTo>
                    <a:pt x="119995" y="72390"/>
                    <a:pt x="119899" y="72487"/>
                    <a:pt x="119899" y="72615"/>
                  </a:cubicBezTo>
                  <a:lnTo>
                    <a:pt x="119899" y="73869"/>
                  </a:lnTo>
                  <a:cubicBezTo>
                    <a:pt x="119899" y="73997"/>
                    <a:pt x="119995" y="74094"/>
                    <a:pt x="120092" y="74094"/>
                  </a:cubicBezTo>
                  <a:cubicBezTo>
                    <a:pt x="120220" y="74094"/>
                    <a:pt x="120317" y="73997"/>
                    <a:pt x="120317" y="73869"/>
                  </a:cubicBezTo>
                  <a:lnTo>
                    <a:pt x="120317" y="72615"/>
                  </a:lnTo>
                  <a:cubicBezTo>
                    <a:pt x="120317" y="72487"/>
                    <a:pt x="120220" y="72390"/>
                    <a:pt x="120092" y="72390"/>
                  </a:cubicBezTo>
                  <a:close/>
                  <a:moveTo>
                    <a:pt x="120092" y="74930"/>
                  </a:moveTo>
                  <a:cubicBezTo>
                    <a:pt x="119995" y="74930"/>
                    <a:pt x="119899" y="75026"/>
                    <a:pt x="119899" y="75155"/>
                  </a:cubicBezTo>
                  <a:lnTo>
                    <a:pt x="119899" y="76408"/>
                  </a:lnTo>
                  <a:cubicBezTo>
                    <a:pt x="119899" y="76537"/>
                    <a:pt x="119995" y="76633"/>
                    <a:pt x="120092" y="76633"/>
                  </a:cubicBezTo>
                  <a:cubicBezTo>
                    <a:pt x="120220" y="76633"/>
                    <a:pt x="120317" y="76537"/>
                    <a:pt x="120317" y="76408"/>
                  </a:cubicBezTo>
                  <a:lnTo>
                    <a:pt x="120317" y="75155"/>
                  </a:lnTo>
                  <a:cubicBezTo>
                    <a:pt x="120317" y="75026"/>
                    <a:pt x="120220" y="74930"/>
                    <a:pt x="120092" y="7493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4" name="Google Shape;2204;p37"/>
            <p:cNvSpPr/>
            <p:nvPr/>
          </p:nvSpPr>
          <p:spPr>
            <a:xfrm>
              <a:off x="4008475" y="962975"/>
              <a:ext cx="286100" cy="383350"/>
            </a:xfrm>
            <a:custGeom>
              <a:rect b="b" l="l" r="r" t="t"/>
              <a:pathLst>
                <a:path extrusionOk="0" h="15334" w="11444">
                  <a:moveTo>
                    <a:pt x="0" y="0"/>
                  </a:moveTo>
                  <a:lnTo>
                    <a:pt x="7683" y="15333"/>
                  </a:lnTo>
                  <a:lnTo>
                    <a:pt x="1144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5" name="Google Shape;2205;p37"/>
            <p:cNvSpPr/>
            <p:nvPr/>
          </p:nvSpPr>
          <p:spPr>
            <a:xfrm>
              <a:off x="4002850" y="957350"/>
              <a:ext cx="297350" cy="394000"/>
            </a:xfrm>
            <a:custGeom>
              <a:rect b="b" l="l" r="r" t="t"/>
              <a:pathLst>
                <a:path extrusionOk="0" h="15760" w="11894">
                  <a:moveTo>
                    <a:pt x="11379" y="450"/>
                  </a:moveTo>
                  <a:lnTo>
                    <a:pt x="7815" y="14954"/>
                  </a:lnTo>
                  <a:lnTo>
                    <a:pt x="579" y="450"/>
                  </a:lnTo>
                  <a:close/>
                  <a:moveTo>
                    <a:pt x="225" y="0"/>
                  </a:moveTo>
                  <a:cubicBezTo>
                    <a:pt x="161" y="0"/>
                    <a:pt x="97" y="32"/>
                    <a:pt x="64" y="97"/>
                  </a:cubicBezTo>
                  <a:cubicBezTo>
                    <a:pt x="0" y="161"/>
                    <a:pt x="0" y="257"/>
                    <a:pt x="32" y="322"/>
                  </a:cubicBezTo>
                  <a:lnTo>
                    <a:pt x="7715" y="15655"/>
                  </a:lnTo>
                  <a:cubicBezTo>
                    <a:pt x="7741" y="15707"/>
                    <a:pt x="7810" y="15760"/>
                    <a:pt x="7870" y="15760"/>
                  </a:cubicBezTo>
                  <a:cubicBezTo>
                    <a:pt x="7883" y="15760"/>
                    <a:pt x="7896" y="15757"/>
                    <a:pt x="7908" y="15751"/>
                  </a:cubicBezTo>
                  <a:cubicBezTo>
                    <a:pt x="8004" y="15751"/>
                    <a:pt x="8068" y="15687"/>
                    <a:pt x="8101" y="15590"/>
                  </a:cubicBezTo>
                  <a:lnTo>
                    <a:pt x="11861" y="257"/>
                  </a:lnTo>
                  <a:cubicBezTo>
                    <a:pt x="11894" y="225"/>
                    <a:pt x="11861" y="129"/>
                    <a:pt x="11829" y="97"/>
                  </a:cubicBezTo>
                  <a:cubicBezTo>
                    <a:pt x="11797" y="32"/>
                    <a:pt x="11733" y="0"/>
                    <a:pt x="116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6" name="Google Shape;2206;p37"/>
            <p:cNvSpPr/>
            <p:nvPr/>
          </p:nvSpPr>
          <p:spPr>
            <a:xfrm>
              <a:off x="4039000" y="977425"/>
              <a:ext cx="182450" cy="368900"/>
            </a:xfrm>
            <a:custGeom>
              <a:rect b="b" l="l" r="r" t="t"/>
              <a:pathLst>
                <a:path extrusionOk="0" h="14756" w="7298">
                  <a:moveTo>
                    <a:pt x="1" y="1"/>
                  </a:moveTo>
                  <a:lnTo>
                    <a:pt x="6462" y="14755"/>
                  </a:lnTo>
                  <a:lnTo>
                    <a:pt x="72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7" name="Google Shape;2207;p37"/>
            <p:cNvSpPr/>
            <p:nvPr/>
          </p:nvSpPr>
          <p:spPr>
            <a:xfrm>
              <a:off x="4033375" y="971800"/>
              <a:ext cx="192900" cy="379550"/>
            </a:xfrm>
            <a:custGeom>
              <a:rect b="b" l="l" r="r" t="t"/>
              <a:pathLst>
                <a:path extrusionOk="0" h="15182" w="7716">
                  <a:moveTo>
                    <a:pt x="7297" y="451"/>
                  </a:moveTo>
                  <a:lnTo>
                    <a:pt x="6513" y="14049"/>
                  </a:lnTo>
                  <a:lnTo>
                    <a:pt x="547" y="451"/>
                  </a:lnTo>
                  <a:close/>
                  <a:moveTo>
                    <a:pt x="226" y="1"/>
                  </a:moveTo>
                  <a:cubicBezTo>
                    <a:pt x="161" y="1"/>
                    <a:pt x="97" y="65"/>
                    <a:pt x="65" y="97"/>
                  </a:cubicBezTo>
                  <a:cubicBezTo>
                    <a:pt x="33" y="162"/>
                    <a:pt x="1" y="258"/>
                    <a:pt x="33" y="322"/>
                  </a:cubicBezTo>
                  <a:lnTo>
                    <a:pt x="6494" y="15045"/>
                  </a:lnTo>
                  <a:cubicBezTo>
                    <a:pt x="6520" y="15124"/>
                    <a:pt x="6590" y="15181"/>
                    <a:pt x="6668" y="15181"/>
                  </a:cubicBezTo>
                  <a:cubicBezTo>
                    <a:pt x="6685" y="15181"/>
                    <a:pt x="6702" y="15179"/>
                    <a:pt x="6719" y="15173"/>
                  </a:cubicBezTo>
                  <a:cubicBezTo>
                    <a:pt x="6815" y="15173"/>
                    <a:pt x="6880" y="15077"/>
                    <a:pt x="6880" y="14980"/>
                  </a:cubicBezTo>
                  <a:lnTo>
                    <a:pt x="7715" y="226"/>
                  </a:lnTo>
                  <a:cubicBezTo>
                    <a:pt x="7715" y="194"/>
                    <a:pt x="7715" y="130"/>
                    <a:pt x="7651" y="65"/>
                  </a:cubicBezTo>
                  <a:cubicBezTo>
                    <a:pt x="7619" y="33"/>
                    <a:pt x="7555" y="1"/>
                    <a:pt x="7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8" name="Google Shape;2208;p37"/>
            <p:cNvSpPr/>
            <p:nvPr/>
          </p:nvSpPr>
          <p:spPr>
            <a:xfrm>
              <a:off x="3998825" y="948500"/>
              <a:ext cx="201725" cy="397825"/>
            </a:xfrm>
            <a:custGeom>
              <a:rect b="b" l="l" r="r" t="t"/>
              <a:pathLst>
                <a:path extrusionOk="0" h="15913" w="8069">
                  <a:moveTo>
                    <a:pt x="0" y="1"/>
                  </a:moveTo>
                  <a:lnTo>
                    <a:pt x="8069" y="15912"/>
                  </a:lnTo>
                  <a:lnTo>
                    <a:pt x="726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9" name="Google Shape;2209;p37"/>
            <p:cNvSpPr/>
            <p:nvPr/>
          </p:nvSpPr>
          <p:spPr>
            <a:xfrm>
              <a:off x="3993200" y="943675"/>
              <a:ext cx="212175" cy="407675"/>
            </a:xfrm>
            <a:custGeom>
              <a:rect b="b" l="l" r="r" t="t"/>
              <a:pathLst>
                <a:path extrusionOk="0" h="16307" w="8487">
                  <a:moveTo>
                    <a:pt x="7297" y="419"/>
                  </a:moveTo>
                  <a:lnTo>
                    <a:pt x="8022" y="15152"/>
                  </a:lnTo>
                  <a:lnTo>
                    <a:pt x="579" y="419"/>
                  </a:lnTo>
                  <a:close/>
                  <a:moveTo>
                    <a:pt x="225" y="1"/>
                  </a:moveTo>
                  <a:cubicBezTo>
                    <a:pt x="161" y="1"/>
                    <a:pt x="97" y="33"/>
                    <a:pt x="33" y="97"/>
                  </a:cubicBezTo>
                  <a:cubicBezTo>
                    <a:pt x="0" y="162"/>
                    <a:pt x="0" y="226"/>
                    <a:pt x="33" y="290"/>
                  </a:cubicBezTo>
                  <a:lnTo>
                    <a:pt x="8101" y="16202"/>
                  </a:lnTo>
                  <a:cubicBezTo>
                    <a:pt x="8127" y="16254"/>
                    <a:pt x="8196" y="16307"/>
                    <a:pt x="8273" y="16307"/>
                  </a:cubicBezTo>
                  <a:cubicBezTo>
                    <a:pt x="8290" y="16307"/>
                    <a:pt x="8308" y="16304"/>
                    <a:pt x="8326" y="16298"/>
                  </a:cubicBezTo>
                  <a:cubicBezTo>
                    <a:pt x="8422" y="16266"/>
                    <a:pt x="8487" y="16170"/>
                    <a:pt x="8487" y="16073"/>
                  </a:cubicBezTo>
                  <a:lnTo>
                    <a:pt x="7715" y="194"/>
                  </a:lnTo>
                  <a:cubicBezTo>
                    <a:pt x="7715" y="65"/>
                    <a:pt x="7619" y="1"/>
                    <a:pt x="74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0" name="Google Shape;2210;p37"/>
            <p:cNvSpPr/>
            <p:nvPr/>
          </p:nvSpPr>
          <p:spPr>
            <a:xfrm>
              <a:off x="3567275" y="876975"/>
              <a:ext cx="633275" cy="469350"/>
            </a:xfrm>
            <a:custGeom>
              <a:rect b="b" l="l" r="r" t="t"/>
              <a:pathLst>
                <a:path extrusionOk="0" h="18774" w="25331">
                  <a:moveTo>
                    <a:pt x="1" y="1"/>
                  </a:moveTo>
                  <a:lnTo>
                    <a:pt x="4630" y="18773"/>
                  </a:lnTo>
                  <a:lnTo>
                    <a:pt x="25331" y="18773"/>
                  </a:lnTo>
                  <a:lnTo>
                    <a:pt x="22052" y="2155"/>
                  </a:lnTo>
                  <a:lnTo>
                    <a:pt x="11734" y="2155"/>
                  </a:lnTo>
                  <a:lnTo>
                    <a:pt x="98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1" name="Google Shape;2211;p37"/>
            <p:cNvSpPr/>
            <p:nvPr/>
          </p:nvSpPr>
          <p:spPr>
            <a:xfrm>
              <a:off x="3561650" y="872175"/>
              <a:ext cx="643725" cy="478975"/>
            </a:xfrm>
            <a:custGeom>
              <a:rect b="b" l="l" r="r" t="t"/>
              <a:pathLst>
                <a:path extrusionOk="0" h="19159" w="25749">
                  <a:moveTo>
                    <a:pt x="9998" y="418"/>
                  </a:moveTo>
                  <a:lnTo>
                    <a:pt x="11798" y="2475"/>
                  </a:lnTo>
                  <a:cubicBezTo>
                    <a:pt x="11830" y="2507"/>
                    <a:pt x="11894" y="2539"/>
                    <a:pt x="11959" y="2539"/>
                  </a:cubicBezTo>
                  <a:lnTo>
                    <a:pt x="22084" y="2539"/>
                  </a:lnTo>
                  <a:lnTo>
                    <a:pt x="25299" y="18740"/>
                  </a:lnTo>
                  <a:lnTo>
                    <a:pt x="5015" y="18740"/>
                  </a:lnTo>
                  <a:lnTo>
                    <a:pt x="483" y="418"/>
                  </a:lnTo>
                  <a:close/>
                  <a:moveTo>
                    <a:pt x="226" y="0"/>
                  </a:moveTo>
                  <a:cubicBezTo>
                    <a:pt x="162" y="0"/>
                    <a:pt x="97" y="32"/>
                    <a:pt x="33" y="64"/>
                  </a:cubicBezTo>
                  <a:cubicBezTo>
                    <a:pt x="1" y="129"/>
                    <a:pt x="1" y="193"/>
                    <a:pt x="1" y="257"/>
                  </a:cubicBezTo>
                  <a:lnTo>
                    <a:pt x="4630" y="18997"/>
                  </a:lnTo>
                  <a:cubicBezTo>
                    <a:pt x="4662" y="19094"/>
                    <a:pt x="4758" y="19158"/>
                    <a:pt x="4855" y="19158"/>
                  </a:cubicBezTo>
                  <a:lnTo>
                    <a:pt x="25556" y="19158"/>
                  </a:lnTo>
                  <a:cubicBezTo>
                    <a:pt x="25620" y="19158"/>
                    <a:pt x="25652" y="19126"/>
                    <a:pt x="25716" y="19094"/>
                  </a:cubicBezTo>
                  <a:cubicBezTo>
                    <a:pt x="25749" y="19030"/>
                    <a:pt x="25749" y="18965"/>
                    <a:pt x="25749" y="18901"/>
                  </a:cubicBezTo>
                  <a:lnTo>
                    <a:pt x="22470" y="2282"/>
                  </a:lnTo>
                  <a:cubicBezTo>
                    <a:pt x="22438" y="2186"/>
                    <a:pt x="22373" y="2122"/>
                    <a:pt x="22277" y="2122"/>
                  </a:cubicBezTo>
                  <a:lnTo>
                    <a:pt x="12063" y="2122"/>
                  </a:lnTo>
                  <a:lnTo>
                    <a:pt x="10255" y="64"/>
                  </a:lnTo>
                  <a:cubicBezTo>
                    <a:pt x="10191" y="32"/>
                    <a:pt x="10159" y="0"/>
                    <a:pt x="100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2" name="Google Shape;2212;p37"/>
            <p:cNvSpPr/>
            <p:nvPr/>
          </p:nvSpPr>
          <p:spPr>
            <a:xfrm>
              <a:off x="4486625" y="1409775"/>
              <a:ext cx="694325" cy="411475"/>
            </a:xfrm>
            <a:custGeom>
              <a:rect b="b" l="l" r="r" t="t"/>
              <a:pathLst>
                <a:path extrusionOk="0" h="16459" w="27773">
                  <a:moveTo>
                    <a:pt x="1961" y="1"/>
                  </a:moveTo>
                  <a:cubicBezTo>
                    <a:pt x="868" y="1"/>
                    <a:pt x="0" y="901"/>
                    <a:pt x="0" y="1994"/>
                  </a:cubicBezTo>
                  <a:lnTo>
                    <a:pt x="0" y="14498"/>
                  </a:lnTo>
                  <a:cubicBezTo>
                    <a:pt x="0" y="15591"/>
                    <a:pt x="868" y="16459"/>
                    <a:pt x="1961" y="16459"/>
                  </a:cubicBezTo>
                  <a:lnTo>
                    <a:pt x="25812" y="16459"/>
                  </a:lnTo>
                  <a:cubicBezTo>
                    <a:pt x="26873" y="16459"/>
                    <a:pt x="27773" y="15591"/>
                    <a:pt x="27773" y="14498"/>
                  </a:cubicBezTo>
                  <a:lnTo>
                    <a:pt x="27773" y="1994"/>
                  </a:lnTo>
                  <a:cubicBezTo>
                    <a:pt x="27773" y="901"/>
                    <a:pt x="26873" y="1"/>
                    <a:pt x="258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3" name="Google Shape;2213;p37"/>
            <p:cNvSpPr/>
            <p:nvPr/>
          </p:nvSpPr>
          <p:spPr>
            <a:xfrm>
              <a:off x="4481000" y="1404950"/>
              <a:ext cx="704775" cy="421125"/>
            </a:xfrm>
            <a:custGeom>
              <a:rect b="b" l="l" r="r" t="t"/>
              <a:pathLst>
                <a:path extrusionOk="0" h="16845" w="28191">
                  <a:moveTo>
                    <a:pt x="26037" y="419"/>
                  </a:moveTo>
                  <a:cubicBezTo>
                    <a:pt x="27001" y="419"/>
                    <a:pt x="27773" y="1190"/>
                    <a:pt x="27773" y="2187"/>
                  </a:cubicBezTo>
                  <a:lnTo>
                    <a:pt x="27773" y="14691"/>
                  </a:lnTo>
                  <a:cubicBezTo>
                    <a:pt x="27773" y="15655"/>
                    <a:pt x="27001" y="16427"/>
                    <a:pt x="26037" y="16427"/>
                  </a:cubicBezTo>
                  <a:lnTo>
                    <a:pt x="2186" y="16427"/>
                  </a:lnTo>
                  <a:cubicBezTo>
                    <a:pt x="1222" y="16427"/>
                    <a:pt x="418" y="15655"/>
                    <a:pt x="418" y="14691"/>
                  </a:cubicBezTo>
                  <a:lnTo>
                    <a:pt x="418" y="2187"/>
                  </a:lnTo>
                  <a:cubicBezTo>
                    <a:pt x="418" y="1190"/>
                    <a:pt x="1222" y="419"/>
                    <a:pt x="2186" y="419"/>
                  </a:cubicBezTo>
                  <a:close/>
                  <a:moveTo>
                    <a:pt x="2186" y="1"/>
                  </a:moveTo>
                  <a:cubicBezTo>
                    <a:pt x="964" y="1"/>
                    <a:pt x="0" y="965"/>
                    <a:pt x="0" y="2187"/>
                  </a:cubicBezTo>
                  <a:lnTo>
                    <a:pt x="0" y="14691"/>
                  </a:lnTo>
                  <a:cubicBezTo>
                    <a:pt x="0" y="15880"/>
                    <a:pt x="964" y="16845"/>
                    <a:pt x="2186" y="16845"/>
                  </a:cubicBezTo>
                  <a:lnTo>
                    <a:pt x="26037" y="16845"/>
                  </a:lnTo>
                  <a:cubicBezTo>
                    <a:pt x="27226" y="16845"/>
                    <a:pt x="28191" y="15880"/>
                    <a:pt x="28191" y="14691"/>
                  </a:cubicBezTo>
                  <a:lnTo>
                    <a:pt x="28191" y="2187"/>
                  </a:lnTo>
                  <a:cubicBezTo>
                    <a:pt x="28191" y="965"/>
                    <a:pt x="27226" y="1"/>
                    <a:pt x="260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4" name="Google Shape;2214;p37"/>
            <p:cNvSpPr/>
            <p:nvPr/>
          </p:nvSpPr>
          <p:spPr>
            <a:xfrm>
              <a:off x="4486625" y="1487725"/>
              <a:ext cx="694325" cy="149500"/>
            </a:xfrm>
            <a:custGeom>
              <a:rect b="b" l="l" r="r" t="t"/>
              <a:pathLst>
                <a:path extrusionOk="0" h="5980" w="27773">
                  <a:moveTo>
                    <a:pt x="0" y="1"/>
                  </a:moveTo>
                  <a:lnTo>
                    <a:pt x="0" y="5980"/>
                  </a:lnTo>
                  <a:lnTo>
                    <a:pt x="27773" y="5980"/>
                  </a:lnTo>
                  <a:lnTo>
                    <a:pt x="277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5" name="Google Shape;2215;p37"/>
            <p:cNvSpPr/>
            <p:nvPr/>
          </p:nvSpPr>
          <p:spPr>
            <a:xfrm>
              <a:off x="4481000" y="1482900"/>
              <a:ext cx="704775" cy="159150"/>
            </a:xfrm>
            <a:custGeom>
              <a:rect b="b" l="l" r="r" t="t"/>
              <a:pathLst>
                <a:path extrusionOk="0" h="6366" w="28191">
                  <a:moveTo>
                    <a:pt x="27773" y="419"/>
                  </a:moveTo>
                  <a:lnTo>
                    <a:pt x="27773" y="5948"/>
                  </a:lnTo>
                  <a:lnTo>
                    <a:pt x="418" y="5948"/>
                  </a:lnTo>
                  <a:lnTo>
                    <a:pt x="418" y="419"/>
                  </a:lnTo>
                  <a:close/>
                  <a:moveTo>
                    <a:pt x="225" y="1"/>
                  </a:moveTo>
                  <a:cubicBezTo>
                    <a:pt x="161" y="1"/>
                    <a:pt x="96" y="33"/>
                    <a:pt x="64" y="65"/>
                  </a:cubicBezTo>
                  <a:cubicBezTo>
                    <a:pt x="32" y="97"/>
                    <a:pt x="0" y="162"/>
                    <a:pt x="0" y="194"/>
                  </a:cubicBezTo>
                  <a:lnTo>
                    <a:pt x="0" y="6173"/>
                  </a:lnTo>
                  <a:cubicBezTo>
                    <a:pt x="0" y="6205"/>
                    <a:pt x="32" y="6269"/>
                    <a:pt x="64" y="6301"/>
                  </a:cubicBezTo>
                  <a:cubicBezTo>
                    <a:pt x="96" y="6365"/>
                    <a:pt x="161" y="6365"/>
                    <a:pt x="225" y="6365"/>
                  </a:cubicBezTo>
                  <a:lnTo>
                    <a:pt x="27998" y="6365"/>
                  </a:lnTo>
                  <a:cubicBezTo>
                    <a:pt x="28030" y="6365"/>
                    <a:pt x="28094" y="6365"/>
                    <a:pt x="28126" y="6301"/>
                  </a:cubicBezTo>
                  <a:cubicBezTo>
                    <a:pt x="28191" y="6269"/>
                    <a:pt x="28191" y="6205"/>
                    <a:pt x="28191" y="6173"/>
                  </a:cubicBezTo>
                  <a:lnTo>
                    <a:pt x="28191" y="194"/>
                  </a:lnTo>
                  <a:cubicBezTo>
                    <a:pt x="28191" y="162"/>
                    <a:pt x="28191" y="97"/>
                    <a:pt x="28126" y="65"/>
                  </a:cubicBezTo>
                  <a:cubicBezTo>
                    <a:pt x="28094" y="33"/>
                    <a:pt x="28030" y="1"/>
                    <a:pt x="279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6" name="Google Shape;2216;p37"/>
            <p:cNvSpPr/>
            <p:nvPr/>
          </p:nvSpPr>
          <p:spPr>
            <a:xfrm>
              <a:off x="4976025" y="1726400"/>
              <a:ext cx="57875" cy="57900"/>
            </a:xfrm>
            <a:custGeom>
              <a:rect b="b" l="l" r="r" t="t"/>
              <a:pathLst>
                <a:path extrusionOk="0" h="2316" w="2315">
                  <a:moveTo>
                    <a:pt x="1157" y="1"/>
                  </a:moveTo>
                  <a:cubicBezTo>
                    <a:pt x="514" y="1"/>
                    <a:pt x="0" y="515"/>
                    <a:pt x="0" y="1158"/>
                  </a:cubicBezTo>
                  <a:cubicBezTo>
                    <a:pt x="0" y="1801"/>
                    <a:pt x="514" y="2315"/>
                    <a:pt x="1157" y="2315"/>
                  </a:cubicBezTo>
                  <a:cubicBezTo>
                    <a:pt x="1800" y="2315"/>
                    <a:pt x="2314" y="1801"/>
                    <a:pt x="2314" y="1158"/>
                  </a:cubicBezTo>
                  <a:cubicBezTo>
                    <a:pt x="2314" y="515"/>
                    <a:pt x="1800" y="1"/>
                    <a:pt x="115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7" name="Google Shape;2217;p37"/>
            <p:cNvSpPr/>
            <p:nvPr/>
          </p:nvSpPr>
          <p:spPr>
            <a:xfrm>
              <a:off x="4970375" y="1720775"/>
              <a:ext cx="69150" cy="69150"/>
            </a:xfrm>
            <a:custGeom>
              <a:rect b="b" l="l" r="r" t="t"/>
              <a:pathLst>
                <a:path extrusionOk="0" h="2766" w="2766">
                  <a:moveTo>
                    <a:pt x="1383" y="451"/>
                  </a:moveTo>
                  <a:cubicBezTo>
                    <a:pt x="1898" y="451"/>
                    <a:pt x="2348" y="869"/>
                    <a:pt x="2348" y="1383"/>
                  </a:cubicBezTo>
                  <a:cubicBezTo>
                    <a:pt x="2348" y="1929"/>
                    <a:pt x="1898" y="2347"/>
                    <a:pt x="1383" y="2347"/>
                  </a:cubicBezTo>
                  <a:cubicBezTo>
                    <a:pt x="869" y="2347"/>
                    <a:pt x="451" y="1929"/>
                    <a:pt x="451" y="1383"/>
                  </a:cubicBezTo>
                  <a:cubicBezTo>
                    <a:pt x="451" y="869"/>
                    <a:pt x="869" y="451"/>
                    <a:pt x="1383" y="451"/>
                  </a:cubicBezTo>
                  <a:close/>
                  <a:moveTo>
                    <a:pt x="1383" y="1"/>
                  </a:moveTo>
                  <a:cubicBezTo>
                    <a:pt x="644" y="1"/>
                    <a:pt x="1" y="643"/>
                    <a:pt x="1" y="1383"/>
                  </a:cubicBezTo>
                  <a:cubicBezTo>
                    <a:pt x="1" y="2154"/>
                    <a:pt x="644" y="2765"/>
                    <a:pt x="1383" y="2765"/>
                  </a:cubicBezTo>
                  <a:cubicBezTo>
                    <a:pt x="2155" y="2765"/>
                    <a:pt x="2765" y="2154"/>
                    <a:pt x="2765" y="1383"/>
                  </a:cubicBezTo>
                  <a:cubicBezTo>
                    <a:pt x="2765" y="643"/>
                    <a:pt x="2155" y="1"/>
                    <a:pt x="13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8" name="Google Shape;2218;p37"/>
            <p:cNvSpPr/>
            <p:nvPr/>
          </p:nvSpPr>
          <p:spPr>
            <a:xfrm>
              <a:off x="5056375" y="1726400"/>
              <a:ext cx="58675" cy="57900"/>
            </a:xfrm>
            <a:custGeom>
              <a:rect b="b" l="l" r="r" t="t"/>
              <a:pathLst>
                <a:path extrusionOk="0" h="2316" w="2347">
                  <a:moveTo>
                    <a:pt x="1190" y="1"/>
                  </a:moveTo>
                  <a:cubicBezTo>
                    <a:pt x="547" y="1"/>
                    <a:pt x="0" y="515"/>
                    <a:pt x="0" y="1158"/>
                  </a:cubicBezTo>
                  <a:cubicBezTo>
                    <a:pt x="0" y="1801"/>
                    <a:pt x="547" y="2315"/>
                    <a:pt x="1190" y="2315"/>
                  </a:cubicBezTo>
                  <a:cubicBezTo>
                    <a:pt x="1801" y="2315"/>
                    <a:pt x="2347" y="1801"/>
                    <a:pt x="2347" y="1158"/>
                  </a:cubicBezTo>
                  <a:cubicBezTo>
                    <a:pt x="2347" y="515"/>
                    <a:pt x="1801" y="1"/>
                    <a:pt x="119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9" name="Google Shape;2219;p37"/>
            <p:cNvSpPr/>
            <p:nvPr/>
          </p:nvSpPr>
          <p:spPr>
            <a:xfrm>
              <a:off x="5051550" y="1720775"/>
              <a:ext cx="68325" cy="69150"/>
            </a:xfrm>
            <a:custGeom>
              <a:rect b="b" l="l" r="r" t="t"/>
              <a:pathLst>
                <a:path extrusionOk="0" h="2766" w="2733">
                  <a:moveTo>
                    <a:pt x="1383" y="451"/>
                  </a:moveTo>
                  <a:cubicBezTo>
                    <a:pt x="1897" y="451"/>
                    <a:pt x="2315" y="869"/>
                    <a:pt x="2315" y="1383"/>
                  </a:cubicBezTo>
                  <a:cubicBezTo>
                    <a:pt x="2315" y="1929"/>
                    <a:pt x="1897" y="2347"/>
                    <a:pt x="1383" y="2347"/>
                  </a:cubicBezTo>
                  <a:cubicBezTo>
                    <a:pt x="836" y="2347"/>
                    <a:pt x="418" y="1929"/>
                    <a:pt x="418" y="1383"/>
                  </a:cubicBezTo>
                  <a:cubicBezTo>
                    <a:pt x="418" y="869"/>
                    <a:pt x="836" y="451"/>
                    <a:pt x="1383" y="451"/>
                  </a:cubicBezTo>
                  <a:close/>
                  <a:moveTo>
                    <a:pt x="1383" y="1"/>
                  </a:moveTo>
                  <a:cubicBezTo>
                    <a:pt x="611" y="1"/>
                    <a:pt x="1" y="643"/>
                    <a:pt x="1" y="1383"/>
                  </a:cubicBezTo>
                  <a:cubicBezTo>
                    <a:pt x="1" y="2154"/>
                    <a:pt x="611" y="2765"/>
                    <a:pt x="1383" y="2765"/>
                  </a:cubicBezTo>
                  <a:cubicBezTo>
                    <a:pt x="2122" y="2765"/>
                    <a:pt x="2733" y="2154"/>
                    <a:pt x="2733" y="1383"/>
                  </a:cubicBezTo>
                  <a:cubicBezTo>
                    <a:pt x="2733" y="643"/>
                    <a:pt x="2122" y="1"/>
                    <a:pt x="13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0" name="Google Shape;2220;p37"/>
            <p:cNvSpPr/>
            <p:nvPr/>
          </p:nvSpPr>
          <p:spPr>
            <a:xfrm>
              <a:off x="2203550" y="1434700"/>
              <a:ext cx="830975" cy="432350"/>
            </a:xfrm>
            <a:custGeom>
              <a:rect b="b" l="l" r="r" t="t"/>
              <a:pathLst>
                <a:path extrusionOk="0" h="17294" w="33239">
                  <a:moveTo>
                    <a:pt x="1" y="0"/>
                  </a:moveTo>
                  <a:lnTo>
                    <a:pt x="1" y="17294"/>
                  </a:lnTo>
                  <a:lnTo>
                    <a:pt x="33238" y="17294"/>
                  </a:lnTo>
                  <a:lnTo>
                    <a:pt x="3323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1" name="Google Shape;2221;p37"/>
            <p:cNvSpPr/>
            <p:nvPr/>
          </p:nvSpPr>
          <p:spPr>
            <a:xfrm>
              <a:off x="2198750" y="1429075"/>
              <a:ext cx="841400" cy="443600"/>
            </a:xfrm>
            <a:custGeom>
              <a:rect b="b" l="l" r="r" t="t"/>
              <a:pathLst>
                <a:path extrusionOk="0" h="17744" w="33656">
                  <a:moveTo>
                    <a:pt x="33205" y="418"/>
                  </a:moveTo>
                  <a:lnTo>
                    <a:pt x="33205" y="17326"/>
                  </a:lnTo>
                  <a:lnTo>
                    <a:pt x="418" y="17326"/>
                  </a:lnTo>
                  <a:lnTo>
                    <a:pt x="418" y="418"/>
                  </a:lnTo>
                  <a:close/>
                  <a:moveTo>
                    <a:pt x="193" y="0"/>
                  </a:moveTo>
                  <a:cubicBezTo>
                    <a:pt x="161" y="0"/>
                    <a:pt x="96" y="32"/>
                    <a:pt x="64" y="64"/>
                  </a:cubicBezTo>
                  <a:cubicBezTo>
                    <a:pt x="0" y="97"/>
                    <a:pt x="0" y="161"/>
                    <a:pt x="0" y="225"/>
                  </a:cubicBezTo>
                  <a:lnTo>
                    <a:pt x="0" y="17519"/>
                  </a:lnTo>
                  <a:cubicBezTo>
                    <a:pt x="0" y="17583"/>
                    <a:pt x="0" y="17647"/>
                    <a:pt x="64" y="17680"/>
                  </a:cubicBezTo>
                  <a:cubicBezTo>
                    <a:pt x="96" y="17712"/>
                    <a:pt x="161" y="17744"/>
                    <a:pt x="193" y="17744"/>
                  </a:cubicBezTo>
                  <a:lnTo>
                    <a:pt x="33430" y="17744"/>
                  </a:lnTo>
                  <a:cubicBezTo>
                    <a:pt x="33494" y="17744"/>
                    <a:pt x="33527" y="17712"/>
                    <a:pt x="33591" y="17680"/>
                  </a:cubicBezTo>
                  <a:cubicBezTo>
                    <a:pt x="33623" y="17647"/>
                    <a:pt x="33655" y="17583"/>
                    <a:pt x="33655" y="17519"/>
                  </a:cubicBezTo>
                  <a:lnTo>
                    <a:pt x="33655" y="225"/>
                  </a:lnTo>
                  <a:cubicBezTo>
                    <a:pt x="33655" y="161"/>
                    <a:pt x="33623" y="97"/>
                    <a:pt x="33591" y="64"/>
                  </a:cubicBezTo>
                  <a:cubicBezTo>
                    <a:pt x="33527" y="32"/>
                    <a:pt x="33494" y="0"/>
                    <a:pt x="334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2" name="Google Shape;2222;p37"/>
            <p:cNvSpPr/>
            <p:nvPr/>
          </p:nvSpPr>
          <p:spPr>
            <a:xfrm>
              <a:off x="2203550" y="1434700"/>
              <a:ext cx="830975" cy="76350"/>
            </a:xfrm>
            <a:custGeom>
              <a:rect b="b" l="l" r="r" t="t"/>
              <a:pathLst>
                <a:path extrusionOk="0" h="3054" w="33239">
                  <a:moveTo>
                    <a:pt x="1" y="0"/>
                  </a:moveTo>
                  <a:lnTo>
                    <a:pt x="1" y="3054"/>
                  </a:lnTo>
                  <a:lnTo>
                    <a:pt x="33238" y="3054"/>
                  </a:lnTo>
                  <a:lnTo>
                    <a:pt x="332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3" name="Google Shape;2223;p37"/>
            <p:cNvSpPr/>
            <p:nvPr/>
          </p:nvSpPr>
          <p:spPr>
            <a:xfrm>
              <a:off x="2198750" y="1429075"/>
              <a:ext cx="841400" cy="87600"/>
            </a:xfrm>
            <a:custGeom>
              <a:rect b="b" l="l" r="r" t="t"/>
              <a:pathLst>
                <a:path extrusionOk="0" h="3504" w="33656">
                  <a:moveTo>
                    <a:pt x="33205" y="418"/>
                  </a:moveTo>
                  <a:lnTo>
                    <a:pt x="33205" y="3054"/>
                  </a:lnTo>
                  <a:lnTo>
                    <a:pt x="418" y="3054"/>
                  </a:lnTo>
                  <a:lnTo>
                    <a:pt x="418" y="418"/>
                  </a:lnTo>
                  <a:close/>
                  <a:moveTo>
                    <a:pt x="193" y="0"/>
                  </a:moveTo>
                  <a:cubicBezTo>
                    <a:pt x="161" y="0"/>
                    <a:pt x="96" y="32"/>
                    <a:pt x="64" y="64"/>
                  </a:cubicBezTo>
                  <a:cubicBezTo>
                    <a:pt x="0" y="97"/>
                    <a:pt x="0" y="161"/>
                    <a:pt x="0" y="225"/>
                  </a:cubicBezTo>
                  <a:lnTo>
                    <a:pt x="0" y="3279"/>
                  </a:lnTo>
                  <a:cubicBezTo>
                    <a:pt x="0" y="3343"/>
                    <a:pt x="0" y="3407"/>
                    <a:pt x="64" y="3440"/>
                  </a:cubicBezTo>
                  <a:cubicBezTo>
                    <a:pt x="96" y="3472"/>
                    <a:pt x="161" y="3504"/>
                    <a:pt x="193" y="3504"/>
                  </a:cubicBezTo>
                  <a:lnTo>
                    <a:pt x="33430" y="3504"/>
                  </a:lnTo>
                  <a:cubicBezTo>
                    <a:pt x="33494" y="3504"/>
                    <a:pt x="33527" y="3472"/>
                    <a:pt x="33591" y="3440"/>
                  </a:cubicBezTo>
                  <a:cubicBezTo>
                    <a:pt x="33623" y="3407"/>
                    <a:pt x="33655" y="3343"/>
                    <a:pt x="33655" y="3279"/>
                  </a:cubicBezTo>
                  <a:lnTo>
                    <a:pt x="33655" y="225"/>
                  </a:lnTo>
                  <a:cubicBezTo>
                    <a:pt x="33655" y="161"/>
                    <a:pt x="33623" y="97"/>
                    <a:pt x="33591" y="64"/>
                  </a:cubicBezTo>
                  <a:cubicBezTo>
                    <a:pt x="33527" y="32"/>
                    <a:pt x="33494" y="0"/>
                    <a:pt x="334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4" name="Google Shape;2224;p37"/>
            <p:cNvSpPr/>
            <p:nvPr/>
          </p:nvSpPr>
          <p:spPr>
            <a:xfrm>
              <a:off x="2328925" y="1603450"/>
              <a:ext cx="580225" cy="123775"/>
            </a:xfrm>
            <a:custGeom>
              <a:rect b="b" l="l" r="r" t="t"/>
              <a:pathLst>
                <a:path extrusionOk="0" h="4951" w="23209">
                  <a:moveTo>
                    <a:pt x="0" y="1"/>
                  </a:moveTo>
                  <a:lnTo>
                    <a:pt x="0" y="4951"/>
                  </a:lnTo>
                  <a:lnTo>
                    <a:pt x="23209" y="4951"/>
                  </a:lnTo>
                  <a:lnTo>
                    <a:pt x="2320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5" name="Google Shape;2225;p37"/>
            <p:cNvSpPr/>
            <p:nvPr/>
          </p:nvSpPr>
          <p:spPr>
            <a:xfrm>
              <a:off x="2323300" y="1597825"/>
              <a:ext cx="591475" cy="135025"/>
            </a:xfrm>
            <a:custGeom>
              <a:rect b="b" l="l" r="r" t="t"/>
              <a:pathLst>
                <a:path extrusionOk="0" h="5401" w="23659">
                  <a:moveTo>
                    <a:pt x="23241" y="418"/>
                  </a:moveTo>
                  <a:lnTo>
                    <a:pt x="23241" y="4983"/>
                  </a:lnTo>
                  <a:lnTo>
                    <a:pt x="418" y="4983"/>
                  </a:lnTo>
                  <a:lnTo>
                    <a:pt x="418" y="418"/>
                  </a:lnTo>
                  <a:close/>
                  <a:moveTo>
                    <a:pt x="225" y="0"/>
                  </a:moveTo>
                  <a:cubicBezTo>
                    <a:pt x="161" y="0"/>
                    <a:pt x="97" y="33"/>
                    <a:pt x="65" y="65"/>
                  </a:cubicBezTo>
                  <a:cubicBezTo>
                    <a:pt x="33" y="97"/>
                    <a:pt x="0" y="161"/>
                    <a:pt x="0" y="226"/>
                  </a:cubicBezTo>
                  <a:lnTo>
                    <a:pt x="0" y="5176"/>
                  </a:lnTo>
                  <a:cubicBezTo>
                    <a:pt x="0" y="5240"/>
                    <a:pt x="33" y="5304"/>
                    <a:pt x="65" y="5336"/>
                  </a:cubicBezTo>
                  <a:cubicBezTo>
                    <a:pt x="97" y="5369"/>
                    <a:pt x="161" y="5401"/>
                    <a:pt x="225" y="5401"/>
                  </a:cubicBezTo>
                  <a:lnTo>
                    <a:pt x="23434" y="5401"/>
                  </a:lnTo>
                  <a:cubicBezTo>
                    <a:pt x="23498" y="5401"/>
                    <a:pt x="23562" y="5369"/>
                    <a:pt x="23594" y="5336"/>
                  </a:cubicBezTo>
                  <a:cubicBezTo>
                    <a:pt x="23627" y="5304"/>
                    <a:pt x="23659" y="5240"/>
                    <a:pt x="23659" y="5176"/>
                  </a:cubicBezTo>
                  <a:lnTo>
                    <a:pt x="23659" y="226"/>
                  </a:lnTo>
                  <a:cubicBezTo>
                    <a:pt x="23659" y="161"/>
                    <a:pt x="23627" y="97"/>
                    <a:pt x="23594" y="65"/>
                  </a:cubicBezTo>
                  <a:cubicBezTo>
                    <a:pt x="23562" y="33"/>
                    <a:pt x="23498" y="0"/>
                    <a:pt x="234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6" name="Google Shape;2226;p37"/>
            <p:cNvSpPr/>
            <p:nvPr/>
          </p:nvSpPr>
          <p:spPr>
            <a:xfrm>
              <a:off x="2357050" y="1644425"/>
              <a:ext cx="45825" cy="46650"/>
            </a:xfrm>
            <a:custGeom>
              <a:rect b="b" l="l" r="r" t="t"/>
              <a:pathLst>
                <a:path extrusionOk="0" h="1866" w="1833">
                  <a:moveTo>
                    <a:pt x="708" y="1"/>
                  </a:moveTo>
                  <a:lnTo>
                    <a:pt x="804" y="708"/>
                  </a:lnTo>
                  <a:lnTo>
                    <a:pt x="225" y="290"/>
                  </a:lnTo>
                  <a:lnTo>
                    <a:pt x="0" y="612"/>
                  </a:lnTo>
                  <a:lnTo>
                    <a:pt x="643" y="933"/>
                  </a:lnTo>
                  <a:lnTo>
                    <a:pt x="33" y="1222"/>
                  </a:lnTo>
                  <a:lnTo>
                    <a:pt x="225" y="1576"/>
                  </a:lnTo>
                  <a:lnTo>
                    <a:pt x="804" y="1158"/>
                  </a:lnTo>
                  <a:lnTo>
                    <a:pt x="708" y="1865"/>
                  </a:lnTo>
                  <a:lnTo>
                    <a:pt x="1126" y="1865"/>
                  </a:lnTo>
                  <a:lnTo>
                    <a:pt x="1061" y="1158"/>
                  </a:lnTo>
                  <a:lnTo>
                    <a:pt x="1608" y="1608"/>
                  </a:lnTo>
                  <a:lnTo>
                    <a:pt x="1833" y="1255"/>
                  </a:lnTo>
                  <a:lnTo>
                    <a:pt x="1190" y="933"/>
                  </a:lnTo>
                  <a:lnTo>
                    <a:pt x="1833" y="612"/>
                  </a:lnTo>
                  <a:lnTo>
                    <a:pt x="1608" y="258"/>
                  </a:lnTo>
                  <a:lnTo>
                    <a:pt x="1061" y="676"/>
                  </a:lnTo>
                  <a:lnTo>
                    <a:pt x="11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7" name="Google Shape;2227;p37"/>
            <p:cNvSpPr/>
            <p:nvPr/>
          </p:nvSpPr>
          <p:spPr>
            <a:xfrm>
              <a:off x="2417325" y="1644425"/>
              <a:ext cx="45025" cy="46650"/>
            </a:xfrm>
            <a:custGeom>
              <a:rect b="b" l="l" r="r" t="t"/>
              <a:pathLst>
                <a:path extrusionOk="0" h="1866" w="1801">
                  <a:moveTo>
                    <a:pt x="707" y="1"/>
                  </a:moveTo>
                  <a:lnTo>
                    <a:pt x="772" y="708"/>
                  </a:lnTo>
                  <a:lnTo>
                    <a:pt x="772" y="708"/>
                  </a:lnTo>
                  <a:lnTo>
                    <a:pt x="193" y="290"/>
                  </a:lnTo>
                  <a:lnTo>
                    <a:pt x="0" y="612"/>
                  </a:lnTo>
                  <a:lnTo>
                    <a:pt x="643" y="933"/>
                  </a:lnTo>
                  <a:lnTo>
                    <a:pt x="0" y="1222"/>
                  </a:lnTo>
                  <a:lnTo>
                    <a:pt x="193" y="1576"/>
                  </a:lnTo>
                  <a:lnTo>
                    <a:pt x="772" y="1158"/>
                  </a:lnTo>
                  <a:lnTo>
                    <a:pt x="707" y="1865"/>
                  </a:lnTo>
                  <a:lnTo>
                    <a:pt x="1093" y="1865"/>
                  </a:lnTo>
                  <a:lnTo>
                    <a:pt x="1029" y="1158"/>
                  </a:lnTo>
                  <a:lnTo>
                    <a:pt x="1608" y="1608"/>
                  </a:lnTo>
                  <a:lnTo>
                    <a:pt x="1800" y="1255"/>
                  </a:lnTo>
                  <a:lnTo>
                    <a:pt x="1157" y="933"/>
                  </a:lnTo>
                  <a:lnTo>
                    <a:pt x="1800" y="612"/>
                  </a:lnTo>
                  <a:lnTo>
                    <a:pt x="1608" y="258"/>
                  </a:lnTo>
                  <a:lnTo>
                    <a:pt x="1029" y="676"/>
                  </a:lnTo>
                  <a:lnTo>
                    <a:pt x="10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8" name="Google Shape;2228;p37"/>
            <p:cNvSpPr/>
            <p:nvPr/>
          </p:nvSpPr>
          <p:spPr>
            <a:xfrm>
              <a:off x="2476775" y="1644425"/>
              <a:ext cx="45050" cy="46650"/>
            </a:xfrm>
            <a:custGeom>
              <a:rect b="b" l="l" r="r" t="t"/>
              <a:pathLst>
                <a:path extrusionOk="0" h="1866" w="1802">
                  <a:moveTo>
                    <a:pt x="708" y="1"/>
                  </a:moveTo>
                  <a:lnTo>
                    <a:pt x="772" y="708"/>
                  </a:lnTo>
                  <a:lnTo>
                    <a:pt x="772" y="708"/>
                  </a:lnTo>
                  <a:lnTo>
                    <a:pt x="194" y="290"/>
                  </a:lnTo>
                  <a:lnTo>
                    <a:pt x="1" y="612"/>
                  </a:lnTo>
                  <a:lnTo>
                    <a:pt x="644" y="933"/>
                  </a:lnTo>
                  <a:lnTo>
                    <a:pt x="33" y="1222"/>
                  </a:lnTo>
                  <a:lnTo>
                    <a:pt x="226" y="1576"/>
                  </a:lnTo>
                  <a:lnTo>
                    <a:pt x="772" y="1158"/>
                  </a:lnTo>
                  <a:lnTo>
                    <a:pt x="708" y="1865"/>
                  </a:lnTo>
                  <a:lnTo>
                    <a:pt x="1126" y="1865"/>
                  </a:lnTo>
                  <a:lnTo>
                    <a:pt x="1062" y="1158"/>
                  </a:lnTo>
                  <a:lnTo>
                    <a:pt x="1608" y="1608"/>
                  </a:lnTo>
                  <a:lnTo>
                    <a:pt x="1801" y="1255"/>
                  </a:lnTo>
                  <a:lnTo>
                    <a:pt x="1190" y="933"/>
                  </a:lnTo>
                  <a:lnTo>
                    <a:pt x="1801" y="612"/>
                  </a:lnTo>
                  <a:lnTo>
                    <a:pt x="1608" y="258"/>
                  </a:lnTo>
                  <a:lnTo>
                    <a:pt x="1062" y="676"/>
                  </a:lnTo>
                  <a:lnTo>
                    <a:pt x="11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9" name="Google Shape;2229;p37"/>
            <p:cNvSpPr/>
            <p:nvPr/>
          </p:nvSpPr>
          <p:spPr>
            <a:xfrm>
              <a:off x="2537050" y="1644425"/>
              <a:ext cx="45025" cy="46650"/>
            </a:xfrm>
            <a:custGeom>
              <a:rect b="b" l="l" r="r" t="t"/>
              <a:pathLst>
                <a:path extrusionOk="0" h="1866" w="1801">
                  <a:moveTo>
                    <a:pt x="708" y="1"/>
                  </a:moveTo>
                  <a:lnTo>
                    <a:pt x="772" y="708"/>
                  </a:lnTo>
                  <a:lnTo>
                    <a:pt x="194" y="290"/>
                  </a:lnTo>
                  <a:lnTo>
                    <a:pt x="1" y="612"/>
                  </a:lnTo>
                  <a:lnTo>
                    <a:pt x="612" y="933"/>
                  </a:lnTo>
                  <a:lnTo>
                    <a:pt x="1" y="1222"/>
                  </a:lnTo>
                  <a:lnTo>
                    <a:pt x="194" y="1576"/>
                  </a:lnTo>
                  <a:lnTo>
                    <a:pt x="772" y="1158"/>
                  </a:lnTo>
                  <a:lnTo>
                    <a:pt x="708" y="1865"/>
                  </a:lnTo>
                  <a:lnTo>
                    <a:pt x="1094" y="1865"/>
                  </a:lnTo>
                  <a:lnTo>
                    <a:pt x="1029" y="1158"/>
                  </a:lnTo>
                  <a:lnTo>
                    <a:pt x="1608" y="1608"/>
                  </a:lnTo>
                  <a:lnTo>
                    <a:pt x="1801" y="1255"/>
                  </a:lnTo>
                  <a:lnTo>
                    <a:pt x="1158" y="933"/>
                  </a:lnTo>
                  <a:lnTo>
                    <a:pt x="1801" y="612"/>
                  </a:lnTo>
                  <a:lnTo>
                    <a:pt x="1608" y="258"/>
                  </a:lnTo>
                  <a:lnTo>
                    <a:pt x="1029" y="676"/>
                  </a:lnTo>
                  <a:lnTo>
                    <a:pt x="1029" y="676"/>
                  </a:lnTo>
                  <a:lnTo>
                    <a:pt x="109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0" name="Google Shape;2230;p37"/>
            <p:cNvSpPr/>
            <p:nvPr/>
          </p:nvSpPr>
          <p:spPr>
            <a:xfrm>
              <a:off x="2596525" y="1644425"/>
              <a:ext cx="45025" cy="46650"/>
            </a:xfrm>
            <a:custGeom>
              <a:rect b="b" l="l" r="r" t="t"/>
              <a:pathLst>
                <a:path extrusionOk="0" h="1866" w="1801">
                  <a:moveTo>
                    <a:pt x="708" y="1"/>
                  </a:moveTo>
                  <a:lnTo>
                    <a:pt x="772" y="708"/>
                  </a:lnTo>
                  <a:lnTo>
                    <a:pt x="772" y="708"/>
                  </a:lnTo>
                  <a:lnTo>
                    <a:pt x="193" y="290"/>
                  </a:lnTo>
                  <a:lnTo>
                    <a:pt x="0" y="612"/>
                  </a:lnTo>
                  <a:lnTo>
                    <a:pt x="643" y="933"/>
                  </a:lnTo>
                  <a:lnTo>
                    <a:pt x="0" y="1222"/>
                  </a:lnTo>
                  <a:lnTo>
                    <a:pt x="226" y="1576"/>
                  </a:lnTo>
                  <a:lnTo>
                    <a:pt x="772" y="1158"/>
                  </a:lnTo>
                  <a:lnTo>
                    <a:pt x="708" y="1865"/>
                  </a:lnTo>
                  <a:lnTo>
                    <a:pt x="1093" y="1865"/>
                  </a:lnTo>
                  <a:lnTo>
                    <a:pt x="1029" y="1158"/>
                  </a:lnTo>
                  <a:lnTo>
                    <a:pt x="1608" y="1608"/>
                  </a:lnTo>
                  <a:lnTo>
                    <a:pt x="1801" y="1255"/>
                  </a:lnTo>
                  <a:lnTo>
                    <a:pt x="1158" y="933"/>
                  </a:lnTo>
                  <a:lnTo>
                    <a:pt x="1801" y="612"/>
                  </a:lnTo>
                  <a:lnTo>
                    <a:pt x="1608" y="258"/>
                  </a:lnTo>
                  <a:lnTo>
                    <a:pt x="1029" y="676"/>
                  </a:lnTo>
                  <a:lnTo>
                    <a:pt x="10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1" name="Google Shape;2231;p37"/>
            <p:cNvSpPr/>
            <p:nvPr/>
          </p:nvSpPr>
          <p:spPr>
            <a:xfrm>
              <a:off x="2656000" y="1644425"/>
              <a:ext cx="45825" cy="46650"/>
            </a:xfrm>
            <a:custGeom>
              <a:rect b="b" l="l" r="r" t="t"/>
              <a:pathLst>
                <a:path extrusionOk="0" h="1866" w="1833">
                  <a:moveTo>
                    <a:pt x="707" y="1"/>
                  </a:moveTo>
                  <a:lnTo>
                    <a:pt x="804" y="708"/>
                  </a:lnTo>
                  <a:lnTo>
                    <a:pt x="225" y="290"/>
                  </a:lnTo>
                  <a:lnTo>
                    <a:pt x="0" y="612"/>
                  </a:lnTo>
                  <a:lnTo>
                    <a:pt x="643" y="933"/>
                  </a:lnTo>
                  <a:lnTo>
                    <a:pt x="32" y="1222"/>
                  </a:lnTo>
                  <a:lnTo>
                    <a:pt x="225" y="1576"/>
                  </a:lnTo>
                  <a:lnTo>
                    <a:pt x="804" y="1158"/>
                  </a:lnTo>
                  <a:lnTo>
                    <a:pt x="707" y="1865"/>
                  </a:lnTo>
                  <a:lnTo>
                    <a:pt x="1125" y="1865"/>
                  </a:lnTo>
                  <a:lnTo>
                    <a:pt x="1061" y="1158"/>
                  </a:lnTo>
                  <a:lnTo>
                    <a:pt x="1607" y="1608"/>
                  </a:lnTo>
                  <a:lnTo>
                    <a:pt x="1832" y="1255"/>
                  </a:lnTo>
                  <a:lnTo>
                    <a:pt x="1190" y="933"/>
                  </a:lnTo>
                  <a:lnTo>
                    <a:pt x="1832" y="612"/>
                  </a:lnTo>
                  <a:lnTo>
                    <a:pt x="1607" y="258"/>
                  </a:lnTo>
                  <a:lnTo>
                    <a:pt x="1061" y="676"/>
                  </a:lnTo>
                  <a:lnTo>
                    <a:pt x="112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" name="Google Shape;2232;p37"/>
            <p:cNvSpPr/>
            <p:nvPr/>
          </p:nvSpPr>
          <p:spPr>
            <a:xfrm>
              <a:off x="2716275" y="1644425"/>
              <a:ext cx="45025" cy="46650"/>
            </a:xfrm>
            <a:custGeom>
              <a:rect b="b" l="l" r="r" t="t"/>
              <a:pathLst>
                <a:path extrusionOk="0" h="1866" w="1801">
                  <a:moveTo>
                    <a:pt x="707" y="1"/>
                  </a:moveTo>
                  <a:lnTo>
                    <a:pt x="771" y="708"/>
                  </a:lnTo>
                  <a:lnTo>
                    <a:pt x="193" y="290"/>
                  </a:lnTo>
                  <a:lnTo>
                    <a:pt x="0" y="612"/>
                  </a:lnTo>
                  <a:lnTo>
                    <a:pt x="643" y="933"/>
                  </a:lnTo>
                  <a:lnTo>
                    <a:pt x="0" y="1222"/>
                  </a:lnTo>
                  <a:lnTo>
                    <a:pt x="193" y="1576"/>
                  </a:lnTo>
                  <a:lnTo>
                    <a:pt x="771" y="1158"/>
                  </a:lnTo>
                  <a:lnTo>
                    <a:pt x="707" y="1865"/>
                  </a:lnTo>
                  <a:lnTo>
                    <a:pt x="1093" y="1865"/>
                  </a:lnTo>
                  <a:lnTo>
                    <a:pt x="1029" y="1158"/>
                  </a:lnTo>
                  <a:lnTo>
                    <a:pt x="1607" y="1608"/>
                  </a:lnTo>
                  <a:lnTo>
                    <a:pt x="1800" y="1255"/>
                  </a:lnTo>
                  <a:lnTo>
                    <a:pt x="1157" y="933"/>
                  </a:lnTo>
                  <a:lnTo>
                    <a:pt x="1800" y="612"/>
                  </a:lnTo>
                  <a:lnTo>
                    <a:pt x="1607" y="258"/>
                  </a:lnTo>
                  <a:lnTo>
                    <a:pt x="1029" y="676"/>
                  </a:lnTo>
                  <a:lnTo>
                    <a:pt x="10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" name="Google Shape;2233;p37"/>
            <p:cNvSpPr/>
            <p:nvPr/>
          </p:nvSpPr>
          <p:spPr>
            <a:xfrm>
              <a:off x="2775725" y="1644425"/>
              <a:ext cx="45025" cy="46650"/>
            </a:xfrm>
            <a:custGeom>
              <a:rect b="b" l="l" r="r" t="t"/>
              <a:pathLst>
                <a:path extrusionOk="0" h="1866" w="1801">
                  <a:moveTo>
                    <a:pt x="708" y="1"/>
                  </a:moveTo>
                  <a:lnTo>
                    <a:pt x="772" y="708"/>
                  </a:lnTo>
                  <a:lnTo>
                    <a:pt x="194" y="290"/>
                  </a:lnTo>
                  <a:lnTo>
                    <a:pt x="1" y="612"/>
                  </a:lnTo>
                  <a:lnTo>
                    <a:pt x="644" y="933"/>
                  </a:lnTo>
                  <a:lnTo>
                    <a:pt x="33" y="1222"/>
                  </a:lnTo>
                  <a:lnTo>
                    <a:pt x="226" y="1576"/>
                  </a:lnTo>
                  <a:lnTo>
                    <a:pt x="772" y="1158"/>
                  </a:lnTo>
                  <a:lnTo>
                    <a:pt x="708" y="1865"/>
                  </a:lnTo>
                  <a:lnTo>
                    <a:pt x="1126" y="1865"/>
                  </a:lnTo>
                  <a:lnTo>
                    <a:pt x="1061" y="1158"/>
                  </a:lnTo>
                  <a:lnTo>
                    <a:pt x="1608" y="1608"/>
                  </a:lnTo>
                  <a:lnTo>
                    <a:pt x="1801" y="1255"/>
                  </a:lnTo>
                  <a:lnTo>
                    <a:pt x="1190" y="933"/>
                  </a:lnTo>
                  <a:lnTo>
                    <a:pt x="1801" y="612"/>
                  </a:lnTo>
                  <a:lnTo>
                    <a:pt x="1608" y="258"/>
                  </a:lnTo>
                  <a:lnTo>
                    <a:pt x="1061" y="676"/>
                  </a:lnTo>
                  <a:lnTo>
                    <a:pt x="11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" name="Google Shape;2234;p37"/>
            <p:cNvSpPr/>
            <p:nvPr/>
          </p:nvSpPr>
          <p:spPr>
            <a:xfrm>
              <a:off x="2836000" y="1644425"/>
              <a:ext cx="45025" cy="46650"/>
            </a:xfrm>
            <a:custGeom>
              <a:rect b="b" l="l" r="r" t="t"/>
              <a:pathLst>
                <a:path extrusionOk="0" h="1866" w="1801">
                  <a:moveTo>
                    <a:pt x="676" y="1"/>
                  </a:moveTo>
                  <a:lnTo>
                    <a:pt x="772" y="708"/>
                  </a:lnTo>
                  <a:lnTo>
                    <a:pt x="193" y="290"/>
                  </a:lnTo>
                  <a:lnTo>
                    <a:pt x="1" y="612"/>
                  </a:lnTo>
                  <a:lnTo>
                    <a:pt x="611" y="933"/>
                  </a:lnTo>
                  <a:lnTo>
                    <a:pt x="1" y="1222"/>
                  </a:lnTo>
                  <a:lnTo>
                    <a:pt x="193" y="1576"/>
                  </a:lnTo>
                  <a:lnTo>
                    <a:pt x="772" y="1158"/>
                  </a:lnTo>
                  <a:lnTo>
                    <a:pt x="676" y="1865"/>
                  </a:lnTo>
                  <a:lnTo>
                    <a:pt x="1093" y="1865"/>
                  </a:lnTo>
                  <a:lnTo>
                    <a:pt x="1029" y="1158"/>
                  </a:lnTo>
                  <a:lnTo>
                    <a:pt x="1608" y="1608"/>
                  </a:lnTo>
                  <a:lnTo>
                    <a:pt x="1801" y="1255"/>
                  </a:lnTo>
                  <a:lnTo>
                    <a:pt x="1158" y="933"/>
                  </a:lnTo>
                  <a:lnTo>
                    <a:pt x="1801" y="612"/>
                  </a:lnTo>
                  <a:lnTo>
                    <a:pt x="1608" y="258"/>
                  </a:lnTo>
                  <a:lnTo>
                    <a:pt x="1029" y="676"/>
                  </a:lnTo>
                  <a:lnTo>
                    <a:pt x="1029" y="676"/>
                  </a:lnTo>
                  <a:lnTo>
                    <a:pt x="109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" name="Google Shape;2235;p37"/>
            <p:cNvSpPr/>
            <p:nvPr/>
          </p:nvSpPr>
          <p:spPr>
            <a:xfrm>
              <a:off x="3166275" y="1069850"/>
              <a:ext cx="190500" cy="167175"/>
            </a:xfrm>
            <a:custGeom>
              <a:rect b="b" l="l" r="r" t="t"/>
              <a:pathLst>
                <a:path extrusionOk="0" h="6687" w="7620">
                  <a:moveTo>
                    <a:pt x="1" y="1"/>
                  </a:moveTo>
                  <a:lnTo>
                    <a:pt x="1" y="6687"/>
                  </a:lnTo>
                  <a:lnTo>
                    <a:pt x="7619" y="334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" name="Google Shape;2236;p37"/>
            <p:cNvSpPr/>
            <p:nvPr/>
          </p:nvSpPr>
          <p:spPr>
            <a:xfrm>
              <a:off x="5470225" y="2407075"/>
              <a:ext cx="341575" cy="341550"/>
            </a:xfrm>
            <a:custGeom>
              <a:rect b="b" l="l" r="r" t="t"/>
              <a:pathLst>
                <a:path extrusionOk="0" h="13662" w="13663">
                  <a:moveTo>
                    <a:pt x="6815" y="0"/>
                  </a:moveTo>
                  <a:cubicBezTo>
                    <a:pt x="3055" y="0"/>
                    <a:pt x="1" y="3054"/>
                    <a:pt x="1" y="6815"/>
                  </a:cubicBezTo>
                  <a:cubicBezTo>
                    <a:pt x="1" y="10608"/>
                    <a:pt x="3055" y="13661"/>
                    <a:pt x="6815" y="13661"/>
                  </a:cubicBezTo>
                  <a:cubicBezTo>
                    <a:pt x="10608" y="13661"/>
                    <a:pt x="13662" y="10608"/>
                    <a:pt x="13662" y="6815"/>
                  </a:cubicBezTo>
                  <a:cubicBezTo>
                    <a:pt x="13662" y="3054"/>
                    <a:pt x="10608" y="0"/>
                    <a:pt x="681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7" name="Google Shape;2237;p37"/>
            <p:cNvSpPr/>
            <p:nvPr/>
          </p:nvSpPr>
          <p:spPr>
            <a:xfrm>
              <a:off x="5464600" y="2401425"/>
              <a:ext cx="352025" cy="352025"/>
            </a:xfrm>
            <a:custGeom>
              <a:rect b="b" l="l" r="r" t="t"/>
              <a:pathLst>
                <a:path extrusionOk="0" h="14081" w="14081">
                  <a:moveTo>
                    <a:pt x="7040" y="451"/>
                  </a:moveTo>
                  <a:cubicBezTo>
                    <a:pt x="8873" y="451"/>
                    <a:pt x="10544" y="1190"/>
                    <a:pt x="11733" y="2380"/>
                  </a:cubicBezTo>
                  <a:cubicBezTo>
                    <a:pt x="12923" y="3569"/>
                    <a:pt x="13662" y="5241"/>
                    <a:pt x="13662" y="7041"/>
                  </a:cubicBezTo>
                  <a:cubicBezTo>
                    <a:pt x="13662" y="8873"/>
                    <a:pt x="12923" y="10544"/>
                    <a:pt x="11733" y="11734"/>
                  </a:cubicBezTo>
                  <a:cubicBezTo>
                    <a:pt x="10544" y="12923"/>
                    <a:pt x="8873" y="13662"/>
                    <a:pt x="7040" y="13662"/>
                  </a:cubicBezTo>
                  <a:cubicBezTo>
                    <a:pt x="5240" y="13662"/>
                    <a:pt x="3569" y="12923"/>
                    <a:pt x="2379" y="11734"/>
                  </a:cubicBezTo>
                  <a:cubicBezTo>
                    <a:pt x="1190" y="10544"/>
                    <a:pt x="451" y="8873"/>
                    <a:pt x="451" y="7041"/>
                  </a:cubicBezTo>
                  <a:cubicBezTo>
                    <a:pt x="451" y="5241"/>
                    <a:pt x="1190" y="3569"/>
                    <a:pt x="2379" y="2380"/>
                  </a:cubicBezTo>
                  <a:cubicBezTo>
                    <a:pt x="3569" y="1190"/>
                    <a:pt x="5240" y="451"/>
                    <a:pt x="7040" y="451"/>
                  </a:cubicBezTo>
                  <a:close/>
                  <a:moveTo>
                    <a:pt x="7040" y="1"/>
                  </a:moveTo>
                  <a:cubicBezTo>
                    <a:pt x="3183" y="1"/>
                    <a:pt x="1" y="3151"/>
                    <a:pt x="1" y="7041"/>
                  </a:cubicBezTo>
                  <a:cubicBezTo>
                    <a:pt x="1" y="10930"/>
                    <a:pt x="3183" y="14080"/>
                    <a:pt x="7040" y="14080"/>
                  </a:cubicBezTo>
                  <a:cubicBezTo>
                    <a:pt x="10930" y="14080"/>
                    <a:pt x="14080" y="10930"/>
                    <a:pt x="14080" y="7041"/>
                  </a:cubicBezTo>
                  <a:cubicBezTo>
                    <a:pt x="14080" y="3151"/>
                    <a:pt x="10930" y="1"/>
                    <a:pt x="70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8" name="Google Shape;2238;p37"/>
            <p:cNvSpPr/>
            <p:nvPr/>
          </p:nvSpPr>
          <p:spPr>
            <a:xfrm>
              <a:off x="5514425" y="2451250"/>
              <a:ext cx="253175" cy="253175"/>
            </a:xfrm>
            <a:custGeom>
              <a:rect b="b" l="l" r="r" t="t"/>
              <a:pathLst>
                <a:path extrusionOk="0" h="10127" w="10127">
                  <a:moveTo>
                    <a:pt x="5047" y="1"/>
                  </a:moveTo>
                  <a:cubicBezTo>
                    <a:pt x="2251" y="1"/>
                    <a:pt x="1" y="2251"/>
                    <a:pt x="1" y="5048"/>
                  </a:cubicBezTo>
                  <a:cubicBezTo>
                    <a:pt x="1" y="7876"/>
                    <a:pt x="2251" y="10126"/>
                    <a:pt x="5047" y="10126"/>
                  </a:cubicBezTo>
                  <a:cubicBezTo>
                    <a:pt x="7876" y="10126"/>
                    <a:pt x="10126" y="7876"/>
                    <a:pt x="10126" y="5048"/>
                  </a:cubicBezTo>
                  <a:cubicBezTo>
                    <a:pt x="10126" y="2251"/>
                    <a:pt x="7876" y="1"/>
                    <a:pt x="504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" name="Google Shape;2239;p37"/>
            <p:cNvSpPr/>
            <p:nvPr/>
          </p:nvSpPr>
          <p:spPr>
            <a:xfrm>
              <a:off x="5508800" y="2445625"/>
              <a:ext cx="264425" cy="264425"/>
            </a:xfrm>
            <a:custGeom>
              <a:rect b="b" l="l" r="r" t="t"/>
              <a:pathLst>
                <a:path extrusionOk="0" h="10577" w="10577">
                  <a:moveTo>
                    <a:pt x="5272" y="419"/>
                  </a:moveTo>
                  <a:cubicBezTo>
                    <a:pt x="6622" y="419"/>
                    <a:pt x="7844" y="965"/>
                    <a:pt x="8712" y="1865"/>
                  </a:cubicBezTo>
                  <a:cubicBezTo>
                    <a:pt x="9612" y="2733"/>
                    <a:pt x="10158" y="3955"/>
                    <a:pt x="10158" y="5273"/>
                  </a:cubicBezTo>
                  <a:cubicBezTo>
                    <a:pt x="10158" y="6623"/>
                    <a:pt x="9612" y="7844"/>
                    <a:pt x="8712" y="8712"/>
                  </a:cubicBezTo>
                  <a:cubicBezTo>
                    <a:pt x="7844" y="9612"/>
                    <a:pt x="6622" y="10159"/>
                    <a:pt x="5272" y="10159"/>
                  </a:cubicBezTo>
                  <a:cubicBezTo>
                    <a:pt x="3954" y="10159"/>
                    <a:pt x="2733" y="9612"/>
                    <a:pt x="1865" y="8712"/>
                  </a:cubicBezTo>
                  <a:cubicBezTo>
                    <a:pt x="965" y="7844"/>
                    <a:pt x="419" y="6623"/>
                    <a:pt x="419" y="5273"/>
                  </a:cubicBezTo>
                  <a:cubicBezTo>
                    <a:pt x="419" y="3955"/>
                    <a:pt x="965" y="2733"/>
                    <a:pt x="1865" y="1865"/>
                  </a:cubicBezTo>
                  <a:cubicBezTo>
                    <a:pt x="2733" y="965"/>
                    <a:pt x="3954" y="419"/>
                    <a:pt x="5272" y="419"/>
                  </a:cubicBezTo>
                  <a:close/>
                  <a:moveTo>
                    <a:pt x="5272" y="1"/>
                  </a:moveTo>
                  <a:cubicBezTo>
                    <a:pt x="2379" y="1"/>
                    <a:pt x="1" y="2380"/>
                    <a:pt x="1" y="5273"/>
                  </a:cubicBezTo>
                  <a:cubicBezTo>
                    <a:pt x="1" y="8198"/>
                    <a:pt x="2379" y="10576"/>
                    <a:pt x="5272" y="10576"/>
                  </a:cubicBezTo>
                  <a:cubicBezTo>
                    <a:pt x="8198" y="10576"/>
                    <a:pt x="10576" y="8198"/>
                    <a:pt x="10576" y="5273"/>
                  </a:cubicBezTo>
                  <a:cubicBezTo>
                    <a:pt x="10576" y="2380"/>
                    <a:pt x="8198" y="1"/>
                    <a:pt x="527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0" name="Google Shape;2240;p37"/>
            <p:cNvSpPr/>
            <p:nvPr/>
          </p:nvSpPr>
          <p:spPr>
            <a:xfrm>
              <a:off x="5589175" y="2480200"/>
              <a:ext cx="103675" cy="189475"/>
            </a:xfrm>
            <a:custGeom>
              <a:rect b="b" l="l" r="r" t="t"/>
              <a:pathLst>
                <a:path extrusionOk="0" h="7579" w="4147">
                  <a:moveTo>
                    <a:pt x="2057" y="0"/>
                  </a:moveTo>
                  <a:cubicBezTo>
                    <a:pt x="1993" y="0"/>
                    <a:pt x="1897" y="32"/>
                    <a:pt x="1832" y="97"/>
                  </a:cubicBezTo>
                  <a:cubicBezTo>
                    <a:pt x="1768" y="161"/>
                    <a:pt x="1736" y="225"/>
                    <a:pt x="1736" y="354"/>
                  </a:cubicBezTo>
                  <a:lnTo>
                    <a:pt x="1736" y="1351"/>
                  </a:lnTo>
                  <a:lnTo>
                    <a:pt x="1736" y="1351"/>
                  </a:lnTo>
                  <a:cubicBezTo>
                    <a:pt x="1278" y="1376"/>
                    <a:pt x="892" y="1479"/>
                    <a:pt x="579" y="1672"/>
                  </a:cubicBezTo>
                  <a:cubicBezTo>
                    <a:pt x="193" y="1929"/>
                    <a:pt x="0" y="2282"/>
                    <a:pt x="0" y="2765"/>
                  </a:cubicBezTo>
                  <a:cubicBezTo>
                    <a:pt x="0" y="2957"/>
                    <a:pt x="0" y="3118"/>
                    <a:pt x="64" y="3247"/>
                  </a:cubicBezTo>
                  <a:cubicBezTo>
                    <a:pt x="97" y="3407"/>
                    <a:pt x="161" y="3504"/>
                    <a:pt x="257" y="3600"/>
                  </a:cubicBezTo>
                  <a:cubicBezTo>
                    <a:pt x="322" y="3697"/>
                    <a:pt x="450" y="3793"/>
                    <a:pt x="611" y="3890"/>
                  </a:cubicBezTo>
                  <a:cubicBezTo>
                    <a:pt x="772" y="3954"/>
                    <a:pt x="900" y="4018"/>
                    <a:pt x="1061" y="4083"/>
                  </a:cubicBezTo>
                  <a:cubicBezTo>
                    <a:pt x="1222" y="4147"/>
                    <a:pt x="1415" y="4211"/>
                    <a:pt x="1672" y="4275"/>
                  </a:cubicBezTo>
                  <a:lnTo>
                    <a:pt x="2315" y="4436"/>
                  </a:lnTo>
                  <a:cubicBezTo>
                    <a:pt x="2507" y="4500"/>
                    <a:pt x="2636" y="4565"/>
                    <a:pt x="2732" y="4629"/>
                  </a:cubicBezTo>
                  <a:cubicBezTo>
                    <a:pt x="2861" y="4693"/>
                    <a:pt x="2893" y="4790"/>
                    <a:pt x="2893" y="4886"/>
                  </a:cubicBezTo>
                  <a:cubicBezTo>
                    <a:pt x="2893" y="4983"/>
                    <a:pt x="2861" y="5079"/>
                    <a:pt x="2797" y="5143"/>
                  </a:cubicBezTo>
                  <a:cubicBezTo>
                    <a:pt x="2732" y="5208"/>
                    <a:pt x="2636" y="5240"/>
                    <a:pt x="2540" y="5272"/>
                  </a:cubicBezTo>
                  <a:cubicBezTo>
                    <a:pt x="2443" y="5304"/>
                    <a:pt x="2347" y="5304"/>
                    <a:pt x="2218" y="5336"/>
                  </a:cubicBezTo>
                  <a:lnTo>
                    <a:pt x="1897" y="5336"/>
                  </a:lnTo>
                  <a:cubicBezTo>
                    <a:pt x="1768" y="5336"/>
                    <a:pt x="1607" y="5304"/>
                    <a:pt x="1479" y="5272"/>
                  </a:cubicBezTo>
                  <a:cubicBezTo>
                    <a:pt x="1350" y="5240"/>
                    <a:pt x="1254" y="5208"/>
                    <a:pt x="1190" y="5175"/>
                  </a:cubicBezTo>
                  <a:cubicBezTo>
                    <a:pt x="1093" y="5143"/>
                    <a:pt x="1029" y="5079"/>
                    <a:pt x="932" y="5047"/>
                  </a:cubicBezTo>
                  <a:cubicBezTo>
                    <a:pt x="836" y="4983"/>
                    <a:pt x="772" y="4950"/>
                    <a:pt x="739" y="4950"/>
                  </a:cubicBezTo>
                  <a:cubicBezTo>
                    <a:pt x="611" y="4886"/>
                    <a:pt x="514" y="4854"/>
                    <a:pt x="418" y="4854"/>
                  </a:cubicBezTo>
                  <a:cubicBezTo>
                    <a:pt x="322" y="4886"/>
                    <a:pt x="225" y="4918"/>
                    <a:pt x="161" y="4983"/>
                  </a:cubicBezTo>
                  <a:cubicBezTo>
                    <a:pt x="97" y="5047"/>
                    <a:pt x="64" y="5143"/>
                    <a:pt x="32" y="5240"/>
                  </a:cubicBezTo>
                  <a:cubicBezTo>
                    <a:pt x="0" y="5304"/>
                    <a:pt x="0" y="5400"/>
                    <a:pt x="32" y="5497"/>
                  </a:cubicBezTo>
                  <a:cubicBezTo>
                    <a:pt x="64" y="5593"/>
                    <a:pt x="97" y="5690"/>
                    <a:pt x="193" y="5754"/>
                  </a:cubicBezTo>
                  <a:cubicBezTo>
                    <a:pt x="660" y="6075"/>
                    <a:pt x="1206" y="6264"/>
                    <a:pt x="1832" y="6320"/>
                  </a:cubicBezTo>
                  <a:lnTo>
                    <a:pt x="1832" y="6320"/>
                  </a:lnTo>
                  <a:lnTo>
                    <a:pt x="1832" y="7233"/>
                  </a:lnTo>
                  <a:cubicBezTo>
                    <a:pt x="1832" y="7393"/>
                    <a:pt x="1865" y="7490"/>
                    <a:pt x="1993" y="7554"/>
                  </a:cubicBezTo>
                  <a:cubicBezTo>
                    <a:pt x="2041" y="7570"/>
                    <a:pt x="2098" y="7578"/>
                    <a:pt x="2154" y="7578"/>
                  </a:cubicBezTo>
                  <a:cubicBezTo>
                    <a:pt x="2210" y="7578"/>
                    <a:pt x="2266" y="7570"/>
                    <a:pt x="2315" y="7554"/>
                  </a:cubicBezTo>
                  <a:cubicBezTo>
                    <a:pt x="2443" y="7490"/>
                    <a:pt x="2475" y="7393"/>
                    <a:pt x="2475" y="7233"/>
                  </a:cubicBezTo>
                  <a:lnTo>
                    <a:pt x="2475" y="6315"/>
                  </a:lnTo>
                  <a:lnTo>
                    <a:pt x="2475" y="6315"/>
                  </a:lnTo>
                  <a:cubicBezTo>
                    <a:pt x="2707" y="6294"/>
                    <a:pt x="2919" y="6252"/>
                    <a:pt x="3118" y="6172"/>
                  </a:cubicBezTo>
                  <a:cubicBezTo>
                    <a:pt x="3440" y="6075"/>
                    <a:pt x="3697" y="5883"/>
                    <a:pt x="3890" y="5625"/>
                  </a:cubicBezTo>
                  <a:cubicBezTo>
                    <a:pt x="4083" y="5400"/>
                    <a:pt x="4147" y="5079"/>
                    <a:pt x="4147" y="4725"/>
                  </a:cubicBezTo>
                  <a:cubicBezTo>
                    <a:pt x="4147" y="4500"/>
                    <a:pt x="4115" y="4308"/>
                    <a:pt x="4050" y="4147"/>
                  </a:cubicBezTo>
                  <a:cubicBezTo>
                    <a:pt x="3954" y="3986"/>
                    <a:pt x="3857" y="3858"/>
                    <a:pt x="3697" y="3761"/>
                  </a:cubicBezTo>
                  <a:cubicBezTo>
                    <a:pt x="3568" y="3632"/>
                    <a:pt x="3407" y="3536"/>
                    <a:pt x="3215" y="3472"/>
                  </a:cubicBezTo>
                  <a:cubicBezTo>
                    <a:pt x="3022" y="3407"/>
                    <a:pt x="2797" y="3343"/>
                    <a:pt x="2540" y="3247"/>
                  </a:cubicBezTo>
                  <a:lnTo>
                    <a:pt x="1897" y="3086"/>
                  </a:lnTo>
                  <a:cubicBezTo>
                    <a:pt x="1704" y="3054"/>
                    <a:pt x="1543" y="2990"/>
                    <a:pt x="1479" y="2925"/>
                  </a:cubicBezTo>
                  <a:cubicBezTo>
                    <a:pt x="1382" y="2861"/>
                    <a:pt x="1350" y="2765"/>
                    <a:pt x="1350" y="2668"/>
                  </a:cubicBezTo>
                  <a:cubicBezTo>
                    <a:pt x="1350" y="2572"/>
                    <a:pt x="1382" y="2507"/>
                    <a:pt x="1511" y="2443"/>
                  </a:cubicBezTo>
                  <a:cubicBezTo>
                    <a:pt x="1607" y="2379"/>
                    <a:pt x="1704" y="2347"/>
                    <a:pt x="1832" y="2347"/>
                  </a:cubicBezTo>
                  <a:lnTo>
                    <a:pt x="2218" y="2347"/>
                  </a:lnTo>
                  <a:cubicBezTo>
                    <a:pt x="2540" y="2379"/>
                    <a:pt x="2893" y="2443"/>
                    <a:pt x="3182" y="2572"/>
                  </a:cubicBezTo>
                  <a:cubicBezTo>
                    <a:pt x="3273" y="2594"/>
                    <a:pt x="3364" y="2617"/>
                    <a:pt x="3444" y="2617"/>
                  </a:cubicBezTo>
                  <a:cubicBezTo>
                    <a:pt x="3477" y="2617"/>
                    <a:pt x="3508" y="2613"/>
                    <a:pt x="3536" y="2604"/>
                  </a:cubicBezTo>
                  <a:cubicBezTo>
                    <a:pt x="3632" y="2572"/>
                    <a:pt x="3697" y="2540"/>
                    <a:pt x="3761" y="2443"/>
                  </a:cubicBezTo>
                  <a:cubicBezTo>
                    <a:pt x="3793" y="2379"/>
                    <a:pt x="3825" y="2282"/>
                    <a:pt x="3857" y="2186"/>
                  </a:cubicBezTo>
                  <a:cubicBezTo>
                    <a:pt x="3857" y="2090"/>
                    <a:pt x="3825" y="1993"/>
                    <a:pt x="3761" y="1897"/>
                  </a:cubicBezTo>
                  <a:cubicBezTo>
                    <a:pt x="3729" y="1800"/>
                    <a:pt x="3632" y="1736"/>
                    <a:pt x="3536" y="1672"/>
                  </a:cubicBezTo>
                  <a:cubicBezTo>
                    <a:pt x="3375" y="1607"/>
                    <a:pt x="3247" y="1575"/>
                    <a:pt x="3150" y="1543"/>
                  </a:cubicBezTo>
                  <a:cubicBezTo>
                    <a:pt x="3086" y="1511"/>
                    <a:pt x="2925" y="1447"/>
                    <a:pt x="2765" y="1415"/>
                  </a:cubicBezTo>
                  <a:cubicBezTo>
                    <a:pt x="2649" y="1391"/>
                    <a:pt x="2516" y="1368"/>
                    <a:pt x="2379" y="1357"/>
                  </a:cubicBezTo>
                  <a:lnTo>
                    <a:pt x="2379" y="1357"/>
                  </a:lnTo>
                  <a:lnTo>
                    <a:pt x="2379" y="354"/>
                  </a:lnTo>
                  <a:cubicBezTo>
                    <a:pt x="2379" y="225"/>
                    <a:pt x="2347" y="161"/>
                    <a:pt x="2282" y="97"/>
                  </a:cubicBezTo>
                  <a:cubicBezTo>
                    <a:pt x="2218" y="32"/>
                    <a:pt x="2154" y="0"/>
                    <a:pt x="20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1" name="Google Shape;2241;p37"/>
            <p:cNvSpPr/>
            <p:nvPr/>
          </p:nvSpPr>
          <p:spPr>
            <a:xfrm>
              <a:off x="5470225" y="2280900"/>
              <a:ext cx="341575" cy="340750"/>
            </a:xfrm>
            <a:custGeom>
              <a:rect b="b" l="l" r="r" t="t"/>
              <a:pathLst>
                <a:path extrusionOk="0" h="13630" w="13663">
                  <a:moveTo>
                    <a:pt x="6815" y="0"/>
                  </a:moveTo>
                  <a:cubicBezTo>
                    <a:pt x="3055" y="0"/>
                    <a:pt x="1" y="3054"/>
                    <a:pt x="1" y="6815"/>
                  </a:cubicBezTo>
                  <a:cubicBezTo>
                    <a:pt x="1" y="10576"/>
                    <a:pt x="3055" y="13630"/>
                    <a:pt x="6815" y="13630"/>
                  </a:cubicBezTo>
                  <a:cubicBezTo>
                    <a:pt x="10608" y="13630"/>
                    <a:pt x="13662" y="10576"/>
                    <a:pt x="13662" y="6815"/>
                  </a:cubicBezTo>
                  <a:cubicBezTo>
                    <a:pt x="13662" y="3054"/>
                    <a:pt x="10608" y="0"/>
                    <a:pt x="681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2" name="Google Shape;2242;p37"/>
            <p:cNvSpPr/>
            <p:nvPr/>
          </p:nvSpPr>
          <p:spPr>
            <a:xfrm>
              <a:off x="5464600" y="2275275"/>
              <a:ext cx="352025" cy="352000"/>
            </a:xfrm>
            <a:custGeom>
              <a:rect b="b" l="l" r="r" t="t"/>
              <a:pathLst>
                <a:path extrusionOk="0" h="14080" w="14081">
                  <a:moveTo>
                    <a:pt x="7040" y="418"/>
                  </a:moveTo>
                  <a:cubicBezTo>
                    <a:pt x="8873" y="418"/>
                    <a:pt x="10544" y="1158"/>
                    <a:pt x="11733" y="2379"/>
                  </a:cubicBezTo>
                  <a:cubicBezTo>
                    <a:pt x="12923" y="3568"/>
                    <a:pt x="13662" y="5208"/>
                    <a:pt x="13662" y="7040"/>
                  </a:cubicBezTo>
                  <a:cubicBezTo>
                    <a:pt x="13662" y="8872"/>
                    <a:pt x="12923" y="10512"/>
                    <a:pt x="11733" y="11733"/>
                  </a:cubicBezTo>
                  <a:cubicBezTo>
                    <a:pt x="10544" y="12922"/>
                    <a:pt x="8873" y="13662"/>
                    <a:pt x="7040" y="13662"/>
                  </a:cubicBezTo>
                  <a:cubicBezTo>
                    <a:pt x="5240" y="13662"/>
                    <a:pt x="3569" y="12922"/>
                    <a:pt x="2379" y="11733"/>
                  </a:cubicBezTo>
                  <a:cubicBezTo>
                    <a:pt x="1190" y="10512"/>
                    <a:pt x="451" y="8872"/>
                    <a:pt x="451" y="7040"/>
                  </a:cubicBezTo>
                  <a:cubicBezTo>
                    <a:pt x="451" y="5208"/>
                    <a:pt x="1190" y="3568"/>
                    <a:pt x="2379" y="2379"/>
                  </a:cubicBezTo>
                  <a:cubicBezTo>
                    <a:pt x="3569" y="1158"/>
                    <a:pt x="5240" y="418"/>
                    <a:pt x="7040" y="418"/>
                  </a:cubicBezTo>
                  <a:close/>
                  <a:moveTo>
                    <a:pt x="7040" y="0"/>
                  </a:moveTo>
                  <a:cubicBezTo>
                    <a:pt x="3183" y="0"/>
                    <a:pt x="1" y="3150"/>
                    <a:pt x="1" y="7040"/>
                  </a:cubicBezTo>
                  <a:cubicBezTo>
                    <a:pt x="1" y="10929"/>
                    <a:pt x="3183" y="14080"/>
                    <a:pt x="7040" y="14080"/>
                  </a:cubicBezTo>
                  <a:cubicBezTo>
                    <a:pt x="10930" y="14080"/>
                    <a:pt x="14080" y="10929"/>
                    <a:pt x="14080" y="7040"/>
                  </a:cubicBezTo>
                  <a:cubicBezTo>
                    <a:pt x="14080" y="3150"/>
                    <a:pt x="10930" y="0"/>
                    <a:pt x="70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3" name="Google Shape;2243;p37"/>
            <p:cNvSpPr/>
            <p:nvPr/>
          </p:nvSpPr>
          <p:spPr>
            <a:xfrm>
              <a:off x="5514425" y="2324300"/>
              <a:ext cx="253175" cy="253950"/>
            </a:xfrm>
            <a:custGeom>
              <a:rect b="b" l="l" r="r" t="t"/>
              <a:pathLst>
                <a:path extrusionOk="0" h="10158" w="10127">
                  <a:moveTo>
                    <a:pt x="5047" y="0"/>
                  </a:moveTo>
                  <a:cubicBezTo>
                    <a:pt x="2251" y="0"/>
                    <a:pt x="1" y="2282"/>
                    <a:pt x="1" y="5079"/>
                  </a:cubicBezTo>
                  <a:cubicBezTo>
                    <a:pt x="1" y="7876"/>
                    <a:pt x="2251" y="10158"/>
                    <a:pt x="5047" y="10158"/>
                  </a:cubicBezTo>
                  <a:cubicBezTo>
                    <a:pt x="7876" y="10158"/>
                    <a:pt x="10126" y="7876"/>
                    <a:pt x="10126" y="5079"/>
                  </a:cubicBezTo>
                  <a:cubicBezTo>
                    <a:pt x="10126" y="2282"/>
                    <a:pt x="7876" y="0"/>
                    <a:pt x="50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4" name="Google Shape;2244;p37"/>
            <p:cNvSpPr/>
            <p:nvPr/>
          </p:nvSpPr>
          <p:spPr>
            <a:xfrm>
              <a:off x="5508800" y="2319475"/>
              <a:ext cx="264425" cy="263600"/>
            </a:xfrm>
            <a:custGeom>
              <a:rect b="b" l="l" r="r" t="t"/>
              <a:pathLst>
                <a:path extrusionOk="0" h="10544" w="10577">
                  <a:moveTo>
                    <a:pt x="5272" y="418"/>
                  </a:moveTo>
                  <a:cubicBezTo>
                    <a:pt x="6622" y="418"/>
                    <a:pt x="7844" y="965"/>
                    <a:pt x="8712" y="1832"/>
                  </a:cubicBezTo>
                  <a:cubicBezTo>
                    <a:pt x="9612" y="2733"/>
                    <a:pt x="10158" y="3922"/>
                    <a:pt x="10158" y="5272"/>
                  </a:cubicBezTo>
                  <a:cubicBezTo>
                    <a:pt x="10158" y="6622"/>
                    <a:pt x="9612" y="7844"/>
                    <a:pt x="8712" y="8711"/>
                  </a:cubicBezTo>
                  <a:cubicBezTo>
                    <a:pt x="7844" y="9579"/>
                    <a:pt x="6622" y="10126"/>
                    <a:pt x="5272" y="10126"/>
                  </a:cubicBezTo>
                  <a:cubicBezTo>
                    <a:pt x="3954" y="10126"/>
                    <a:pt x="2733" y="9579"/>
                    <a:pt x="1865" y="8711"/>
                  </a:cubicBezTo>
                  <a:cubicBezTo>
                    <a:pt x="965" y="7844"/>
                    <a:pt x="419" y="6622"/>
                    <a:pt x="419" y="5272"/>
                  </a:cubicBezTo>
                  <a:cubicBezTo>
                    <a:pt x="419" y="3922"/>
                    <a:pt x="965" y="2733"/>
                    <a:pt x="1865" y="1832"/>
                  </a:cubicBezTo>
                  <a:cubicBezTo>
                    <a:pt x="2733" y="965"/>
                    <a:pt x="3954" y="418"/>
                    <a:pt x="5272" y="418"/>
                  </a:cubicBezTo>
                  <a:close/>
                  <a:moveTo>
                    <a:pt x="5272" y="0"/>
                  </a:moveTo>
                  <a:cubicBezTo>
                    <a:pt x="2379" y="0"/>
                    <a:pt x="1" y="2347"/>
                    <a:pt x="1" y="5272"/>
                  </a:cubicBezTo>
                  <a:cubicBezTo>
                    <a:pt x="1" y="8197"/>
                    <a:pt x="2379" y="10544"/>
                    <a:pt x="5272" y="10544"/>
                  </a:cubicBezTo>
                  <a:cubicBezTo>
                    <a:pt x="8198" y="10544"/>
                    <a:pt x="10576" y="8197"/>
                    <a:pt x="10576" y="5272"/>
                  </a:cubicBezTo>
                  <a:cubicBezTo>
                    <a:pt x="10576" y="2347"/>
                    <a:pt x="8198" y="0"/>
                    <a:pt x="527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5" name="Google Shape;2245;p37"/>
            <p:cNvSpPr/>
            <p:nvPr/>
          </p:nvSpPr>
          <p:spPr>
            <a:xfrm>
              <a:off x="5589175" y="2354025"/>
              <a:ext cx="103675" cy="189275"/>
            </a:xfrm>
            <a:custGeom>
              <a:rect b="b" l="l" r="r" t="t"/>
              <a:pathLst>
                <a:path extrusionOk="0" h="7571" w="4147">
                  <a:moveTo>
                    <a:pt x="2057" y="0"/>
                  </a:moveTo>
                  <a:cubicBezTo>
                    <a:pt x="1993" y="0"/>
                    <a:pt x="1897" y="33"/>
                    <a:pt x="1832" y="97"/>
                  </a:cubicBezTo>
                  <a:cubicBezTo>
                    <a:pt x="1768" y="129"/>
                    <a:pt x="1736" y="225"/>
                    <a:pt x="1736" y="322"/>
                  </a:cubicBezTo>
                  <a:lnTo>
                    <a:pt x="1736" y="1337"/>
                  </a:lnTo>
                  <a:lnTo>
                    <a:pt x="1736" y="1337"/>
                  </a:lnTo>
                  <a:cubicBezTo>
                    <a:pt x="1278" y="1359"/>
                    <a:pt x="892" y="1479"/>
                    <a:pt x="579" y="1672"/>
                  </a:cubicBezTo>
                  <a:cubicBezTo>
                    <a:pt x="193" y="1929"/>
                    <a:pt x="0" y="2283"/>
                    <a:pt x="0" y="2733"/>
                  </a:cubicBezTo>
                  <a:cubicBezTo>
                    <a:pt x="0" y="2926"/>
                    <a:pt x="0" y="3086"/>
                    <a:pt x="64" y="3247"/>
                  </a:cubicBezTo>
                  <a:cubicBezTo>
                    <a:pt x="97" y="3376"/>
                    <a:pt x="161" y="3504"/>
                    <a:pt x="257" y="3601"/>
                  </a:cubicBezTo>
                  <a:cubicBezTo>
                    <a:pt x="322" y="3697"/>
                    <a:pt x="450" y="3794"/>
                    <a:pt x="611" y="3858"/>
                  </a:cubicBezTo>
                  <a:cubicBezTo>
                    <a:pt x="772" y="3954"/>
                    <a:pt x="900" y="4019"/>
                    <a:pt x="1061" y="4083"/>
                  </a:cubicBezTo>
                  <a:cubicBezTo>
                    <a:pt x="1222" y="4115"/>
                    <a:pt x="1415" y="4179"/>
                    <a:pt x="1672" y="4276"/>
                  </a:cubicBezTo>
                  <a:lnTo>
                    <a:pt x="2315" y="4436"/>
                  </a:lnTo>
                  <a:cubicBezTo>
                    <a:pt x="2507" y="4469"/>
                    <a:pt x="2636" y="4533"/>
                    <a:pt x="2732" y="4629"/>
                  </a:cubicBezTo>
                  <a:cubicBezTo>
                    <a:pt x="2861" y="4694"/>
                    <a:pt x="2893" y="4790"/>
                    <a:pt x="2893" y="4854"/>
                  </a:cubicBezTo>
                  <a:cubicBezTo>
                    <a:pt x="2893" y="4983"/>
                    <a:pt x="2861" y="5047"/>
                    <a:pt x="2797" y="5111"/>
                  </a:cubicBezTo>
                  <a:cubicBezTo>
                    <a:pt x="2732" y="5208"/>
                    <a:pt x="2636" y="5240"/>
                    <a:pt x="2540" y="5272"/>
                  </a:cubicBezTo>
                  <a:cubicBezTo>
                    <a:pt x="2443" y="5304"/>
                    <a:pt x="2347" y="5304"/>
                    <a:pt x="2218" y="5336"/>
                  </a:cubicBezTo>
                  <a:cubicBezTo>
                    <a:pt x="2122" y="5336"/>
                    <a:pt x="1993" y="5336"/>
                    <a:pt x="1897" y="5304"/>
                  </a:cubicBezTo>
                  <a:cubicBezTo>
                    <a:pt x="1768" y="5304"/>
                    <a:pt x="1607" y="5304"/>
                    <a:pt x="1479" y="5272"/>
                  </a:cubicBezTo>
                  <a:cubicBezTo>
                    <a:pt x="1350" y="5208"/>
                    <a:pt x="1254" y="5176"/>
                    <a:pt x="1190" y="5144"/>
                  </a:cubicBezTo>
                  <a:cubicBezTo>
                    <a:pt x="1093" y="5111"/>
                    <a:pt x="1029" y="5079"/>
                    <a:pt x="932" y="5015"/>
                  </a:cubicBezTo>
                  <a:cubicBezTo>
                    <a:pt x="836" y="4983"/>
                    <a:pt x="772" y="4951"/>
                    <a:pt x="739" y="4919"/>
                  </a:cubicBezTo>
                  <a:cubicBezTo>
                    <a:pt x="611" y="4886"/>
                    <a:pt x="514" y="4854"/>
                    <a:pt x="418" y="4854"/>
                  </a:cubicBezTo>
                  <a:cubicBezTo>
                    <a:pt x="322" y="4854"/>
                    <a:pt x="225" y="4919"/>
                    <a:pt x="161" y="4983"/>
                  </a:cubicBezTo>
                  <a:cubicBezTo>
                    <a:pt x="97" y="5047"/>
                    <a:pt x="64" y="5144"/>
                    <a:pt x="32" y="5208"/>
                  </a:cubicBezTo>
                  <a:cubicBezTo>
                    <a:pt x="0" y="5304"/>
                    <a:pt x="0" y="5401"/>
                    <a:pt x="32" y="5497"/>
                  </a:cubicBezTo>
                  <a:cubicBezTo>
                    <a:pt x="64" y="5594"/>
                    <a:pt x="97" y="5658"/>
                    <a:pt x="193" y="5722"/>
                  </a:cubicBezTo>
                  <a:cubicBezTo>
                    <a:pt x="660" y="6072"/>
                    <a:pt x="1206" y="6264"/>
                    <a:pt x="1832" y="6296"/>
                  </a:cubicBezTo>
                  <a:lnTo>
                    <a:pt x="1832" y="6296"/>
                  </a:lnTo>
                  <a:lnTo>
                    <a:pt x="1832" y="7233"/>
                  </a:lnTo>
                  <a:cubicBezTo>
                    <a:pt x="1832" y="7394"/>
                    <a:pt x="1865" y="7490"/>
                    <a:pt x="1993" y="7522"/>
                  </a:cubicBezTo>
                  <a:cubicBezTo>
                    <a:pt x="2041" y="7554"/>
                    <a:pt x="2098" y="7571"/>
                    <a:pt x="2154" y="7571"/>
                  </a:cubicBezTo>
                  <a:cubicBezTo>
                    <a:pt x="2210" y="7571"/>
                    <a:pt x="2266" y="7554"/>
                    <a:pt x="2315" y="7522"/>
                  </a:cubicBezTo>
                  <a:cubicBezTo>
                    <a:pt x="2443" y="7458"/>
                    <a:pt x="2475" y="7362"/>
                    <a:pt x="2475" y="7233"/>
                  </a:cubicBezTo>
                  <a:lnTo>
                    <a:pt x="2475" y="6308"/>
                  </a:lnTo>
                  <a:lnTo>
                    <a:pt x="2475" y="6308"/>
                  </a:lnTo>
                  <a:cubicBezTo>
                    <a:pt x="2707" y="6295"/>
                    <a:pt x="2919" y="6252"/>
                    <a:pt x="3118" y="6172"/>
                  </a:cubicBezTo>
                  <a:cubicBezTo>
                    <a:pt x="3440" y="6076"/>
                    <a:pt x="3697" y="5883"/>
                    <a:pt x="3890" y="5626"/>
                  </a:cubicBezTo>
                  <a:cubicBezTo>
                    <a:pt x="4083" y="5369"/>
                    <a:pt x="4147" y="5079"/>
                    <a:pt x="4147" y="4726"/>
                  </a:cubicBezTo>
                  <a:cubicBezTo>
                    <a:pt x="4147" y="4501"/>
                    <a:pt x="4115" y="4308"/>
                    <a:pt x="4050" y="4147"/>
                  </a:cubicBezTo>
                  <a:cubicBezTo>
                    <a:pt x="3954" y="3986"/>
                    <a:pt x="3857" y="3858"/>
                    <a:pt x="3697" y="3729"/>
                  </a:cubicBezTo>
                  <a:cubicBezTo>
                    <a:pt x="3568" y="3633"/>
                    <a:pt x="3407" y="3536"/>
                    <a:pt x="3215" y="3472"/>
                  </a:cubicBezTo>
                  <a:cubicBezTo>
                    <a:pt x="3022" y="3408"/>
                    <a:pt x="2797" y="3311"/>
                    <a:pt x="2540" y="3247"/>
                  </a:cubicBezTo>
                  <a:lnTo>
                    <a:pt x="1897" y="3086"/>
                  </a:lnTo>
                  <a:cubicBezTo>
                    <a:pt x="1704" y="3054"/>
                    <a:pt x="1543" y="2990"/>
                    <a:pt x="1479" y="2926"/>
                  </a:cubicBezTo>
                  <a:cubicBezTo>
                    <a:pt x="1382" y="2861"/>
                    <a:pt x="1350" y="2765"/>
                    <a:pt x="1350" y="2668"/>
                  </a:cubicBezTo>
                  <a:cubicBezTo>
                    <a:pt x="1350" y="2572"/>
                    <a:pt x="1382" y="2476"/>
                    <a:pt x="1511" y="2411"/>
                  </a:cubicBezTo>
                  <a:cubicBezTo>
                    <a:pt x="1607" y="2379"/>
                    <a:pt x="1704" y="2347"/>
                    <a:pt x="1832" y="2347"/>
                  </a:cubicBezTo>
                  <a:cubicBezTo>
                    <a:pt x="1913" y="2331"/>
                    <a:pt x="1977" y="2323"/>
                    <a:pt x="2037" y="2323"/>
                  </a:cubicBezTo>
                  <a:cubicBezTo>
                    <a:pt x="2098" y="2323"/>
                    <a:pt x="2154" y="2331"/>
                    <a:pt x="2218" y="2347"/>
                  </a:cubicBezTo>
                  <a:cubicBezTo>
                    <a:pt x="2540" y="2379"/>
                    <a:pt x="2893" y="2443"/>
                    <a:pt x="3182" y="2572"/>
                  </a:cubicBezTo>
                  <a:cubicBezTo>
                    <a:pt x="3311" y="2604"/>
                    <a:pt x="3440" y="2604"/>
                    <a:pt x="3536" y="2604"/>
                  </a:cubicBezTo>
                  <a:cubicBezTo>
                    <a:pt x="3632" y="2572"/>
                    <a:pt x="3697" y="2508"/>
                    <a:pt x="3761" y="2443"/>
                  </a:cubicBezTo>
                  <a:cubicBezTo>
                    <a:pt x="3793" y="2347"/>
                    <a:pt x="3825" y="2283"/>
                    <a:pt x="3857" y="2186"/>
                  </a:cubicBezTo>
                  <a:cubicBezTo>
                    <a:pt x="3857" y="2090"/>
                    <a:pt x="3825" y="1993"/>
                    <a:pt x="3761" y="1897"/>
                  </a:cubicBezTo>
                  <a:cubicBezTo>
                    <a:pt x="3729" y="1801"/>
                    <a:pt x="3632" y="1736"/>
                    <a:pt x="3536" y="1672"/>
                  </a:cubicBezTo>
                  <a:cubicBezTo>
                    <a:pt x="3375" y="1608"/>
                    <a:pt x="3247" y="1543"/>
                    <a:pt x="3150" y="1511"/>
                  </a:cubicBezTo>
                  <a:cubicBezTo>
                    <a:pt x="3086" y="1479"/>
                    <a:pt x="2925" y="1447"/>
                    <a:pt x="2765" y="1415"/>
                  </a:cubicBezTo>
                  <a:cubicBezTo>
                    <a:pt x="2649" y="1392"/>
                    <a:pt x="2516" y="1368"/>
                    <a:pt x="2379" y="1357"/>
                  </a:cubicBezTo>
                  <a:lnTo>
                    <a:pt x="2379" y="1357"/>
                  </a:lnTo>
                  <a:lnTo>
                    <a:pt x="2379" y="322"/>
                  </a:lnTo>
                  <a:cubicBezTo>
                    <a:pt x="2379" y="225"/>
                    <a:pt x="2347" y="161"/>
                    <a:pt x="2282" y="97"/>
                  </a:cubicBezTo>
                  <a:cubicBezTo>
                    <a:pt x="2218" y="33"/>
                    <a:pt x="2154" y="0"/>
                    <a:pt x="20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6" name="Google Shape;2246;p37"/>
            <p:cNvSpPr/>
            <p:nvPr/>
          </p:nvSpPr>
          <p:spPr>
            <a:xfrm>
              <a:off x="5470225" y="2054275"/>
              <a:ext cx="341575" cy="341550"/>
            </a:xfrm>
            <a:custGeom>
              <a:rect b="b" l="l" r="r" t="t"/>
              <a:pathLst>
                <a:path extrusionOk="0" h="13662" w="13663">
                  <a:moveTo>
                    <a:pt x="6815" y="1"/>
                  </a:moveTo>
                  <a:cubicBezTo>
                    <a:pt x="3055" y="1"/>
                    <a:pt x="1" y="3054"/>
                    <a:pt x="1" y="6815"/>
                  </a:cubicBezTo>
                  <a:cubicBezTo>
                    <a:pt x="1" y="10608"/>
                    <a:pt x="3055" y="13662"/>
                    <a:pt x="6815" y="13662"/>
                  </a:cubicBezTo>
                  <a:cubicBezTo>
                    <a:pt x="10608" y="13662"/>
                    <a:pt x="13662" y="10608"/>
                    <a:pt x="13662" y="6815"/>
                  </a:cubicBezTo>
                  <a:cubicBezTo>
                    <a:pt x="13662" y="3054"/>
                    <a:pt x="10608" y="1"/>
                    <a:pt x="68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7" name="Google Shape;2247;p37"/>
            <p:cNvSpPr/>
            <p:nvPr/>
          </p:nvSpPr>
          <p:spPr>
            <a:xfrm>
              <a:off x="5464600" y="2049450"/>
              <a:ext cx="352025" cy="351200"/>
            </a:xfrm>
            <a:custGeom>
              <a:rect b="b" l="l" r="r" t="t"/>
              <a:pathLst>
                <a:path extrusionOk="0" h="14048" w="14081">
                  <a:moveTo>
                    <a:pt x="7040" y="419"/>
                  </a:moveTo>
                  <a:cubicBezTo>
                    <a:pt x="8873" y="419"/>
                    <a:pt x="10544" y="1158"/>
                    <a:pt x="11733" y="2347"/>
                  </a:cubicBezTo>
                  <a:cubicBezTo>
                    <a:pt x="12923" y="3537"/>
                    <a:pt x="13662" y="5208"/>
                    <a:pt x="13662" y="7008"/>
                  </a:cubicBezTo>
                  <a:cubicBezTo>
                    <a:pt x="13662" y="8840"/>
                    <a:pt x="12923" y="10512"/>
                    <a:pt x="11733" y="11701"/>
                  </a:cubicBezTo>
                  <a:cubicBezTo>
                    <a:pt x="10544" y="12891"/>
                    <a:pt x="8873" y="13630"/>
                    <a:pt x="7040" y="13630"/>
                  </a:cubicBezTo>
                  <a:cubicBezTo>
                    <a:pt x="5240" y="13630"/>
                    <a:pt x="3569" y="12891"/>
                    <a:pt x="2379" y="11701"/>
                  </a:cubicBezTo>
                  <a:cubicBezTo>
                    <a:pt x="1190" y="10512"/>
                    <a:pt x="451" y="8840"/>
                    <a:pt x="451" y="7008"/>
                  </a:cubicBezTo>
                  <a:cubicBezTo>
                    <a:pt x="451" y="5208"/>
                    <a:pt x="1190" y="3537"/>
                    <a:pt x="2379" y="2347"/>
                  </a:cubicBezTo>
                  <a:cubicBezTo>
                    <a:pt x="3569" y="1158"/>
                    <a:pt x="5240" y="419"/>
                    <a:pt x="7040" y="419"/>
                  </a:cubicBezTo>
                  <a:close/>
                  <a:moveTo>
                    <a:pt x="7040" y="1"/>
                  </a:moveTo>
                  <a:cubicBezTo>
                    <a:pt x="3183" y="1"/>
                    <a:pt x="1" y="3151"/>
                    <a:pt x="1" y="7008"/>
                  </a:cubicBezTo>
                  <a:cubicBezTo>
                    <a:pt x="1" y="10898"/>
                    <a:pt x="3183" y="14048"/>
                    <a:pt x="7040" y="14048"/>
                  </a:cubicBezTo>
                  <a:cubicBezTo>
                    <a:pt x="10930" y="14048"/>
                    <a:pt x="14080" y="10898"/>
                    <a:pt x="14080" y="7008"/>
                  </a:cubicBezTo>
                  <a:cubicBezTo>
                    <a:pt x="14080" y="3151"/>
                    <a:pt x="10930" y="1"/>
                    <a:pt x="70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8" name="Google Shape;2248;p37"/>
            <p:cNvSpPr/>
            <p:nvPr/>
          </p:nvSpPr>
          <p:spPr>
            <a:xfrm>
              <a:off x="5514425" y="2098475"/>
              <a:ext cx="253175" cy="253175"/>
            </a:xfrm>
            <a:custGeom>
              <a:rect b="b" l="l" r="r" t="t"/>
              <a:pathLst>
                <a:path extrusionOk="0" h="10127" w="10127">
                  <a:moveTo>
                    <a:pt x="5047" y="1"/>
                  </a:moveTo>
                  <a:cubicBezTo>
                    <a:pt x="2251" y="1"/>
                    <a:pt x="1" y="2251"/>
                    <a:pt x="1" y="5047"/>
                  </a:cubicBezTo>
                  <a:cubicBezTo>
                    <a:pt x="1" y="7876"/>
                    <a:pt x="2251" y="10126"/>
                    <a:pt x="5047" y="10126"/>
                  </a:cubicBezTo>
                  <a:cubicBezTo>
                    <a:pt x="7876" y="10126"/>
                    <a:pt x="10126" y="7876"/>
                    <a:pt x="10126" y="5047"/>
                  </a:cubicBezTo>
                  <a:cubicBezTo>
                    <a:pt x="10126" y="2251"/>
                    <a:pt x="7876" y="1"/>
                    <a:pt x="504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9" name="Google Shape;2249;p37"/>
            <p:cNvSpPr/>
            <p:nvPr/>
          </p:nvSpPr>
          <p:spPr>
            <a:xfrm>
              <a:off x="5508800" y="2092850"/>
              <a:ext cx="264425" cy="264425"/>
            </a:xfrm>
            <a:custGeom>
              <a:rect b="b" l="l" r="r" t="t"/>
              <a:pathLst>
                <a:path extrusionOk="0" h="10577" w="10577">
                  <a:moveTo>
                    <a:pt x="5272" y="418"/>
                  </a:moveTo>
                  <a:cubicBezTo>
                    <a:pt x="6622" y="418"/>
                    <a:pt x="7844" y="965"/>
                    <a:pt x="8712" y="1865"/>
                  </a:cubicBezTo>
                  <a:cubicBezTo>
                    <a:pt x="9612" y="2733"/>
                    <a:pt x="10158" y="3954"/>
                    <a:pt x="10158" y="5272"/>
                  </a:cubicBezTo>
                  <a:cubicBezTo>
                    <a:pt x="10158" y="6622"/>
                    <a:pt x="9612" y="7844"/>
                    <a:pt x="8712" y="8712"/>
                  </a:cubicBezTo>
                  <a:cubicBezTo>
                    <a:pt x="7844" y="9612"/>
                    <a:pt x="6622" y="10158"/>
                    <a:pt x="5272" y="10158"/>
                  </a:cubicBezTo>
                  <a:cubicBezTo>
                    <a:pt x="3954" y="10158"/>
                    <a:pt x="2733" y="9612"/>
                    <a:pt x="1865" y="8712"/>
                  </a:cubicBezTo>
                  <a:cubicBezTo>
                    <a:pt x="965" y="7844"/>
                    <a:pt x="419" y="6622"/>
                    <a:pt x="419" y="5272"/>
                  </a:cubicBezTo>
                  <a:cubicBezTo>
                    <a:pt x="419" y="3954"/>
                    <a:pt x="965" y="2733"/>
                    <a:pt x="1865" y="1865"/>
                  </a:cubicBezTo>
                  <a:cubicBezTo>
                    <a:pt x="2733" y="965"/>
                    <a:pt x="3954" y="418"/>
                    <a:pt x="5272" y="418"/>
                  </a:cubicBezTo>
                  <a:close/>
                  <a:moveTo>
                    <a:pt x="5272" y="1"/>
                  </a:moveTo>
                  <a:cubicBezTo>
                    <a:pt x="2379" y="1"/>
                    <a:pt x="1" y="2379"/>
                    <a:pt x="1" y="5272"/>
                  </a:cubicBezTo>
                  <a:cubicBezTo>
                    <a:pt x="1" y="8197"/>
                    <a:pt x="2379" y="10576"/>
                    <a:pt x="5272" y="10576"/>
                  </a:cubicBezTo>
                  <a:cubicBezTo>
                    <a:pt x="8198" y="10576"/>
                    <a:pt x="10576" y="8197"/>
                    <a:pt x="10576" y="5272"/>
                  </a:cubicBezTo>
                  <a:cubicBezTo>
                    <a:pt x="10576" y="2379"/>
                    <a:pt x="8198" y="1"/>
                    <a:pt x="527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0" name="Google Shape;2250;p37"/>
            <p:cNvSpPr/>
            <p:nvPr/>
          </p:nvSpPr>
          <p:spPr>
            <a:xfrm>
              <a:off x="5589175" y="2127400"/>
              <a:ext cx="103675" cy="189475"/>
            </a:xfrm>
            <a:custGeom>
              <a:rect b="b" l="l" r="r" t="t"/>
              <a:pathLst>
                <a:path extrusionOk="0" h="7579" w="4147">
                  <a:moveTo>
                    <a:pt x="2057" y="1"/>
                  </a:moveTo>
                  <a:cubicBezTo>
                    <a:pt x="1993" y="1"/>
                    <a:pt x="1897" y="33"/>
                    <a:pt x="1832" y="97"/>
                  </a:cubicBezTo>
                  <a:cubicBezTo>
                    <a:pt x="1768" y="161"/>
                    <a:pt x="1736" y="226"/>
                    <a:pt x="1736" y="354"/>
                  </a:cubicBezTo>
                  <a:lnTo>
                    <a:pt x="1736" y="1351"/>
                  </a:lnTo>
                  <a:lnTo>
                    <a:pt x="1736" y="1351"/>
                  </a:lnTo>
                  <a:cubicBezTo>
                    <a:pt x="1278" y="1377"/>
                    <a:pt x="892" y="1479"/>
                    <a:pt x="579" y="1672"/>
                  </a:cubicBezTo>
                  <a:cubicBezTo>
                    <a:pt x="193" y="1929"/>
                    <a:pt x="0" y="2283"/>
                    <a:pt x="0" y="2765"/>
                  </a:cubicBezTo>
                  <a:cubicBezTo>
                    <a:pt x="0" y="2958"/>
                    <a:pt x="0" y="3119"/>
                    <a:pt x="64" y="3247"/>
                  </a:cubicBezTo>
                  <a:cubicBezTo>
                    <a:pt x="97" y="3408"/>
                    <a:pt x="161" y="3504"/>
                    <a:pt x="257" y="3601"/>
                  </a:cubicBezTo>
                  <a:cubicBezTo>
                    <a:pt x="322" y="3697"/>
                    <a:pt x="450" y="3794"/>
                    <a:pt x="611" y="3890"/>
                  </a:cubicBezTo>
                  <a:cubicBezTo>
                    <a:pt x="772" y="3954"/>
                    <a:pt x="900" y="4019"/>
                    <a:pt x="1061" y="4083"/>
                  </a:cubicBezTo>
                  <a:cubicBezTo>
                    <a:pt x="1222" y="4147"/>
                    <a:pt x="1415" y="4212"/>
                    <a:pt x="1672" y="4276"/>
                  </a:cubicBezTo>
                  <a:lnTo>
                    <a:pt x="2315" y="4437"/>
                  </a:lnTo>
                  <a:cubicBezTo>
                    <a:pt x="2507" y="4501"/>
                    <a:pt x="2636" y="4565"/>
                    <a:pt x="2732" y="4630"/>
                  </a:cubicBezTo>
                  <a:cubicBezTo>
                    <a:pt x="2861" y="4726"/>
                    <a:pt x="2893" y="4790"/>
                    <a:pt x="2893" y="4887"/>
                  </a:cubicBezTo>
                  <a:cubicBezTo>
                    <a:pt x="2893" y="4983"/>
                    <a:pt x="2861" y="5080"/>
                    <a:pt x="2797" y="5144"/>
                  </a:cubicBezTo>
                  <a:cubicBezTo>
                    <a:pt x="2732" y="5208"/>
                    <a:pt x="2636" y="5240"/>
                    <a:pt x="2540" y="5272"/>
                  </a:cubicBezTo>
                  <a:cubicBezTo>
                    <a:pt x="2443" y="5305"/>
                    <a:pt x="2347" y="5337"/>
                    <a:pt x="2218" y="5337"/>
                  </a:cubicBezTo>
                  <a:lnTo>
                    <a:pt x="1897" y="5337"/>
                  </a:lnTo>
                  <a:cubicBezTo>
                    <a:pt x="1768" y="5337"/>
                    <a:pt x="1607" y="5305"/>
                    <a:pt x="1479" y="5272"/>
                  </a:cubicBezTo>
                  <a:cubicBezTo>
                    <a:pt x="1350" y="5240"/>
                    <a:pt x="1254" y="5208"/>
                    <a:pt x="1190" y="5176"/>
                  </a:cubicBezTo>
                  <a:cubicBezTo>
                    <a:pt x="1093" y="5144"/>
                    <a:pt x="1029" y="5080"/>
                    <a:pt x="932" y="5047"/>
                  </a:cubicBezTo>
                  <a:cubicBezTo>
                    <a:pt x="836" y="4983"/>
                    <a:pt x="772" y="4951"/>
                    <a:pt x="739" y="4951"/>
                  </a:cubicBezTo>
                  <a:cubicBezTo>
                    <a:pt x="611" y="4887"/>
                    <a:pt x="514" y="4855"/>
                    <a:pt x="418" y="4855"/>
                  </a:cubicBezTo>
                  <a:cubicBezTo>
                    <a:pt x="322" y="4887"/>
                    <a:pt x="225" y="4919"/>
                    <a:pt x="161" y="4983"/>
                  </a:cubicBezTo>
                  <a:cubicBezTo>
                    <a:pt x="97" y="5047"/>
                    <a:pt x="64" y="5144"/>
                    <a:pt x="32" y="5240"/>
                  </a:cubicBezTo>
                  <a:cubicBezTo>
                    <a:pt x="0" y="5305"/>
                    <a:pt x="0" y="5401"/>
                    <a:pt x="32" y="5497"/>
                  </a:cubicBezTo>
                  <a:cubicBezTo>
                    <a:pt x="64" y="5594"/>
                    <a:pt x="97" y="5690"/>
                    <a:pt x="193" y="5755"/>
                  </a:cubicBezTo>
                  <a:cubicBezTo>
                    <a:pt x="660" y="6076"/>
                    <a:pt x="1206" y="6264"/>
                    <a:pt x="1832" y="6320"/>
                  </a:cubicBezTo>
                  <a:lnTo>
                    <a:pt x="1832" y="6320"/>
                  </a:lnTo>
                  <a:lnTo>
                    <a:pt x="1832" y="7233"/>
                  </a:lnTo>
                  <a:cubicBezTo>
                    <a:pt x="1832" y="7394"/>
                    <a:pt x="1865" y="7490"/>
                    <a:pt x="1993" y="7555"/>
                  </a:cubicBezTo>
                  <a:cubicBezTo>
                    <a:pt x="2041" y="7571"/>
                    <a:pt x="2098" y="7579"/>
                    <a:pt x="2154" y="7579"/>
                  </a:cubicBezTo>
                  <a:cubicBezTo>
                    <a:pt x="2210" y="7579"/>
                    <a:pt x="2266" y="7571"/>
                    <a:pt x="2315" y="7555"/>
                  </a:cubicBezTo>
                  <a:cubicBezTo>
                    <a:pt x="2443" y="7490"/>
                    <a:pt x="2475" y="7394"/>
                    <a:pt x="2475" y="7233"/>
                  </a:cubicBezTo>
                  <a:lnTo>
                    <a:pt x="2475" y="6316"/>
                  </a:lnTo>
                  <a:lnTo>
                    <a:pt x="2475" y="6316"/>
                  </a:lnTo>
                  <a:cubicBezTo>
                    <a:pt x="2707" y="6295"/>
                    <a:pt x="2919" y="6252"/>
                    <a:pt x="3118" y="6172"/>
                  </a:cubicBezTo>
                  <a:cubicBezTo>
                    <a:pt x="3440" y="6076"/>
                    <a:pt x="3697" y="5883"/>
                    <a:pt x="3890" y="5658"/>
                  </a:cubicBezTo>
                  <a:cubicBezTo>
                    <a:pt x="4083" y="5401"/>
                    <a:pt x="4147" y="5080"/>
                    <a:pt x="4147" y="4726"/>
                  </a:cubicBezTo>
                  <a:cubicBezTo>
                    <a:pt x="4147" y="4501"/>
                    <a:pt x="4115" y="4308"/>
                    <a:pt x="4050" y="4147"/>
                  </a:cubicBezTo>
                  <a:cubicBezTo>
                    <a:pt x="3954" y="3987"/>
                    <a:pt x="3857" y="3858"/>
                    <a:pt x="3697" y="3762"/>
                  </a:cubicBezTo>
                  <a:cubicBezTo>
                    <a:pt x="3568" y="3633"/>
                    <a:pt x="3407" y="3537"/>
                    <a:pt x="3215" y="3472"/>
                  </a:cubicBezTo>
                  <a:cubicBezTo>
                    <a:pt x="3022" y="3408"/>
                    <a:pt x="2797" y="3344"/>
                    <a:pt x="2540" y="3247"/>
                  </a:cubicBezTo>
                  <a:lnTo>
                    <a:pt x="1897" y="3087"/>
                  </a:lnTo>
                  <a:cubicBezTo>
                    <a:pt x="1704" y="3054"/>
                    <a:pt x="1543" y="2990"/>
                    <a:pt x="1479" y="2926"/>
                  </a:cubicBezTo>
                  <a:cubicBezTo>
                    <a:pt x="1382" y="2862"/>
                    <a:pt x="1350" y="2797"/>
                    <a:pt x="1350" y="2669"/>
                  </a:cubicBezTo>
                  <a:cubicBezTo>
                    <a:pt x="1350" y="2572"/>
                    <a:pt x="1382" y="2508"/>
                    <a:pt x="1511" y="2444"/>
                  </a:cubicBezTo>
                  <a:cubicBezTo>
                    <a:pt x="1607" y="2379"/>
                    <a:pt x="1704" y="2347"/>
                    <a:pt x="1832" y="2347"/>
                  </a:cubicBezTo>
                  <a:lnTo>
                    <a:pt x="2218" y="2347"/>
                  </a:lnTo>
                  <a:cubicBezTo>
                    <a:pt x="2540" y="2379"/>
                    <a:pt x="2893" y="2476"/>
                    <a:pt x="3182" y="2572"/>
                  </a:cubicBezTo>
                  <a:cubicBezTo>
                    <a:pt x="3273" y="2595"/>
                    <a:pt x="3364" y="2618"/>
                    <a:pt x="3444" y="2618"/>
                  </a:cubicBezTo>
                  <a:cubicBezTo>
                    <a:pt x="3477" y="2618"/>
                    <a:pt x="3508" y="2614"/>
                    <a:pt x="3536" y="2604"/>
                  </a:cubicBezTo>
                  <a:cubicBezTo>
                    <a:pt x="3632" y="2572"/>
                    <a:pt x="3697" y="2540"/>
                    <a:pt x="3761" y="2444"/>
                  </a:cubicBezTo>
                  <a:cubicBezTo>
                    <a:pt x="3793" y="2379"/>
                    <a:pt x="3825" y="2283"/>
                    <a:pt x="3857" y="2187"/>
                  </a:cubicBezTo>
                  <a:cubicBezTo>
                    <a:pt x="3857" y="2090"/>
                    <a:pt x="3825" y="1994"/>
                    <a:pt x="3761" y="1897"/>
                  </a:cubicBezTo>
                  <a:cubicBezTo>
                    <a:pt x="3729" y="1801"/>
                    <a:pt x="3632" y="1737"/>
                    <a:pt x="3536" y="1672"/>
                  </a:cubicBezTo>
                  <a:cubicBezTo>
                    <a:pt x="3375" y="1608"/>
                    <a:pt x="3247" y="1576"/>
                    <a:pt x="3150" y="1544"/>
                  </a:cubicBezTo>
                  <a:cubicBezTo>
                    <a:pt x="3086" y="1512"/>
                    <a:pt x="2925" y="1447"/>
                    <a:pt x="2765" y="1415"/>
                  </a:cubicBezTo>
                  <a:cubicBezTo>
                    <a:pt x="2649" y="1392"/>
                    <a:pt x="2516" y="1369"/>
                    <a:pt x="2379" y="1358"/>
                  </a:cubicBezTo>
                  <a:lnTo>
                    <a:pt x="2379" y="1358"/>
                  </a:lnTo>
                  <a:lnTo>
                    <a:pt x="2379" y="354"/>
                  </a:lnTo>
                  <a:cubicBezTo>
                    <a:pt x="2379" y="226"/>
                    <a:pt x="2347" y="161"/>
                    <a:pt x="2282" y="97"/>
                  </a:cubicBezTo>
                  <a:cubicBezTo>
                    <a:pt x="2218" y="33"/>
                    <a:pt x="2154" y="1"/>
                    <a:pt x="20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1" name="Google Shape;2251;p37"/>
            <p:cNvSpPr/>
            <p:nvPr/>
          </p:nvSpPr>
          <p:spPr>
            <a:xfrm>
              <a:off x="5070850" y="2818525"/>
              <a:ext cx="197700" cy="144500"/>
            </a:xfrm>
            <a:custGeom>
              <a:rect b="b" l="l" r="r" t="t"/>
              <a:pathLst>
                <a:path extrusionOk="0" h="5780" w="7908">
                  <a:moveTo>
                    <a:pt x="7467" y="0"/>
                  </a:moveTo>
                  <a:cubicBezTo>
                    <a:pt x="5221" y="0"/>
                    <a:pt x="0" y="3825"/>
                    <a:pt x="0" y="3825"/>
                  </a:cubicBezTo>
                  <a:cubicBezTo>
                    <a:pt x="0" y="3825"/>
                    <a:pt x="579" y="4597"/>
                    <a:pt x="1286" y="5143"/>
                  </a:cubicBezTo>
                  <a:cubicBezTo>
                    <a:pt x="1752" y="5468"/>
                    <a:pt x="2475" y="5780"/>
                    <a:pt x="3187" y="5780"/>
                  </a:cubicBezTo>
                  <a:cubicBezTo>
                    <a:pt x="3603" y="5780"/>
                    <a:pt x="4016" y="5673"/>
                    <a:pt x="4372" y="5400"/>
                  </a:cubicBezTo>
                  <a:cubicBezTo>
                    <a:pt x="5336" y="4693"/>
                    <a:pt x="5818" y="3054"/>
                    <a:pt x="5818" y="3054"/>
                  </a:cubicBezTo>
                  <a:cubicBezTo>
                    <a:pt x="5818" y="3054"/>
                    <a:pt x="6911" y="3054"/>
                    <a:pt x="7200" y="3022"/>
                  </a:cubicBezTo>
                  <a:cubicBezTo>
                    <a:pt x="7490" y="3022"/>
                    <a:pt x="7908" y="64"/>
                    <a:pt x="7908" y="64"/>
                  </a:cubicBezTo>
                  <a:cubicBezTo>
                    <a:pt x="7779" y="21"/>
                    <a:pt x="7630" y="0"/>
                    <a:pt x="746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2" name="Google Shape;2252;p37"/>
            <p:cNvSpPr/>
            <p:nvPr/>
          </p:nvSpPr>
          <p:spPr>
            <a:xfrm>
              <a:off x="5063600" y="2813700"/>
              <a:ext cx="210575" cy="154300"/>
            </a:xfrm>
            <a:custGeom>
              <a:rect b="b" l="l" r="r" t="t"/>
              <a:pathLst>
                <a:path extrusionOk="0" h="6172" w="8423">
                  <a:moveTo>
                    <a:pt x="7748" y="418"/>
                  </a:moveTo>
                  <a:cubicBezTo>
                    <a:pt x="7828" y="418"/>
                    <a:pt x="7901" y="426"/>
                    <a:pt x="7965" y="438"/>
                  </a:cubicBezTo>
                  <a:lnTo>
                    <a:pt x="7965" y="438"/>
                  </a:lnTo>
                  <a:cubicBezTo>
                    <a:pt x="7950" y="513"/>
                    <a:pt x="7931" y="604"/>
                    <a:pt x="7908" y="707"/>
                  </a:cubicBezTo>
                  <a:cubicBezTo>
                    <a:pt x="7844" y="1125"/>
                    <a:pt x="7748" y="1736"/>
                    <a:pt x="7619" y="2250"/>
                  </a:cubicBezTo>
                  <a:cubicBezTo>
                    <a:pt x="7587" y="2507"/>
                    <a:pt x="7523" y="2732"/>
                    <a:pt x="7458" y="2893"/>
                  </a:cubicBezTo>
                  <a:cubicBezTo>
                    <a:pt x="7435" y="2940"/>
                    <a:pt x="7428" y="2988"/>
                    <a:pt x="7414" y="3022"/>
                  </a:cubicBezTo>
                  <a:lnTo>
                    <a:pt x="7414" y="3022"/>
                  </a:lnTo>
                  <a:cubicBezTo>
                    <a:pt x="7042" y="3026"/>
                    <a:pt x="6076" y="3054"/>
                    <a:pt x="6076" y="3054"/>
                  </a:cubicBezTo>
                  <a:lnTo>
                    <a:pt x="5947" y="3054"/>
                  </a:lnTo>
                  <a:lnTo>
                    <a:pt x="5883" y="3215"/>
                  </a:lnTo>
                  <a:lnTo>
                    <a:pt x="5883" y="3279"/>
                  </a:lnTo>
                  <a:cubicBezTo>
                    <a:pt x="5787" y="3568"/>
                    <a:pt x="5305" y="4854"/>
                    <a:pt x="4533" y="5433"/>
                  </a:cubicBezTo>
                  <a:cubicBezTo>
                    <a:pt x="4244" y="5658"/>
                    <a:pt x="3858" y="5754"/>
                    <a:pt x="3472" y="5754"/>
                  </a:cubicBezTo>
                  <a:cubicBezTo>
                    <a:pt x="2829" y="5754"/>
                    <a:pt x="2122" y="5465"/>
                    <a:pt x="1704" y="5143"/>
                  </a:cubicBezTo>
                  <a:cubicBezTo>
                    <a:pt x="1383" y="4886"/>
                    <a:pt x="1062" y="4565"/>
                    <a:pt x="836" y="4307"/>
                  </a:cubicBezTo>
                  <a:cubicBezTo>
                    <a:pt x="727" y="4226"/>
                    <a:pt x="665" y="4121"/>
                    <a:pt x="609" y="4051"/>
                  </a:cubicBezTo>
                  <a:lnTo>
                    <a:pt x="609" y="4051"/>
                  </a:lnTo>
                  <a:cubicBezTo>
                    <a:pt x="620" y="4041"/>
                    <a:pt x="632" y="4030"/>
                    <a:pt x="644" y="4018"/>
                  </a:cubicBezTo>
                  <a:cubicBezTo>
                    <a:pt x="1158" y="3665"/>
                    <a:pt x="2476" y="2765"/>
                    <a:pt x="3890" y="1929"/>
                  </a:cubicBezTo>
                  <a:cubicBezTo>
                    <a:pt x="4597" y="1543"/>
                    <a:pt x="5337" y="1157"/>
                    <a:pt x="6012" y="868"/>
                  </a:cubicBezTo>
                  <a:cubicBezTo>
                    <a:pt x="6687" y="579"/>
                    <a:pt x="7298" y="418"/>
                    <a:pt x="7748" y="418"/>
                  </a:cubicBezTo>
                  <a:close/>
                  <a:moveTo>
                    <a:pt x="7748" y="0"/>
                  </a:moveTo>
                  <a:cubicBezTo>
                    <a:pt x="7137" y="0"/>
                    <a:pt x="6365" y="257"/>
                    <a:pt x="5530" y="611"/>
                  </a:cubicBezTo>
                  <a:cubicBezTo>
                    <a:pt x="3087" y="1704"/>
                    <a:pt x="194" y="3857"/>
                    <a:pt x="161" y="3857"/>
                  </a:cubicBezTo>
                  <a:lnTo>
                    <a:pt x="1" y="3986"/>
                  </a:lnTo>
                  <a:lnTo>
                    <a:pt x="129" y="4147"/>
                  </a:lnTo>
                  <a:cubicBezTo>
                    <a:pt x="129" y="4147"/>
                    <a:pt x="708" y="4918"/>
                    <a:pt x="1447" y="5497"/>
                  </a:cubicBezTo>
                  <a:cubicBezTo>
                    <a:pt x="1962" y="5850"/>
                    <a:pt x="2701" y="6172"/>
                    <a:pt x="3472" y="6172"/>
                  </a:cubicBezTo>
                  <a:cubicBezTo>
                    <a:pt x="3954" y="6172"/>
                    <a:pt x="4405" y="6075"/>
                    <a:pt x="4790" y="5786"/>
                  </a:cubicBezTo>
                  <a:cubicBezTo>
                    <a:pt x="5337" y="5368"/>
                    <a:pt x="5690" y="4758"/>
                    <a:pt x="5947" y="4243"/>
                  </a:cubicBezTo>
                  <a:cubicBezTo>
                    <a:pt x="6089" y="3920"/>
                    <a:pt x="6192" y="3635"/>
                    <a:pt x="6249" y="3468"/>
                  </a:cubicBezTo>
                  <a:lnTo>
                    <a:pt x="6249" y="3468"/>
                  </a:lnTo>
                  <a:cubicBezTo>
                    <a:pt x="6560" y="3459"/>
                    <a:pt x="7290" y="3440"/>
                    <a:pt x="7490" y="3440"/>
                  </a:cubicBezTo>
                  <a:cubicBezTo>
                    <a:pt x="7619" y="3440"/>
                    <a:pt x="7683" y="3375"/>
                    <a:pt x="7715" y="3343"/>
                  </a:cubicBezTo>
                  <a:cubicBezTo>
                    <a:pt x="7780" y="3247"/>
                    <a:pt x="7812" y="3150"/>
                    <a:pt x="7844" y="3054"/>
                  </a:cubicBezTo>
                  <a:cubicBezTo>
                    <a:pt x="8005" y="2668"/>
                    <a:pt x="8133" y="1993"/>
                    <a:pt x="8230" y="1382"/>
                  </a:cubicBezTo>
                  <a:cubicBezTo>
                    <a:pt x="8326" y="804"/>
                    <a:pt x="8423" y="289"/>
                    <a:pt x="8423" y="289"/>
                  </a:cubicBezTo>
                  <a:lnTo>
                    <a:pt x="8423" y="129"/>
                  </a:lnTo>
                  <a:lnTo>
                    <a:pt x="8262" y="64"/>
                  </a:lnTo>
                  <a:cubicBezTo>
                    <a:pt x="8101" y="0"/>
                    <a:pt x="7940" y="0"/>
                    <a:pt x="77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3" name="Google Shape;2253;p37"/>
            <p:cNvSpPr/>
            <p:nvPr/>
          </p:nvSpPr>
          <p:spPr>
            <a:xfrm>
              <a:off x="5134325" y="3466225"/>
              <a:ext cx="366475" cy="166375"/>
            </a:xfrm>
            <a:custGeom>
              <a:rect b="b" l="l" r="r" t="t"/>
              <a:pathLst>
                <a:path extrusionOk="0" h="6655" w="14659">
                  <a:moveTo>
                    <a:pt x="0" y="0"/>
                  </a:moveTo>
                  <a:lnTo>
                    <a:pt x="193" y="5465"/>
                  </a:lnTo>
                  <a:cubicBezTo>
                    <a:pt x="193" y="5465"/>
                    <a:pt x="7991" y="6655"/>
                    <a:pt x="8719" y="6655"/>
                  </a:cubicBezTo>
                  <a:cubicBezTo>
                    <a:pt x="8728" y="6655"/>
                    <a:pt x="8737" y="6655"/>
                    <a:pt x="8744" y="6654"/>
                  </a:cubicBezTo>
                  <a:cubicBezTo>
                    <a:pt x="9322" y="6654"/>
                    <a:pt x="11669" y="5690"/>
                    <a:pt x="12376" y="5529"/>
                  </a:cubicBezTo>
                  <a:cubicBezTo>
                    <a:pt x="13083" y="5369"/>
                    <a:pt x="14658" y="4083"/>
                    <a:pt x="14658" y="4083"/>
                  </a:cubicBezTo>
                  <a:lnTo>
                    <a:pt x="14658" y="4083"/>
                  </a:lnTo>
                  <a:lnTo>
                    <a:pt x="7715" y="41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4" name="Google Shape;2254;p37"/>
            <p:cNvSpPr/>
            <p:nvPr/>
          </p:nvSpPr>
          <p:spPr>
            <a:xfrm>
              <a:off x="5128700" y="3457375"/>
              <a:ext cx="387375" cy="180850"/>
            </a:xfrm>
            <a:custGeom>
              <a:rect b="b" l="l" r="r" t="t"/>
              <a:pathLst>
                <a:path extrusionOk="0" h="7234" w="15495">
                  <a:moveTo>
                    <a:pt x="450" y="708"/>
                  </a:moveTo>
                  <a:lnTo>
                    <a:pt x="7908" y="4726"/>
                  </a:lnTo>
                  <a:lnTo>
                    <a:pt x="14229" y="4668"/>
                  </a:lnTo>
                  <a:lnTo>
                    <a:pt x="14229" y="4668"/>
                  </a:lnTo>
                  <a:cubicBezTo>
                    <a:pt x="14015" y="4823"/>
                    <a:pt x="13766" y="5000"/>
                    <a:pt x="13501" y="5176"/>
                  </a:cubicBezTo>
                  <a:cubicBezTo>
                    <a:pt x="13147" y="5433"/>
                    <a:pt x="12762" y="5626"/>
                    <a:pt x="12569" y="5690"/>
                  </a:cubicBezTo>
                  <a:cubicBezTo>
                    <a:pt x="12183" y="5755"/>
                    <a:pt x="11412" y="6044"/>
                    <a:pt x="10672" y="6301"/>
                  </a:cubicBezTo>
                  <a:cubicBezTo>
                    <a:pt x="10287" y="6430"/>
                    <a:pt x="9933" y="6558"/>
                    <a:pt x="9612" y="6655"/>
                  </a:cubicBezTo>
                  <a:cubicBezTo>
                    <a:pt x="9322" y="6751"/>
                    <a:pt x="9065" y="6816"/>
                    <a:pt x="8969" y="6816"/>
                  </a:cubicBezTo>
                  <a:cubicBezTo>
                    <a:pt x="8937" y="6816"/>
                    <a:pt x="8744" y="6783"/>
                    <a:pt x="8454" y="6751"/>
                  </a:cubicBezTo>
                  <a:cubicBezTo>
                    <a:pt x="7490" y="6655"/>
                    <a:pt x="5497" y="6333"/>
                    <a:pt x="3729" y="6076"/>
                  </a:cubicBezTo>
                  <a:cubicBezTo>
                    <a:pt x="2829" y="5948"/>
                    <a:pt x="2026" y="5851"/>
                    <a:pt x="1415" y="5755"/>
                  </a:cubicBezTo>
                  <a:cubicBezTo>
                    <a:pt x="1055" y="5695"/>
                    <a:pt x="770" y="5647"/>
                    <a:pt x="606" y="5620"/>
                  </a:cubicBezTo>
                  <a:lnTo>
                    <a:pt x="606" y="5620"/>
                  </a:lnTo>
                  <a:lnTo>
                    <a:pt x="450" y="708"/>
                  </a:lnTo>
                  <a:close/>
                  <a:moveTo>
                    <a:pt x="0" y="1"/>
                  </a:moveTo>
                  <a:lnTo>
                    <a:pt x="193" y="5980"/>
                  </a:lnTo>
                  <a:lnTo>
                    <a:pt x="386" y="6012"/>
                  </a:lnTo>
                  <a:cubicBezTo>
                    <a:pt x="386" y="6012"/>
                    <a:pt x="2347" y="6333"/>
                    <a:pt x="4436" y="6623"/>
                  </a:cubicBezTo>
                  <a:cubicBezTo>
                    <a:pt x="5465" y="6783"/>
                    <a:pt x="6494" y="6912"/>
                    <a:pt x="7329" y="7041"/>
                  </a:cubicBezTo>
                  <a:cubicBezTo>
                    <a:pt x="7747" y="7105"/>
                    <a:pt x="8133" y="7137"/>
                    <a:pt x="8390" y="7169"/>
                  </a:cubicBezTo>
                  <a:cubicBezTo>
                    <a:pt x="8679" y="7201"/>
                    <a:pt x="8872" y="7233"/>
                    <a:pt x="8969" y="7233"/>
                  </a:cubicBezTo>
                  <a:lnTo>
                    <a:pt x="9001" y="7233"/>
                  </a:lnTo>
                  <a:cubicBezTo>
                    <a:pt x="9162" y="7233"/>
                    <a:pt x="9419" y="7169"/>
                    <a:pt x="9740" y="7073"/>
                  </a:cubicBezTo>
                  <a:cubicBezTo>
                    <a:pt x="10222" y="6912"/>
                    <a:pt x="10833" y="6687"/>
                    <a:pt x="11380" y="6494"/>
                  </a:cubicBezTo>
                  <a:cubicBezTo>
                    <a:pt x="11926" y="6301"/>
                    <a:pt x="12408" y="6140"/>
                    <a:pt x="12633" y="6108"/>
                  </a:cubicBezTo>
                  <a:cubicBezTo>
                    <a:pt x="12858" y="6044"/>
                    <a:pt x="13115" y="5915"/>
                    <a:pt x="13340" y="5787"/>
                  </a:cubicBezTo>
                  <a:cubicBezTo>
                    <a:pt x="14112" y="5337"/>
                    <a:pt x="15012" y="4598"/>
                    <a:pt x="15012" y="4598"/>
                  </a:cubicBezTo>
                  <a:lnTo>
                    <a:pt x="15494" y="4212"/>
                  </a:lnTo>
                  <a:lnTo>
                    <a:pt x="8004" y="430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5" name="Google Shape;2255;p37"/>
            <p:cNvSpPr/>
            <p:nvPr/>
          </p:nvSpPr>
          <p:spPr>
            <a:xfrm>
              <a:off x="5301475" y="3568275"/>
              <a:ext cx="199325" cy="64325"/>
            </a:xfrm>
            <a:custGeom>
              <a:rect b="b" l="l" r="r" t="t"/>
              <a:pathLst>
                <a:path extrusionOk="0" h="2573" w="7973">
                  <a:moveTo>
                    <a:pt x="7972" y="1"/>
                  </a:moveTo>
                  <a:lnTo>
                    <a:pt x="1029" y="97"/>
                  </a:lnTo>
                  <a:cubicBezTo>
                    <a:pt x="1029" y="97"/>
                    <a:pt x="0" y="451"/>
                    <a:pt x="97" y="1512"/>
                  </a:cubicBezTo>
                  <a:cubicBezTo>
                    <a:pt x="129" y="1865"/>
                    <a:pt x="386" y="2187"/>
                    <a:pt x="708" y="2412"/>
                  </a:cubicBezTo>
                  <a:cubicBezTo>
                    <a:pt x="1415" y="2508"/>
                    <a:pt x="1929" y="2572"/>
                    <a:pt x="2058" y="2572"/>
                  </a:cubicBezTo>
                  <a:cubicBezTo>
                    <a:pt x="2636" y="2572"/>
                    <a:pt x="4983" y="1608"/>
                    <a:pt x="5690" y="1447"/>
                  </a:cubicBezTo>
                  <a:cubicBezTo>
                    <a:pt x="6397" y="1287"/>
                    <a:pt x="7972" y="1"/>
                    <a:pt x="79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6" name="Google Shape;2256;p37"/>
            <p:cNvSpPr/>
            <p:nvPr/>
          </p:nvSpPr>
          <p:spPr>
            <a:xfrm>
              <a:off x="5298250" y="3562650"/>
              <a:ext cx="217825" cy="75575"/>
            </a:xfrm>
            <a:custGeom>
              <a:rect b="b" l="l" r="r" t="t"/>
              <a:pathLst>
                <a:path extrusionOk="0" h="3023" w="8713">
                  <a:moveTo>
                    <a:pt x="7446" y="457"/>
                  </a:moveTo>
                  <a:cubicBezTo>
                    <a:pt x="7233" y="612"/>
                    <a:pt x="6984" y="789"/>
                    <a:pt x="6719" y="965"/>
                  </a:cubicBezTo>
                  <a:cubicBezTo>
                    <a:pt x="6365" y="1222"/>
                    <a:pt x="5980" y="1415"/>
                    <a:pt x="5787" y="1479"/>
                  </a:cubicBezTo>
                  <a:cubicBezTo>
                    <a:pt x="5401" y="1544"/>
                    <a:pt x="4630" y="1833"/>
                    <a:pt x="3890" y="2090"/>
                  </a:cubicBezTo>
                  <a:cubicBezTo>
                    <a:pt x="3505" y="2219"/>
                    <a:pt x="3151" y="2347"/>
                    <a:pt x="2830" y="2444"/>
                  </a:cubicBezTo>
                  <a:cubicBezTo>
                    <a:pt x="2540" y="2540"/>
                    <a:pt x="2283" y="2605"/>
                    <a:pt x="2187" y="2605"/>
                  </a:cubicBezTo>
                  <a:cubicBezTo>
                    <a:pt x="2155" y="2605"/>
                    <a:pt x="1994" y="2572"/>
                    <a:pt x="1737" y="2540"/>
                  </a:cubicBezTo>
                  <a:cubicBezTo>
                    <a:pt x="1525" y="2540"/>
                    <a:pt x="1257" y="2483"/>
                    <a:pt x="932" y="2450"/>
                  </a:cubicBezTo>
                  <a:lnTo>
                    <a:pt x="932" y="2450"/>
                  </a:lnTo>
                  <a:cubicBezTo>
                    <a:pt x="659" y="2231"/>
                    <a:pt x="450" y="1983"/>
                    <a:pt x="419" y="1704"/>
                  </a:cubicBezTo>
                  <a:lnTo>
                    <a:pt x="419" y="1608"/>
                  </a:lnTo>
                  <a:cubicBezTo>
                    <a:pt x="419" y="1190"/>
                    <a:pt x="612" y="933"/>
                    <a:pt x="837" y="772"/>
                  </a:cubicBezTo>
                  <a:cubicBezTo>
                    <a:pt x="933" y="676"/>
                    <a:pt x="1030" y="612"/>
                    <a:pt x="1126" y="579"/>
                  </a:cubicBezTo>
                  <a:lnTo>
                    <a:pt x="1222" y="515"/>
                  </a:lnTo>
                  <a:lnTo>
                    <a:pt x="1222" y="515"/>
                  </a:lnTo>
                  <a:lnTo>
                    <a:pt x="1222" y="515"/>
                  </a:lnTo>
                  <a:lnTo>
                    <a:pt x="7446" y="457"/>
                  </a:lnTo>
                  <a:close/>
                  <a:moveTo>
                    <a:pt x="8712" y="1"/>
                  </a:moveTo>
                  <a:lnTo>
                    <a:pt x="1126" y="97"/>
                  </a:lnTo>
                  <a:lnTo>
                    <a:pt x="1094" y="97"/>
                  </a:lnTo>
                  <a:cubicBezTo>
                    <a:pt x="1094" y="97"/>
                    <a:pt x="805" y="194"/>
                    <a:pt x="547" y="451"/>
                  </a:cubicBezTo>
                  <a:cubicBezTo>
                    <a:pt x="290" y="676"/>
                    <a:pt x="1" y="1062"/>
                    <a:pt x="1" y="1608"/>
                  </a:cubicBezTo>
                  <a:cubicBezTo>
                    <a:pt x="1" y="1640"/>
                    <a:pt x="1" y="1704"/>
                    <a:pt x="1" y="1737"/>
                  </a:cubicBezTo>
                  <a:cubicBezTo>
                    <a:pt x="33" y="2219"/>
                    <a:pt x="354" y="2572"/>
                    <a:pt x="708" y="2830"/>
                  </a:cubicBezTo>
                  <a:lnTo>
                    <a:pt x="772" y="2862"/>
                  </a:lnTo>
                  <a:lnTo>
                    <a:pt x="805" y="2862"/>
                  </a:lnTo>
                  <a:cubicBezTo>
                    <a:pt x="1158" y="2894"/>
                    <a:pt x="1480" y="2958"/>
                    <a:pt x="1705" y="2990"/>
                  </a:cubicBezTo>
                  <a:cubicBezTo>
                    <a:pt x="1930" y="2990"/>
                    <a:pt x="2090" y="3022"/>
                    <a:pt x="2187" y="3022"/>
                  </a:cubicBezTo>
                  <a:lnTo>
                    <a:pt x="2219" y="3022"/>
                  </a:lnTo>
                  <a:cubicBezTo>
                    <a:pt x="2380" y="3022"/>
                    <a:pt x="2637" y="2958"/>
                    <a:pt x="2958" y="2862"/>
                  </a:cubicBezTo>
                  <a:cubicBezTo>
                    <a:pt x="3440" y="2701"/>
                    <a:pt x="4051" y="2476"/>
                    <a:pt x="4598" y="2283"/>
                  </a:cubicBezTo>
                  <a:cubicBezTo>
                    <a:pt x="5144" y="2090"/>
                    <a:pt x="5626" y="1929"/>
                    <a:pt x="5851" y="1897"/>
                  </a:cubicBezTo>
                  <a:cubicBezTo>
                    <a:pt x="6076" y="1833"/>
                    <a:pt x="6333" y="1704"/>
                    <a:pt x="6558" y="1576"/>
                  </a:cubicBezTo>
                  <a:cubicBezTo>
                    <a:pt x="7330" y="1126"/>
                    <a:pt x="8230" y="387"/>
                    <a:pt x="8230" y="387"/>
                  </a:cubicBezTo>
                  <a:lnTo>
                    <a:pt x="87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7" name="Google Shape;2257;p37"/>
            <p:cNvSpPr/>
            <p:nvPr/>
          </p:nvSpPr>
          <p:spPr>
            <a:xfrm>
              <a:off x="4830550" y="3803825"/>
              <a:ext cx="219425" cy="1071950"/>
            </a:xfrm>
            <a:custGeom>
              <a:rect b="b" l="l" r="r" t="t"/>
              <a:pathLst>
                <a:path extrusionOk="0" h="42878" w="8777">
                  <a:moveTo>
                    <a:pt x="3190" y="0"/>
                  </a:moveTo>
                  <a:cubicBezTo>
                    <a:pt x="3112" y="0"/>
                    <a:pt x="3034" y="10"/>
                    <a:pt x="2958" y="29"/>
                  </a:cubicBezTo>
                  <a:cubicBezTo>
                    <a:pt x="1544" y="383"/>
                    <a:pt x="1930" y="2215"/>
                    <a:pt x="1930" y="2215"/>
                  </a:cubicBezTo>
                  <a:cubicBezTo>
                    <a:pt x="1930" y="2215"/>
                    <a:pt x="2476" y="16873"/>
                    <a:pt x="2508" y="19220"/>
                  </a:cubicBezTo>
                  <a:cubicBezTo>
                    <a:pt x="2572" y="21598"/>
                    <a:pt x="1" y="26934"/>
                    <a:pt x="290" y="30727"/>
                  </a:cubicBezTo>
                  <a:cubicBezTo>
                    <a:pt x="579" y="34488"/>
                    <a:pt x="997" y="42878"/>
                    <a:pt x="997" y="42878"/>
                  </a:cubicBezTo>
                  <a:lnTo>
                    <a:pt x="3890" y="42814"/>
                  </a:lnTo>
                  <a:cubicBezTo>
                    <a:pt x="3890" y="42814"/>
                    <a:pt x="4276" y="40660"/>
                    <a:pt x="5080" y="38056"/>
                  </a:cubicBezTo>
                  <a:cubicBezTo>
                    <a:pt x="5883" y="35453"/>
                    <a:pt x="6880" y="31306"/>
                    <a:pt x="7137" y="27770"/>
                  </a:cubicBezTo>
                  <a:cubicBezTo>
                    <a:pt x="7362" y="24202"/>
                    <a:pt x="8776" y="14141"/>
                    <a:pt x="7458" y="8323"/>
                  </a:cubicBezTo>
                  <a:cubicBezTo>
                    <a:pt x="6213" y="2856"/>
                    <a:pt x="4537" y="0"/>
                    <a:pt x="319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" name="Google Shape;2258;p37"/>
            <p:cNvSpPr/>
            <p:nvPr/>
          </p:nvSpPr>
          <p:spPr>
            <a:xfrm>
              <a:off x="4832175" y="3798125"/>
              <a:ext cx="204125" cy="1083275"/>
            </a:xfrm>
            <a:custGeom>
              <a:rect b="b" l="l" r="r" t="t"/>
              <a:pathLst>
                <a:path extrusionOk="0" h="43331" w="8165">
                  <a:moveTo>
                    <a:pt x="3118" y="418"/>
                  </a:moveTo>
                  <a:cubicBezTo>
                    <a:pt x="3375" y="418"/>
                    <a:pt x="3697" y="579"/>
                    <a:pt x="4050" y="900"/>
                  </a:cubicBezTo>
                  <a:cubicBezTo>
                    <a:pt x="4565" y="1415"/>
                    <a:pt x="5111" y="2315"/>
                    <a:pt x="5658" y="3600"/>
                  </a:cubicBezTo>
                  <a:cubicBezTo>
                    <a:pt x="6204" y="4886"/>
                    <a:pt x="6718" y="6558"/>
                    <a:pt x="7168" y="8615"/>
                  </a:cubicBezTo>
                  <a:cubicBezTo>
                    <a:pt x="7586" y="10383"/>
                    <a:pt x="7715" y="12601"/>
                    <a:pt x="7715" y="14915"/>
                  </a:cubicBezTo>
                  <a:cubicBezTo>
                    <a:pt x="7715" y="19994"/>
                    <a:pt x="7008" y="25491"/>
                    <a:pt x="6847" y="27966"/>
                  </a:cubicBezTo>
                  <a:cubicBezTo>
                    <a:pt x="6622" y="31502"/>
                    <a:pt x="5625" y="35616"/>
                    <a:pt x="4822" y="38220"/>
                  </a:cubicBezTo>
                  <a:cubicBezTo>
                    <a:pt x="4145" y="40412"/>
                    <a:pt x="3765" y="42308"/>
                    <a:pt x="3662" y="42852"/>
                  </a:cubicBezTo>
                  <a:lnTo>
                    <a:pt x="3662" y="42852"/>
                  </a:lnTo>
                  <a:lnTo>
                    <a:pt x="1147" y="42908"/>
                  </a:lnTo>
                  <a:lnTo>
                    <a:pt x="1147" y="42908"/>
                  </a:lnTo>
                  <a:cubicBezTo>
                    <a:pt x="1083" y="41618"/>
                    <a:pt x="713" y="34343"/>
                    <a:pt x="450" y="30923"/>
                  </a:cubicBezTo>
                  <a:cubicBezTo>
                    <a:pt x="418" y="30730"/>
                    <a:pt x="418" y="30505"/>
                    <a:pt x="418" y="30312"/>
                  </a:cubicBezTo>
                  <a:cubicBezTo>
                    <a:pt x="418" y="28512"/>
                    <a:pt x="964" y="26391"/>
                    <a:pt x="1543" y="24462"/>
                  </a:cubicBezTo>
                  <a:cubicBezTo>
                    <a:pt x="2090" y="22501"/>
                    <a:pt x="2668" y="20733"/>
                    <a:pt x="2668" y="19544"/>
                  </a:cubicBezTo>
                  <a:lnTo>
                    <a:pt x="2668" y="19448"/>
                  </a:lnTo>
                  <a:cubicBezTo>
                    <a:pt x="2604" y="17069"/>
                    <a:pt x="2057" y="2411"/>
                    <a:pt x="2057" y="2411"/>
                  </a:cubicBezTo>
                  <a:lnTo>
                    <a:pt x="2057" y="2379"/>
                  </a:lnTo>
                  <a:lnTo>
                    <a:pt x="2057" y="2347"/>
                  </a:lnTo>
                  <a:cubicBezTo>
                    <a:pt x="2057" y="2282"/>
                    <a:pt x="2025" y="2122"/>
                    <a:pt x="2025" y="1929"/>
                  </a:cubicBezTo>
                  <a:cubicBezTo>
                    <a:pt x="2025" y="1640"/>
                    <a:pt x="2057" y="1318"/>
                    <a:pt x="2186" y="1061"/>
                  </a:cubicBezTo>
                  <a:cubicBezTo>
                    <a:pt x="2347" y="772"/>
                    <a:pt x="2540" y="547"/>
                    <a:pt x="2925" y="450"/>
                  </a:cubicBezTo>
                  <a:cubicBezTo>
                    <a:pt x="2990" y="450"/>
                    <a:pt x="3054" y="418"/>
                    <a:pt x="3118" y="418"/>
                  </a:cubicBezTo>
                  <a:close/>
                  <a:moveTo>
                    <a:pt x="3118" y="0"/>
                  </a:moveTo>
                  <a:cubicBezTo>
                    <a:pt x="3022" y="0"/>
                    <a:pt x="2925" y="32"/>
                    <a:pt x="2829" y="32"/>
                  </a:cubicBezTo>
                  <a:cubicBezTo>
                    <a:pt x="2315" y="161"/>
                    <a:pt x="1993" y="514"/>
                    <a:pt x="1800" y="868"/>
                  </a:cubicBezTo>
                  <a:cubicBezTo>
                    <a:pt x="1640" y="1222"/>
                    <a:pt x="1607" y="1607"/>
                    <a:pt x="1607" y="1929"/>
                  </a:cubicBezTo>
                  <a:cubicBezTo>
                    <a:pt x="1607" y="2250"/>
                    <a:pt x="1640" y="2475"/>
                    <a:pt x="1640" y="2475"/>
                  </a:cubicBezTo>
                  <a:lnTo>
                    <a:pt x="1641" y="2475"/>
                  </a:lnTo>
                  <a:lnTo>
                    <a:pt x="1641" y="2475"/>
                  </a:lnTo>
                  <a:cubicBezTo>
                    <a:pt x="1647" y="2647"/>
                    <a:pt x="1679" y="3498"/>
                    <a:pt x="1736" y="4758"/>
                  </a:cubicBezTo>
                  <a:cubicBezTo>
                    <a:pt x="1897" y="9001"/>
                    <a:pt x="2186" y="17680"/>
                    <a:pt x="2250" y="19448"/>
                  </a:cubicBezTo>
                  <a:lnTo>
                    <a:pt x="2250" y="19544"/>
                  </a:lnTo>
                  <a:cubicBezTo>
                    <a:pt x="2250" y="20605"/>
                    <a:pt x="1704" y="22373"/>
                    <a:pt x="1125" y="24334"/>
                  </a:cubicBezTo>
                  <a:cubicBezTo>
                    <a:pt x="547" y="26294"/>
                    <a:pt x="0" y="28416"/>
                    <a:pt x="0" y="30312"/>
                  </a:cubicBezTo>
                  <a:cubicBezTo>
                    <a:pt x="0" y="30537"/>
                    <a:pt x="0" y="30730"/>
                    <a:pt x="0" y="30955"/>
                  </a:cubicBezTo>
                  <a:cubicBezTo>
                    <a:pt x="161" y="32852"/>
                    <a:pt x="354" y="35873"/>
                    <a:pt x="482" y="38445"/>
                  </a:cubicBezTo>
                  <a:cubicBezTo>
                    <a:pt x="547" y="39731"/>
                    <a:pt x="611" y="40920"/>
                    <a:pt x="643" y="41756"/>
                  </a:cubicBezTo>
                  <a:cubicBezTo>
                    <a:pt x="707" y="42592"/>
                    <a:pt x="707" y="43138"/>
                    <a:pt x="707" y="43138"/>
                  </a:cubicBezTo>
                  <a:lnTo>
                    <a:pt x="739" y="43331"/>
                  </a:lnTo>
                  <a:lnTo>
                    <a:pt x="4018" y="43267"/>
                  </a:lnTo>
                  <a:lnTo>
                    <a:pt x="4050" y="43074"/>
                  </a:lnTo>
                  <a:cubicBezTo>
                    <a:pt x="4050" y="43074"/>
                    <a:pt x="4082" y="42945"/>
                    <a:pt x="4115" y="42720"/>
                  </a:cubicBezTo>
                  <a:cubicBezTo>
                    <a:pt x="4275" y="41981"/>
                    <a:pt x="4629" y="40277"/>
                    <a:pt x="5240" y="38349"/>
                  </a:cubicBezTo>
                  <a:cubicBezTo>
                    <a:pt x="6043" y="35713"/>
                    <a:pt x="7040" y="31598"/>
                    <a:pt x="7265" y="27998"/>
                  </a:cubicBezTo>
                  <a:cubicBezTo>
                    <a:pt x="7458" y="25555"/>
                    <a:pt x="8165" y="20026"/>
                    <a:pt x="8165" y="14915"/>
                  </a:cubicBezTo>
                  <a:cubicBezTo>
                    <a:pt x="8165" y="12601"/>
                    <a:pt x="8004" y="10351"/>
                    <a:pt x="7586" y="8518"/>
                  </a:cubicBezTo>
                  <a:cubicBezTo>
                    <a:pt x="6975" y="5754"/>
                    <a:pt x="6236" y="3665"/>
                    <a:pt x="5497" y="2250"/>
                  </a:cubicBezTo>
                  <a:cubicBezTo>
                    <a:pt x="5111" y="1511"/>
                    <a:pt x="4725" y="964"/>
                    <a:pt x="4340" y="611"/>
                  </a:cubicBezTo>
                  <a:cubicBezTo>
                    <a:pt x="3954" y="225"/>
                    <a:pt x="3536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" name="Google Shape;2259;p37"/>
            <p:cNvSpPr/>
            <p:nvPr/>
          </p:nvSpPr>
          <p:spPr>
            <a:xfrm>
              <a:off x="4814475" y="3655075"/>
              <a:ext cx="331925" cy="1231150"/>
            </a:xfrm>
            <a:custGeom>
              <a:rect b="b" l="l" r="r" t="t"/>
              <a:pathLst>
                <a:path extrusionOk="0" h="49246" w="13277">
                  <a:moveTo>
                    <a:pt x="772" y="0"/>
                  </a:moveTo>
                  <a:cubicBezTo>
                    <a:pt x="772" y="1"/>
                    <a:pt x="1" y="4340"/>
                    <a:pt x="1030" y="6558"/>
                  </a:cubicBezTo>
                  <a:cubicBezTo>
                    <a:pt x="2026" y="8808"/>
                    <a:pt x="3665" y="14690"/>
                    <a:pt x="4630" y="18130"/>
                  </a:cubicBezTo>
                  <a:cubicBezTo>
                    <a:pt x="5562" y="21569"/>
                    <a:pt x="5755" y="25234"/>
                    <a:pt x="4855" y="28384"/>
                  </a:cubicBezTo>
                  <a:cubicBezTo>
                    <a:pt x="3955" y="31534"/>
                    <a:pt x="4565" y="35617"/>
                    <a:pt x="5305" y="38927"/>
                  </a:cubicBezTo>
                  <a:cubicBezTo>
                    <a:pt x="6012" y="42270"/>
                    <a:pt x="7137" y="49246"/>
                    <a:pt x="7137" y="49246"/>
                  </a:cubicBezTo>
                  <a:lnTo>
                    <a:pt x="9837" y="49182"/>
                  </a:lnTo>
                  <a:cubicBezTo>
                    <a:pt x="9837" y="49182"/>
                    <a:pt x="11059" y="35584"/>
                    <a:pt x="11734" y="32338"/>
                  </a:cubicBezTo>
                  <a:cubicBezTo>
                    <a:pt x="12409" y="29059"/>
                    <a:pt x="13052" y="23980"/>
                    <a:pt x="13180" y="19448"/>
                  </a:cubicBezTo>
                  <a:cubicBezTo>
                    <a:pt x="13277" y="14915"/>
                    <a:pt x="12955" y="4565"/>
                    <a:pt x="12955" y="4565"/>
                  </a:cubicBezTo>
                  <a:lnTo>
                    <a:pt x="13084" y="1029"/>
                  </a:lnTo>
                  <a:lnTo>
                    <a:pt x="77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" name="Google Shape;2260;p37"/>
            <p:cNvSpPr/>
            <p:nvPr/>
          </p:nvSpPr>
          <p:spPr>
            <a:xfrm>
              <a:off x="4821725" y="3649450"/>
              <a:ext cx="327900" cy="1242400"/>
            </a:xfrm>
            <a:custGeom>
              <a:rect b="b" l="l" r="r" t="t"/>
              <a:pathLst>
                <a:path extrusionOk="0" h="49696" w="13116">
                  <a:moveTo>
                    <a:pt x="657" y="436"/>
                  </a:moveTo>
                  <a:lnTo>
                    <a:pt x="12569" y="1447"/>
                  </a:lnTo>
                  <a:lnTo>
                    <a:pt x="12440" y="4790"/>
                  </a:lnTo>
                  <a:lnTo>
                    <a:pt x="12440" y="4822"/>
                  </a:lnTo>
                  <a:cubicBezTo>
                    <a:pt x="12440" y="4822"/>
                    <a:pt x="12472" y="5272"/>
                    <a:pt x="12472" y="6076"/>
                  </a:cubicBezTo>
                  <a:cubicBezTo>
                    <a:pt x="12569" y="8422"/>
                    <a:pt x="12697" y="13630"/>
                    <a:pt x="12697" y="17391"/>
                  </a:cubicBezTo>
                  <a:cubicBezTo>
                    <a:pt x="12697" y="18258"/>
                    <a:pt x="12697" y="19030"/>
                    <a:pt x="12665" y="19673"/>
                  </a:cubicBezTo>
                  <a:cubicBezTo>
                    <a:pt x="12569" y="24205"/>
                    <a:pt x="11926" y="29284"/>
                    <a:pt x="11219" y="32499"/>
                  </a:cubicBezTo>
                  <a:cubicBezTo>
                    <a:pt x="10897" y="34170"/>
                    <a:pt x="10415" y="38349"/>
                    <a:pt x="10029" y="42174"/>
                  </a:cubicBezTo>
                  <a:cubicBezTo>
                    <a:pt x="9697" y="45469"/>
                    <a:pt x="9436" y="48453"/>
                    <a:pt x="9370" y="49218"/>
                  </a:cubicBezTo>
                  <a:lnTo>
                    <a:pt x="9370" y="49218"/>
                  </a:lnTo>
                  <a:lnTo>
                    <a:pt x="7045" y="49273"/>
                  </a:lnTo>
                  <a:lnTo>
                    <a:pt x="7045" y="49273"/>
                  </a:lnTo>
                  <a:cubicBezTo>
                    <a:pt x="6870" y="48199"/>
                    <a:pt x="5880" y="42159"/>
                    <a:pt x="5208" y="39120"/>
                  </a:cubicBezTo>
                  <a:cubicBezTo>
                    <a:pt x="4758" y="36967"/>
                    <a:pt x="4340" y="34524"/>
                    <a:pt x="4340" y="32209"/>
                  </a:cubicBezTo>
                  <a:cubicBezTo>
                    <a:pt x="4340" y="30956"/>
                    <a:pt x="4468" y="29734"/>
                    <a:pt x="4758" y="28673"/>
                  </a:cubicBezTo>
                  <a:cubicBezTo>
                    <a:pt x="5176" y="27227"/>
                    <a:pt x="5368" y="25716"/>
                    <a:pt x="5368" y="24173"/>
                  </a:cubicBezTo>
                  <a:cubicBezTo>
                    <a:pt x="5368" y="22244"/>
                    <a:pt x="5047" y="20219"/>
                    <a:pt x="4533" y="18291"/>
                  </a:cubicBezTo>
                  <a:cubicBezTo>
                    <a:pt x="4050" y="16587"/>
                    <a:pt x="3408" y="14273"/>
                    <a:pt x="2765" y="12055"/>
                  </a:cubicBezTo>
                  <a:cubicBezTo>
                    <a:pt x="2122" y="9869"/>
                    <a:pt x="1447" y="7844"/>
                    <a:pt x="932" y="6719"/>
                  </a:cubicBezTo>
                  <a:cubicBezTo>
                    <a:pt x="547" y="5851"/>
                    <a:pt x="418" y="4661"/>
                    <a:pt x="418" y="3504"/>
                  </a:cubicBezTo>
                  <a:cubicBezTo>
                    <a:pt x="418" y="2668"/>
                    <a:pt x="482" y="1833"/>
                    <a:pt x="547" y="1254"/>
                  </a:cubicBezTo>
                  <a:cubicBezTo>
                    <a:pt x="579" y="933"/>
                    <a:pt x="611" y="708"/>
                    <a:pt x="643" y="515"/>
                  </a:cubicBezTo>
                  <a:cubicBezTo>
                    <a:pt x="649" y="486"/>
                    <a:pt x="654" y="460"/>
                    <a:pt x="657" y="436"/>
                  </a:cubicBezTo>
                  <a:close/>
                  <a:moveTo>
                    <a:pt x="290" y="0"/>
                  </a:moveTo>
                  <a:lnTo>
                    <a:pt x="257" y="193"/>
                  </a:lnTo>
                  <a:cubicBezTo>
                    <a:pt x="257" y="193"/>
                    <a:pt x="0" y="1768"/>
                    <a:pt x="0" y="3504"/>
                  </a:cubicBezTo>
                  <a:cubicBezTo>
                    <a:pt x="0" y="4694"/>
                    <a:pt x="97" y="5947"/>
                    <a:pt x="547" y="6879"/>
                  </a:cubicBezTo>
                  <a:cubicBezTo>
                    <a:pt x="1029" y="7972"/>
                    <a:pt x="1704" y="10029"/>
                    <a:pt x="2347" y="12183"/>
                  </a:cubicBezTo>
                  <a:cubicBezTo>
                    <a:pt x="3022" y="14369"/>
                    <a:pt x="3665" y="16716"/>
                    <a:pt x="4115" y="18419"/>
                  </a:cubicBezTo>
                  <a:cubicBezTo>
                    <a:pt x="4629" y="20316"/>
                    <a:pt x="4918" y="22277"/>
                    <a:pt x="4918" y="24173"/>
                  </a:cubicBezTo>
                  <a:cubicBezTo>
                    <a:pt x="4918" y="25684"/>
                    <a:pt x="4758" y="27163"/>
                    <a:pt x="4340" y="28545"/>
                  </a:cubicBezTo>
                  <a:cubicBezTo>
                    <a:pt x="4018" y="29670"/>
                    <a:pt x="3890" y="30923"/>
                    <a:pt x="3890" y="32209"/>
                  </a:cubicBezTo>
                  <a:cubicBezTo>
                    <a:pt x="3890" y="34556"/>
                    <a:pt x="4340" y="37031"/>
                    <a:pt x="4790" y="39217"/>
                  </a:cubicBezTo>
                  <a:cubicBezTo>
                    <a:pt x="5176" y="40856"/>
                    <a:pt x="5626" y="43428"/>
                    <a:pt x="6011" y="45613"/>
                  </a:cubicBezTo>
                  <a:cubicBezTo>
                    <a:pt x="6172" y="46674"/>
                    <a:pt x="6333" y="47671"/>
                    <a:pt x="6461" y="48378"/>
                  </a:cubicBezTo>
                  <a:cubicBezTo>
                    <a:pt x="6590" y="49085"/>
                    <a:pt x="6654" y="49503"/>
                    <a:pt x="6654" y="49503"/>
                  </a:cubicBezTo>
                  <a:lnTo>
                    <a:pt x="6686" y="49696"/>
                  </a:lnTo>
                  <a:lnTo>
                    <a:pt x="9740" y="49632"/>
                  </a:lnTo>
                  <a:lnTo>
                    <a:pt x="9772" y="49439"/>
                  </a:lnTo>
                  <a:cubicBezTo>
                    <a:pt x="9772" y="49439"/>
                    <a:pt x="9836" y="48571"/>
                    <a:pt x="9965" y="47253"/>
                  </a:cubicBezTo>
                  <a:cubicBezTo>
                    <a:pt x="10158" y="45260"/>
                    <a:pt x="10447" y="42206"/>
                    <a:pt x="10769" y="39345"/>
                  </a:cubicBezTo>
                  <a:cubicBezTo>
                    <a:pt x="11058" y="36484"/>
                    <a:pt x="11412" y="33784"/>
                    <a:pt x="11637" y="32595"/>
                  </a:cubicBezTo>
                  <a:cubicBezTo>
                    <a:pt x="12344" y="29316"/>
                    <a:pt x="12987" y="24237"/>
                    <a:pt x="13083" y="19673"/>
                  </a:cubicBezTo>
                  <a:cubicBezTo>
                    <a:pt x="13115" y="19030"/>
                    <a:pt x="13115" y="18258"/>
                    <a:pt x="13115" y="17391"/>
                  </a:cubicBezTo>
                  <a:cubicBezTo>
                    <a:pt x="13115" y="12518"/>
                    <a:pt x="12872" y="5216"/>
                    <a:pt x="12859" y="4808"/>
                  </a:cubicBezTo>
                  <a:lnTo>
                    <a:pt x="12859" y="4808"/>
                  </a:lnTo>
                  <a:lnTo>
                    <a:pt x="13019" y="102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1" name="Google Shape;2261;p37"/>
            <p:cNvSpPr/>
            <p:nvPr/>
          </p:nvSpPr>
          <p:spPr>
            <a:xfrm>
              <a:off x="4835375" y="4872550"/>
              <a:ext cx="217000" cy="65925"/>
            </a:xfrm>
            <a:custGeom>
              <a:rect b="b" l="l" r="r" t="t"/>
              <a:pathLst>
                <a:path extrusionOk="0" h="2637" w="8680">
                  <a:moveTo>
                    <a:pt x="804" y="0"/>
                  </a:moveTo>
                  <a:lnTo>
                    <a:pt x="772" y="65"/>
                  </a:lnTo>
                  <a:cubicBezTo>
                    <a:pt x="1" y="965"/>
                    <a:pt x="258" y="2636"/>
                    <a:pt x="258" y="2636"/>
                  </a:cubicBezTo>
                  <a:lnTo>
                    <a:pt x="8680" y="2636"/>
                  </a:lnTo>
                  <a:lnTo>
                    <a:pt x="8680" y="2379"/>
                  </a:lnTo>
                  <a:cubicBezTo>
                    <a:pt x="8680" y="2379"/>
                    <a:pt x="8390" y="2025"/>
                    <a:pt x="8230" y="1929"/>
                  </a:cubicBezTo>
                  <a:cubicBezTo>
                    <a:pt x="8069" y="1833"/>
                    <a:pt x="5594" y="1415"/>
                    <a:pt x="5047" y="997"/>
                  </a:cubicBezTo>
                  <a:cubicBezTo>
                    <a:pt x="4469" y="579"/>
                    <a:pt x="3729" y="0"/>
                    <a:pt x="372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2" name="Google Shape;2262;p37"/>
            <p:cNvSpPr/>
            <p:nvPr/>
          </p:nvSpPr>
          <p:spPr>
            <a:xfrm>
              <a:off x="4835375" y="4867725"/>
              <a:ext cx="222625" cy="76375"/>
            </a:xfrm>
            <a:custGeom>
              <a:rect b="b" l="l" r="r" t="t"/>
              <a:pathLst>
                <a:path extrusionOk="0" h="3055" w="8905">
                  <a:moveTo>
                    <a:pt x="3644" y="418"/>
                  </a:moveTo>
                  <a:cubicBezTo>
                    <a:pt x="3811" y="541"/>
                    <a:pt x="4424" y="993"/>
                    <a:pt x="4919" y="1351"/>
                  </a:cubicBezTo>
                  <a:cubicBezTo>
                    <a:pt x="5112" y="1479"/>
                    <a:pt x="5369" y="1608"/>
                    <a:pt x="5690" y="1704"/>
                  </a:cubicBezTo>
                  <a:cubicBezTo>
                    <a:pt x="6172" y="1833"/>
                    <a:pt x="6751" y="1993"/>
                    <a:pt x="7265" y="2090"/>
                  </a:cubicBezTo>
                  <a:cubicBezTo>
                    <a:pt x="7490" y="2154"/>
                    <a:pt x="7715" y="2186"/>
                    <a:pt x="7876" y="2218"/>
                  </a:cubicBezTo>
                  <a:cubicBezTo>
                    <a:pt x="7940" y="2251"/>
                    <a:pt x="8037" y="2283"/>
                    <a:pt x="8069" y="2283"/>
                  </a:cubicBezTo>
                  <a:lnTo>
                    <a:pt x="8101" y="2283"/>
                  </a:lnTo>
                  <a:cubicBezTo>
                    <a:pt x="8101" y="2283"/>
                    <a:pt x="8101" y="2283"/>
                    <a:pt x="8101" y="2283"/>
                  </a:cubicBezTo>
                  <a:lnTo>
                    <a:pt x="8101" y="2283"/>
                  </a:lnTo>
                  <a:lnTo>
                    <a:pt x="8133" y="2315"/>
                  </a:lnTo>
                  <a:lnTo>
                    <a:pt x="8135" y="2306"/>
                  </a:lnTo>
                  <a:lnTo>
                    <a:pt x="8135" y="2306"/>
                  </a:lnTo>
                  <a:cubicBezTo>
                    <a:pt x="8197" y="2357"/>
                    <a:pt x="8278" y="2459"/>
                    <a:pt x="8358" y="2540"/>
                  </a:cubicBezTo>
                  <a:cubicBezTo>
                    <a:pt x="8382" y="2563"/>
                    <a:pt x="8403" y="2585"/>
                    <a:pt x="8423" y="2604"/>
                  </a:cubicBezTo>
                  <a:lnTo>
                    <a:pt x="440" y="2604"/>
                  </a:lnTo>
                  <a:cubicBezTo>
                    <a:pt x="431" y="2489"/>
                    <a:pt x="419" y="2334"/>
                    <a:pt x="419" y="2154"/>
                  </a:cubicBezTo>
                  <a:cubicBezTo>
                    <a:pt x="419" y="1608"/>
                    <a:pt x="515" y="836"/>
                    <a:pt x="933" y="418"/>
                  </a:cubicBezTo>
                  <a:close/>
                  <a:moveTo>
                    <a:pt x="708" y="0"/>
                  </a:moveTo>
                  <a:lnTo>
                    <a:pt x="611" y="129"/>
                  </a:lnTo>
                  <a:cubicBezTo>
                    <a:pt x="97" y="708"/>
                    <a:pt x="1" y="1543"/>
                    <a:pt x="1" y="2154"/>
                  </a:cubicBezTo>
                  <a:cubicBezTo>
                    <a:pt x="1" y="2572"/>
                    <a:pt x="65" y="2861"/>
                    <a:pt x="65" y="2861"/>
                  </a:cubicBezTo>
                  <a:lnTo>
                    <a:pt x="65" y="3054"/>
                  </a:lnTo>
                  <a:lnTo>
                    <a:pt x="8905" y="3054"/>
                  </a:lnTo>
                  <a:lnTo>
                    <a:pt x="8905" y="2572"/>
                  </a:lnTo>
                  <a:lnTo>
                    <a:pt x="8905" y="2508"/>
                  </a:lnTo>
                  <a:lnTo>
                    <a:pt x="8840" y="2443"/>
                  </a:lnTo>
                  <a:cubicBezTo>
                    <a:pt x="8840" y="2443"/>
                    <a:pt x="8776" y="2347"/>
                    <a:pt x="8680" y="2251"/>
                  </a:cubicBezTo>
                  <a:cubicBezTo>
                    <a:pt x="8583" y="2122"/>
                    <a:pt x="8455" y="2026"/>
                    <a:pt x="8358" y="1929"/>
                  </a:cubicBezTo>
                  <a:lnTo>
                    <a:pt x="8230" y="1897"/>
                  </a:lnTo>
                  <a:cubicBezTo>
                    <a:pt x="8133" y="1865"/>
                    <a:pt x="7908" y="1801"/>
                    <a:pt x="7651" y="1736"/>
                  </a:cubicBezTo>
                  <a:cubicBezTo>
                    <a:pt x="7233" y="1640"/>
                    <a:pt x="6687" y="1543"/>
                    <a:pt x="6205" y="1415"/>
                  </a:cubicBezTo>
                  <a:cubicBezTo>
                    <a:pt x="5980" y="1351"/>
                    <a:pt x="5755" y="1286"/>
                    <a:pt x="5562" y="1190"/>
                  </a:cubicBezTo>
                  <a:cubicBezTo>
                    <a:pt x="5369" y="1126"/>
                    <a:pt x="5240" y="1061"/>
                    <a:pt x="5176" y="1029"/>
                  </a:cubicBezTo>
                  <a:cubicBezTo>
                    <a:pt x="4597" y="611"/>
                    <a:pt x="3858" y="33"/>
                    <a:pt x="3858" y="33"/>
                  </a:cubicBezTo>
                  <a:lnTo>
                    <a:pt x="37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" name="Google Shape;2263;p37"/>
            <p:cNvSpPr/>
            <p:nvPr/>
          </p:nvSpPr>
          <p:spPr>
            <a:xfrm>
              <a:off x="4841000" y="4927200"/>
              <a:ext cx="211375" cy="11275"/>
            </a:xfrm>
            <a:custGeom>
              <a:rect b="b" l="l" r="r" t="t"/>
              <a:pathLst>
                <a:path extrusionOk="0" h="451" w="8455">
                  <a:moveTo>
                    <a:pt x="1" y="0"/>
                  </a:moveTo>
                  <a:cubicBezTo>
                    <a:pt x="1" y="289"/>
                    <a:pt x="33" y="450"/>
                    <a:pt x="33" y="450"/>
                  </a:cubicBezTo>
                  <a:lnTo>
                    <a:pt x="8455" y="450"/>
                  </a:lnTo>
                  <a:lnTo>
                    <a:pt x="8455" y="193"/>
                  </a:lnTo>
                  <a:cubicBezTo>
                    <a:pt x="8455" y="193"/>
                    <a:pt x="8390" y="97"/>
                    <a:pt x="8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" name="Google Shape;2264;p37"/>
            <p:cNvSpPr/>
            <p:nvPr/>
          </p:nvSpPr>
          <p:spPr>
            <a:xfrm>
              <a:off x="4835375" y="4921575"/>
              <a:ext cx="222625" cy="22525"/>
            </a:xfrm>
            <a:custGeom>
              <a:rect b="b" l="l" r="r" t="t"/>
              <a:pathLst>
                <a:path extrusionOk="0" h="901" w="8905">
                  <a:moveTo>
                    <a:pt x="1" y="0"/>
                  </a:moveTo>
                  <a:lnTo>
                    <a:pt x="1" y="225"/>
                  </a:lnTo>
                  <a:cubicBezTo>
                    <a:pt x="33" y="514"/>
                    <a:pt x="65" y="707"/>
                    <a:pt x="65" y="707"/>
                  </a:cubicBezTo>
                  <a:lnTo>
                    <a:pt x="65" y="900"/>
                  </a:lnTo>
                  <a:lnTo>
                    <a:pt x="8905" y="900"/>
                  </a:lnTo>
                  <a:lnTo>
                    <a:pt x="8905" y="418"/>
                  </a:lnTo>
                  <a:lnTo>
                    <a:pt x="8905" y="354"/>
                  </a:lnTo>
                  <a:lnTo>
                    <a:pt x="8840" y="289"/>
                  </a:lnTo>
                  <a:cubicBezTo>
                    <a:pt x="8840" y="289"/>
                    <a:pt x="8776" y="193"/>
                    <a:pt x="8680" y="97"/>
                  </a:cubicBezTo>
                  <a:lnTo>
                    <a:pt x="861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5" name="Google Shape;2265;p37"/>
            <p:cNvSpPr/>
            <p:nvPr/>
          </p:nvSpPr>
          <p:spPr>
            <a:xfrm>
              <a:off x="4983250" y="4884600"/>
              <a:ext cx="230400" cy="70475"/>
            </a:xfrm>
            <a:custGeom>
              <a:rect b="b" l="l" r="r" t="t"/>
              <a:pathLst>
                <a:path extrusionOk="0" h="2819" w="9216">
                  <a:moveTo>
                    <a:pt x="3086" y="1"/>
                  </a:moveTo>
                  <a:lnTo>
                    <a:pt x="386" y="65"/>
                  </a:lnTo>
                  <a:cubicBezTo>
                    <a:pt x="386" y="65"/>
                    <a:pt x="0" y="676"/>
                    <a:pt x="0" y="1704"/>
                  </a:cubicBezTo>
                  <a:cubicBezTo>
                    <a:pt x="0" y="2733"/>
                    <a:pt x="322" y="2733"/>
                    <a:pt x="322" y="2733"/>
                  </a:cubicBezTo>
                  <a:cubicBezTo>
                    <a:pt x="322" y="2733"/>
                    <a:pt x="4293" y="2819"/>
                    <a:pt x="6922" y="2819"/>
                  </a:cubicBezTo>
                  <a:cubicBezTo>
                    <a:pt x="8236" y="2819"/>
                    <a:pt x="9215" y="2797"/>
                    <a:pt x="9194" y="2733"/>
                  </a:cubicBezTo>
                  <a:cubicBezTo>
                    <a:pt x="9161" y="2508"/>
                    <a:pt x="8165" y="2058"/>
                    <a:pt x="6847" y="1801"/>
                  </a:cubicBezTo>
                  <a:cubicBezTo>
                    <a:pt x="5497" y="1543"/>
                    <a:pt x="3086" y="1"/>
                    <a:pt x="308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6" name="Google Shape;2266;p37"/>
            <p:cNvSpPr/>
            <p:nvPr/>
          </p:nvSpPr>
          <p:spPr>
            <a:xfrm>
              <a:off x="4977625" y="4879775"/>
              <a:ext cx="241100" cy="80400"/>
            </a:xfrm>
            <a:custGeom>
              <a:rect b="b" l="l" r="r" t="t"/>
              <a:pathLst>
                <a:path extrusionOk="0" h="3216" w="9644">
                  <a:moveTo>
                    <a:pt x="3268" y="420"/>
                  </a:moveTo>
                  <a:cubicBezTo>
                    <a:pt x="3432" y="522"/>
                    <a:pt x="3960" y="845"/>
                    <a:pt x="4597" y="1190"/>
                  </a:cubicBezTo>
                  <a:cubicBezTo>
                    <a:pt x="5368" y="1608"/>
                    <a:pt x="6301" y="2058"/>
                    <a:pt x="7008" y="2186"/>
                  </a:cubicBezTo>
                  <a:cubicBezTo>
                    <a:pt x="7683" y="2315"/>
                    <a:pt x="8229" y="2508"/>
                    <a:pt x="8647" y="2669"/>
                  </a:cubicBezTo>
                  <a:cubicBezTo>
                    <a:pt x="8731" y="2710"/>
                    <a:pt x="8808" y="2746"/>
                    <a:pt x="8877" y="2779"/>
                  </a:cubicBezTo>
                  <a:lnTo>
                    <a:pt x="8877" y="2779"/>
                  </a:lnTo>
                  <a:cubicBezTo>
                    <a:pt x="8470" y="2797"/>
                    <a:pt x="7859" y="2797"/>
                    <a:pt x="7136" y="2797"/>
                  </a:cubicBezTo>
                  <a:cubicBezTo>
                    <a:pt x="5818" y="2797"/>
                    <a:pt x="4179" y="2765"/>
                    <a:pt x="2861" y="2765"/>
                  </a:cubicBezTo>
                  <a:cubicBezTo>
                    <a:pt x="1681" y="2736"/>
                    <a:pt x="759" y="2708"/>
                    <a:pt x="579" y="2702"/>
                  </a:cubicBezTo>
                  <a:lnTo>
                    <a:pt x="579" y="2702"/>
                  </a:lnTo>
                  <a:lnTo>
                    <a:pt x="579" y="2701"/>
                  </a:lnTo>
                  <a:cubicBezTo>
                    <a:pt x="579" y="2701"/>
                    <a:pt x="450" y="2540"/>
                    <a:pt x="450" y="1897"/>
                  </a:cubicBezTo>
                  <a:cubicBezTo>
                    <a:pt x="450" y="1415"/>
                    <a:pt x="547" y="1029"/>
                    <a:pt x="611" y="772"/>
                  </a:cubicBezTo>
                  <a:cubicBezTo>
                    <a:pt x="675" y="644"/>
                    <a:pt x="707" y="547"/>
                    <a:pt x="740" y="483"/>
                  </a:cubicBezTo>
                  <a:lnTo>
                    <a:pt x="741" y="480"/>
                  </a:lnTo>
                  <a:lnTo>
                    <a:pt x="741" y="480"/>
                  </a:lnTo>
                  <a:lnTo>
                    <a:pt x="3268" y="420"/>
                  </a:lnTo>
                  <a:close/>
                  <a:moveTo>
                    <a:pt x="3311" y="1"/>
                  </a:moveTo>
                  <a:lnTo>
                    <a:pt x="515" y="65"/>
                  </a:lnTo>
                  <a:lnTo>
                    <a:pt x="450" y="161"/>
                  </a:lnTo>
                  <a:cubicBezTo>
                    <a:pt x="418" y="161"/>
                    <a:pt x="0" y="804"/>
                    <a:pt x="0" y="1897"/>
                  </a:cubicBezTo>
                  <a:cubicBezTo>
                    <a:pt x="0" y="2411"/>
                    <a:pt x="97" y="2701"/>
                    <a:pt x="193" y="2894"/>
                  </a:cubicBezTo>
                  <a:cubicBezTo>
                    <a:pt x="274" y="3055"/>
                    <a:pt x="422" y="3127"/>
                    <a:pt x="506" y="3127"/>
                  </a:cubicBezTo>
                  <a:cubicBezTo>
                    <a:pt x="522" y="3127"/>
                    <a:pt x="535" y="3124"/>
                    <a:pt x="545" y="3119"/>
                  </a:cubicBezTo>
                  <a:lnTo>
                    <a:pt x="545" y="3119"/>
                  </a:lnTo>
                  <a:cubicBezTo>
                    <a:pt x="919" y="3128"/>
                    <a:pt x="4635" y="3215"/>
                    <a:pt x="7136" y="3215"/>
                  </a:cubicBezTo>
                  <a:lnTo>
                    <a:pt x="8776" y="3215"/>
                  </a:lnTo>
                  <a:cubicBezTo>
                    <a:pt x="9001" y="3183"/>
                    <a:pt x="9161" y="3183"/>
                    <a:pt x="9258" y="3183"/>
                  </a:cubicBezTo>
                  <a:cubicBezTo>
                    <a:pt x="9322" y="3151"/>
                    <a:pt x="9386" y="3151"/>
                    <a:pt x="9419" y="3151"/>
                  </a:cubicBezTo>
                  <a:lnTo>
                    <a:pt x="9515" y="3119"/>
                  </a:lnTo>
                  <a:lnTo>
                    <a:pt x="9579" y="3054"/>
                  </a:lnTo>
                  <a:cubicBezTo>
                    <a:pt x="9611" y="3054"/>
                    <a:pt x="9644" y="2990"/>
                    <a:pt x="9644" y="2926"/>
                  </a:cubicBezTo>
                  <a:lnTo>
                    <a:pt x="9644" y="2894"/>
                  </a:lnTo>
                  <a:lnTo>
                    <a:pt x="9644" y="2862"/>
                  </a:lnTo>
                  <a:cubicBezTo>
                    <a:pt x="9611" y="2765"/>
                    <a:pt x="9547" y="2733"/>
                    <a:pt x="9515" y="2669"/>
                  </a:cubicBezTo>
                  <a:cubicBezTo>
                    <a:pt x="9354" y="2508"/>
                    <a:pt x="9065" y="2379"/>
                    <a:pt x="8647" y="2219"/>
                  </a:cubicBezTo>
                  <a:cubicBezTo>
                    <a:pt x="8229" y="2058"/>
                    <a:pt x="7683" y="1897"/>
                    <a:pt x="7104" y="1769"/>
                  </a:cubicBezTo>
                  <a:cubicBezTo>
                    <a:pt x="6493" y="1672"/>
                    <a:pt x="5561" y="1222"/>
                    <a:pt x="4790" y="804"/>
                  </a:cubicBezTo>
                  <a:cubicBezTo>
                    <a:pt x="4404" y="611"/>
                    <a:pt x="4083" y="419"/>
                    <a:pt x="3825" y="258"/>
                  </a:cubicBezTo>
                  <a:cubicBezTo>
                    <a:pt x="3568" y="129"/>
                    <a:pt x="3440" y="33"/>
                    <a:pt x="3440" y="33"/>
                  </a:cubicBezTo>
                  <a:lnTo>
                    <a:pt x="33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7" name="Google Shape;2267;p37"/>
            <p:cNvSpPr/>
            <p:nvPr/>
          </p:nvSpPr>
          <p:spPr>
            <a:xfrm>
              <a:off x="4984050" y="4940850"/>
              <a:ext cx="229600" cy="14225"/>
            </a:xfrm>
            <a:custGeom>
              <a:rect b="b" l="l" r="r" t="t"/>
              <a:pathLst>
                <a:path extrusionOk="0" h="569" w="9184">
                  <a:moveTo>
                    <a:pt x="0" y="1"/>
                  </a:moveTo>
                  <a:cubicBezTo>
                    <a:pt x="97" y="483"/>
                    <a:pt x="290" y="483"/>
                    <a:pt x="290" y="483"/>
                  </a:cubicBezTo>
                  <a:cubicBezTo>
                    <a:pt x="290" y="483"/>
                    <a:pt x="4261" y="569"/>
                    <a:pt x="6890" y="569"/>
                  </a:cubicBezTo>
                  <a:cubicBezTo>
                    <a:pt x="8204" y="569"/>
                    <a:pt x="9183" y="547"/>
                    <a:pt x="9162" y="483"/>
                  </a:cubicBezTo>
                  <a:cubicBezTo>
                    <a:pt x="9129" y="354"/>
                    <a:pt x="8840" y="193"/>
                    <a:pt x="83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8" name="Google Shape;2268;p37"/>
            <p:cNvSpPr/>
            <p:nvPr/>
          </p:nvSpPr>
          <p:spPr>
            <a:xfrm>
              <a:off x="4977625" y="4935225"/>
              <a:ext cx="241100" cy="24950"/>
            </a:xfrm>
            <a:custGeom>
              <a:rect b="b" l="l" r="r" t="t"/>
              <a:pathLst>
                <a:path extrusionOk="0" h="998" w="9644">
                  <a:moveTo>
                    <a:pt x="8551" y="418"/>
                  </a:moveTo>
                  <a:cubicBezTo>
                    <a:pt x="8676" y="472"/>
                    <a:pt x="8791" y="516"/>
                    <a:pt x="8885" y="560"/>
                  </a:cubicBezTo>
                  <a:lnTo>
                    <a:pt x="8885" y="560"/>
                  </a:lnTo>
                  <a:cubicBezTo>
                    <a:pt x="8478" y="579"/>
                    <a:pt x="7863" y="579"/>
                    <a:pt x="7136" y="579"/>
                  </a:cubicBezTo>
                  <a:cubicBezTo>
                    <a:pt x="5818" y="579"/>
                    <a:pt x="4179" y="547"/>
                    <a:pt x="2861" y="547"/>
                  </a:cubicBezTo>
                  <a:cubicBezTo>
                    <a:pt x="1681" y="518"/>
                    <a:pt x="759" y="490"/>
                    <a:pt x="579" y="484"/>
                  </a:cubicBezTo>
                  <a:lnTo>
                    <a:pt x="579" y="484"/>
                  </a:lnTo>
                  <a:lnTo>
                    <a:pt x="579" y="483"/>
                  </a:lnTo>
                  <a:cubicBezTo>
                    <a:pt x="579" y="483"/>
                    <a:pt x="565" y="461"/>
                    <a:pt x="546" y="418"/>
                  </a:cubicBezTo>
                  <a:close/>
                  <a:moveTo>
                    <a:pt x="0" y="1"/>
                  </a:moveTo>
                  <a:lnTo>
                    <a:pt x="65" y="258"/>
                  </a:lnTo>
                  <a:cubicBezTo>
                    <a:pt x="97" y="515"/>
                    <a:pt x="193" y="676"/>
                    <a:pt x="290" y="772"/>
                  </a:cubicBezTo>
                  <a:cubicBezTo>
                    <a:pt x="354" y="869"/>
                    <a:pt x="482" y="901"/>
                    <a:pt x="515" y="901"/>
                  </a:cubicBezTo>
                  <a:cubicBezTo>
                    <a:pt x="515" y="901"/>
                    <a:pt x="4501" y="997"/>
                    <a:pt x="7136" y="997"/>
                  </a:cubicBezTo>
                  <a:lnTo>
                    <a:pt x="8776" y="997"/>
                  </a:lnTo>
                  <a:cubicBezTo>
                    <a:pt x="9001" y="965"/>
                    <a:pt x="9161" y="965"/>
                    <a:pt x="9258" y="965"/>
                  </a:cubicBezTo>
                  <a:cubicBezTo>
                    <a:pt x="9322" y="933"/>
                    <a:pt x="9386" y="933"/>
                    <a:pt x="9419" y="933"/>
                  </a:cubicBezTo>
                  <a:lnTo>
                    <a:pt x="9515" y="901"/>
                  </a:lnTo>
                  <a:lnTo>
                    <a:pt x="9579" y="836"/>
                  </a:lnTo>
                  <a:cubicBezTo>
                    <a:pt x="9611" y="836"/>
                    <a:pt x="9644" y="772"/>
                    <a:pt x="9644" y="708"/>
                  </a:cubicBezTo>
                  <a:lnTo>
                    <a:pt x="9644" y="676"/>
                  </a:lnTo>
                  <a:lnTo>
                    <a:pt x="9644" y="644"/>
                  </a:lnTo>
                  <a:cubicBezTo>
                    <a:pt x="9611" y="547"/>
                    <a:pt x="9547" y="483"/>
                    <a:pt x="9483" y="451"/>
                  </a:cubicBezTo>
                  <a:cubicBezTo>
                    <a:pt x="9322" y="290"/>
                    <a:pt x="9065" y="161"/>
                    <a:pt x="8711" y="33"/>
                  </a:cubicBezTo>
                  <a:lnTo>
                    <a:pt x="86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9" name="Google Shape;2269;p37"/>
            <p:cNvSpPr/>
            <p:nvPr/>
          </p:nvSpPr>
          <p:spPr>
            <a:xfrm>
              <a:off x="4779925" y="2559250"/>
              <a:ext cx="598725" cy="1158975"/>
            </a:xfrm>
            <a:custGeom>
              <a:rect b="b" l="l" r="r" t="t"/>
              <a:pathLst>
                <a:path extrusionOk="0" h="46359" w="23949">
                  <a:moveTo>
                    <a:pt x="12715" y="0"/>
                  </a:moveTo>
                  <a:cubicBezTo>
                    <a:pt x="12193" y="0"/>
                    <a:pt x="11622" y="44"/>
                    <a:pt x="10994" y="149"/>
                  </a:cubicBezTo>
                  <a:cubicBezTo>
                    <a:pt x="8069" y="631"/>
                    <a:pt x="6044" y="4039"/>
                    <a:pt x="5594" y="7607"/>
                  </a:cubicBezTo>
                  <a:cubicBezTo>
                    <a:pt x="5144" y="11175"/>
                    <a:pt x="5562" y="15128"/>
                    <a:pt x="5562" y="15128"/>
                  </a:cubicBezTo>
                  <a:cubicBezTo>
                    <a:pt x="5626" y="15675"/>
                    <a:pt x="4437" y="17025"/>
                    <a:pt x="4115" y="17411"/>
                  </a:cubicBezTo>
                  <a:cubicBezTo>
                    <a:pt x="3440" y="18311"/>
                    <a:pt x="2604" y="19018"/>
                    <a:pt x="1994" y="19982"/>
                  </a:cubicBezTo>
                  <a:cubicBezTo>
                    <a:pt x="740" y="21911"/>
                    <a:pt x="1" y="24354"/>
                    <a:pt x="258" y="26668"/>
                  </a:cubicBezTo>
                  <a:cubicBezTo>
                    <a:pt x="515" y="29079"/>
                    <a:pt x="1704" y="39815"/>
                    <a:pt x="1737" y="40780"/>
                  </a:cubicBezTo>
                  <a:cubicBezTo>
                    <a:pt x="1737" y="41712"/>
                    <a:pt x="1062" y="43191"/>
                    <a:pt x="1190" y="44348"/>
                  </a:cubicBezTo>
                  <a:cubicBezTo>
                    <a:pt x="1319" y="45473"/>
                    <a:pt x="1704" y="44958"/>
                    <a:pt x="4147" y="45312"/>
                  </a:cubicBezTo>
                  <a:cubicBezTo>
                    <a:pt x="6129" y="45629"/>
                    <a:pt x="11150" y="46359"/>
                    <a:pt x="13340" y="46359"/>
                  </a:cubicBezTo>
                  <a:cubicBezTo>
                    <a:pt x="13815" y="46359"/>
                    <a:pt x="14156" y="46324"/>
                    <a:pt x="14305" y="46244"/>
                  </a:cubicBezTo>
                  <a:cubicBezTo>
                    <a:pt x="15141" y="45794"/>
                    <a:pt x="15752" y="44541"/>
                    <a:pt x="15719" y="43898"/>
                  </a:cubicBezTo>
                  <a:cubicBezTo>
                    <a:pt x="15719" y="43287"/>
                    <a:pt x="15623" y="38690"/>
                    <a:pt x="15141" y="36279"/>
                  </a:cubicBezTo>
                  <a:cubicBezTo>
                    <a:pt x="14659" y="33869"/>
                    <a:pt x="15076" y="28951"/>
                    <a:pt x="14916" y="26443"/>
                  </a:cubicBezTo>
                  <a:cubicBezTo>
                    <a:pt x="14755" y="23936"/>
                    <a:pt x="13823" y="19886"/>
                    <a:pt x="12955" y="18536"/>
                  </a:cubicBezTo>
                  <a:cubicBezTo>
                    <a:pt x="12087" y="17186"/>
                    <a:pt x="11123" y="16157"/>
                    <a:pt x="11444" y="15643"/>
                  </a:cubicBezTo>
                  <a:cubicBezTo>
                    <a:pt x="11733" y="15096"/>
                    <a:pt x="15462" y="12814"/>
                    <a:pt x="17327" y="12043"/>
                  </a:cubicBezTo>
                  <a:cubicBezTo>
                    <a:pt x="19191" y="11271"/>
                    <a:pt x="23948" y="9278"/>
                    <a:pt x="23209" y="8571"/>
                  </a:cubicBezTo>
                  <a:cubicBezTo>
                    <a:pt x="22470" y="7864"/>
                    <a:pt x="19641" y="3621"/>
                    <a:pt x="19641" y="3621"/>
                  </a:cubicBezTo>
                  <a:cubicBezTo>
                    <a:pt x="19641" y="3621"/>
                    <a:pt x="17905" y="1467"/>
                    <a:pt x="16748" y="953"/>
                  </a:cubicBezTo>
                  <a:cubicBezTo>
                    <a:pt x="15842" y="575"/>
                    <a:pt x="14600" y="0"/>
                    <a:pt x="127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0" name="Google Shape;2270;p37"/>
            <p:cNvSpPr/>
            <p:nvPr/>
          </p:nvSpPr>
          <p:spPr>
            <a:xfrm>
              <a:off x="4779925" y="2554125"/>
              <a:ext cx="587475" cy="1169275"/>
            </a:xfrm>
            <a:custGeom>
              <a:rect b="b" l="l" r="r" t="t"/>
              <a:pathLst>
                <a:path extrusionOk="0" h="46771" w="23499">
                  <a:moveTo>
                    <a:pt x="12730" y="418"/>
                  </a:moveTo>
                  <a:cubicBezTo>
                    <a:pt x="14562" y="418"/>
                    <a:pt x="15752" y="965"/>
                    <a:pt x="16684" y="1351"/>
                  </a:cubicBezTo>
                  <a:cubicBezTo>
                    <a:pt x="17198" y="1576"/>
                    <a:pt x="17905" y="2218"/>
                    <a:pt x="18484" y="2829"/>
                  </a:cubicBezTo>
                  <a:cubicBezTo>
                    <a:pt x="18773" y="3118"/>
                    <a:pt x="19030" y="3408"/>
                    <a:pt x="19191" y="3633"/>
                  </a:cubicBezTo>
                  <a:cubicBezTo>
                    <a:pt x="19384" y="3826"/>
                    <a:pt x="19480" y="3954"/>
                    <a:pt x="19480" y="3954"/>
                  </a:cubicBezTo>
                  <a:cubicBezTo>
                    <a:pt x="19480" y="3954"/>
                    <a:pt x="20155" y="5015"/>
                    <a:pt x="20959" y="6140"/>
                  </a:cubicBezTo>
                  <a:cubicBezTo>
                    <a:pt x="21377" y="6719"/>
                    <a:pt x="21795" y="7329"/>
                    <a:pt x="22180" y="7812"/>
                  </a:cubicBezTo>
                  <a:cubicBezTo>
                    <a:pt x="22534" y="8326"/>
                    <a:pt x="22855" y="8712"/>
                    <a:pt x="23048" y="8937"/>
                  </a:cubicBezTo>
                  <a:lnTo>
                    <a:pt x="23080" y="8937"/>
                  </a:lnTo>
                  <a:cubicBezTo>
                    <a:pt x="23080" y="8937"/>
                    <a:pt x="23048" y="9033"/>
                    <a:pt x="22952" y="9162"/>
                  </a:cubicBezTo>
                  <a:cubicBezTo>
                    <a:pt x="22759" y="9355"/>
                    <a:pt x="22405" y="9612"/>
                    <a:pt x="21955" y="9869"/>
                  </a:cubicBezTo>
                  <a:cubicBezTo>
                    <a:pt x="20573" y="10672"/>
                    <a:pt x="18387" y="11572"/>
                    <a:pt x="17230" y="12055"/>
                  </a:cubicBezTo>
                  <a:cubicBezTo>
                    <a:pt x="16298" y="12440"/>
                    <a:pt x="14884" y="13212"/>
                    <a:pt x="13662" y="13951"/>
                  </a:cubicBezTo>
                  <a:cubicBezTo>
                    <a:pt x="13084" y="14337"/>
                    <a:pt x="12505" y="14690"/>
                    <a:pt x="12087" y="14980"/>
                  </a:cubicBezTo>
                  <a:cubicBezTo>
                    <a:pt x="11894" y="15141"/>
                    <a:pt x="11701" y="15269"/>
                    <a:pt x="11541" y="15398"/>
                  </a:cubicBezTo>
                  <a:cubicBezTo>
                    <a:pt x="11412" y="15526"/>
                    <a:pt x="11316" y="15623"/>
                    <a:pt x="11251" y="15719"/>
                  </a:cubicBezTo>
                  <a:cubicBezTo>
                    <a:pt x="11187" y="15848"/>
                    <a:pt x="11155" y="15944"/>
                    <a:pt x="11155" y="16073"/>
                  </a:cubicBezTo>
                  <a:cubicBezTo>
                    <a:pt x="11155" y="16266"/>
                    <a:pt x="11219" y="16458"/>
                    <a:pt x="11316" y="16651"/>
                  </a:cubicBezTo>
                  <a:cubicBezTo>
                    <a:pt x="11605" y="17262"/>
                    <a:pt x="12216" y="17969"/>
                    <a:pt x="12794" y="18837"/>
                  </a:cubicBezTo>
                  <a:cubicBezTo>
                    <a:pt x="13180" y="19480"/>
                    <a:pt x="13630" y="20830"/>
                    <a:pt x="13984" y="22309"/>
                  </a:cubicBezTo>
                  <a:cubicBezTo>
                    <a:pt x="14369" y="23787"/>
                    <a:pt x="14626" y="25427"/>
                    <a:pt x="14691" y="26648"/>
                  </a:cubicBezTo>
                  <a:cubicBezTo>
                    <a:pt x="14723" y="27098"/>
                    <a:pt x="14755" y="27645"/>
                    <a:pt x="14755" y="28223"/>
                  </a:cubicBezTo>
                  <a:cubicBezTo>
                    <a:pt x="14755" y="29573"/>
                    <a:pt x="14691" y="31213"/>
                    <a:pt x="14691" y="32756"/>
                  </a:cubicBezTo>
                  <a:cubicBezTo>
                    <a:pt x="14691" y="34202"/>
                    <a:pt x="14723" y="35552"/>
                    <a:pt x="14916" y="36517"/>
                  </a:cubicBezTo>
                  <a:cubicBezTo>
                    <a:pt x="15398" y="38895"/>
                    <a:pt x="15494" y="43492"/>
                    <a:pt x="15527" y="44135"/>
                  </a:cubicBezTo>
                  <a:cubicBezTo>
                    <a:pt x="15527" y="44392"/>
                    <a:pt x="15366" y="44842"/>
                    <a:pt x="15141" y="45260"/>
                  </a:cubicBezTo>
                  <a:cubicBezTo>
                    <a:pt x="14916" y="45678"/>
                    <a:pt x="14562" y="46064"/>
                    <a:pt x="14209" y="46256"/>
                  </a:cubicBezTo>
                  <a:cubicBezTo>
                    <a:pt x="14176" y="46289"/>
                    <a:pt x="14080" y="46321"/>
                    <a:pt x="13951" y="46321"/>
                  </a:cubicBezTo>
                  <a:cubicBezTo>
                    <a:pt x="13791" y="46353"/>
                    <a:pt x="13598" y="46353"/>
                    <a:pt x="13373" y="46353"/>
                  </a:cubicBezTo>
                  <a:cubicBezTo>
                    <a:pt x="11251" y="46353"/>
                    <a:pt x="6140" y="45614"/>
                    <a:pt x="4180" y="45324"/>
                  </a:cubicBezTo>
                  <a:cubicBezTo>
                    <a:pt x="2958" y="45131"/>
                    <a:pt x="2219" y="45163"/>
                    <a:pt x="1833" y="45131"/>
                  </a:cubicBezTo>
                  <a:cubicBezTo>
                    <a:pt x="1737" y="45099"/>
                    <a:pt x="1672" y="45099"/>
                    <a:pt x="1608" y="45067"/>
                  </a:cubicBezTo>
                  <a:cubicBezTo>
                    <a:pt x="1544" y="45035"/>
                    <a:pt x="1544" y="45003"/>
                    <a:pt x="1479" y="44938"/>
                  </a:cubicBezTo>
                  <a:cubicBezTo>
                    <a:pt x="1447" y="44874"/>
                    <a:pt x="1415" y="44713"/>
                    <a:pt x="1383" y="44521"/>
                  </a:cubicBezTo>
                  <a:cubicBezTo>
                    <a:pt x="1383" y="44424"/>
                    <a:pt x="1383" y="44328"/>
                    <a:pt x="1383" y="44231"/>
                  </a:cubicBezTo>
                  <a:cubicBezTo>
                    <a:pt x="1383" y="43749"/>
                    <a:pt x="1512" y="43171"/>
                    <a:pt x="1640" y="42592"/>
                  </a:cubicBezTo>
                  <a:cubicBezTo>
                    <a:pt x="1801" y="42045"/>
                    <a:pt x="1929" y="41499"/>
                    <a:pt x="1929" y="41017"/>
                  </a:cubicBezTo>
                  <a:lnTo>
                    <a:pt x="1929" y="40985"/>
                  </a:lnTo>
                  <a:lnTo>
                    <a:pt x="1929" y="40953"/>
                  </a:lnTo>
                  <a:cubicBezTo>
                    <a:pt x="1929" y="40695"/>
                    <a:pt x="1865" y="39860"/>
                    <a:pt x="1737" y="38702"/>
                  </a:cubicBezTo>
                  <a:cubicBezTo>
                    <a:pt x="1383" y="35167"/>
                    <a:pt x="676" y="28641"/>
                    <a:pt x="483" y="26841"/>
                  </a:cubicBezTo>
                  <a:cubicBezTo>
                    <a:pt x="451" y="26552"/>
                    <a:pt x="419" y="26230"/>
                    <a:pt x="419" y="25941"/>
                  </a:cubicBezTo>
                  <a:cubicBezTo>
                    <a:pt x="419" y="23948"/>
                    <a:pt x="1094" y="21955"/>
                    <a:pt x="2154" y="20284"/>
                  </a:cubicBezTo>
                  <a:cubicBezTo>
                    <a:pt x="2765" y="19384"/>
                    <a:pt x="3601" y="18676"/>
                    <a:pt x="4276" y="17744"/>
                  </a:cubicBezTo>
                  <a:cubicBezTo>
                    <a:pt x="4437" y="17551"/>
                    <a:pt x="4790" y="17133"/>
                    <a:pt x="5112" y="16683"/>
                  </a:cubicBezTo>
                  <a:cubicBezTo>
                    <a:pt x="5272" y="16458"/>
                    <a:pt x="5433" y="16233"/>
                    <a:pt x="5562" y="16008"/>
                  </a:cubicBezTo>
                  <a:cubicBezTo>
                    <a:pt x="5690" y="15783"/>
                    <a:pt x="5755" y="15591"/>
                    <a:pt x="5755" y="15366"/>
                  </a:cubicBezTo>
                  <a:lnTo>
                    <a:pt x="5755" y="15333"/>
                  </a:lnTo>
                  <a:cubicBezTo>
                    <a:pt x="5755" y="15333"/>
                    <a:pt x="5755" y="15205"/>
                    <a:pt x="5755" y="15044"/>
                  </a:cubicBezTo>
                  <a:cubicBezTo>
                    <a:pt x="5690" y="14465"/>
                    <a:pt x="5594" y="13148"/>
                    <a:pt x="5594" y="11572"/>
                  </a:cubicBezTo>
                  <a:cubicBezTo>
                    <a:pt x="5594" y="10383"/>
                    <a:pt x="5658" y="9097"/>
                    <a:pt x="5819" y="7844"/>
                  </a:cubicBezTo>
                  <a:cubicBezTo>
                    <a:pt x="6012" y="6076"/>
                    <a:pt x="6623" y="4372"/>
                    <a:pt x="7523" y="3054"/>
                  </a:cubicBezTo>
                  <a:cubicBezTo>
                    <a:pt x="8455" y="1704"/>
                    <a:pt x="9644" y="804"/>
                    <a:pt x="11026" y="547"/>
                  </a:cubicBezTo>
                  <a:cubicBezTo>
                    <a:pt x="11637" y="450"/>
                    <a:pt x="12216" y="418"/>
                    <a:pt x="12730" y="418"/>
                  </a:cubicBezTo>
                  <a:close/>
                  <a:moveTo>
                    <a:pt x="12730" y="0"/>
                  </a:moveTo>
                  <a:cubicBezTo>
                    <a:pt x="12183" y="0"/>
                    <a:pt x="11605" y="33"/>
                    <a:pt x="10930" y="129"/>
                  </a:cubicBezTo>
                  <a:cubicBezTo>
                    <a:pt x="9419" y="386"/>
                    <a:pt x="8133" y="1415"/>
                    <a:pt x="7169" y="2797"/>
                  </a:cubicBezTo>
                  <a:cubicBezTo>
                    <a:pt x="6237" y="4179"/>
                    <a:pt x="5626" y="5947"/>
                    <a:pt x="5401" y="7779"/>
                  </a:cubicBezTo>
                  <a:cubicBezTo>
                    <a:pt x="5240" y="9065"/>
                    <a:pt x="5176" y="10383"/>
                    <a:pt x="5176" y="11572"/>
                  </a:cubicBezTo>
                  <a:cubicBezTo>
                    <a:pt x="5176" y="13694"/>
                    <a:pt x="5337" y="15366"/>
                    <a:pt x="5337" y="15366"/>
                  </a:cubicBezTo>
                  <a:cubicBezTo>
                    <a:pt x="5337" y="15462"/>
                    <a:pt x="5305" y="15623"/>
                    <a:pt x="5176" y="15816"/>
                  </a:cubicBezTo>
                  <a:cubicBezTo>
                    <a:pt x="5047" y="16105"/>
                    <a:pt x="4790" y="16458"/>
                    <a:pt x="4533" y="16748"/>
                  </a:cubicBezTo>
                  <a:cubicBezTo>
                    <a:pt x="4308" y="17069"/>
                    <a:pt x="4083" y="17326"/>
                    <a:pt x="3955" y="17487"/>
                  </a:cubicBezTo>
                  <a:cubicBezTo>
                    <a:pt x="3312" y="18355"/>
                    <a:pt x="2444" y="19062"/>
                    <a:pt x="1801" y="20059"/>
                  </a:cubicBezTo>
                  <a:cubicBezTo>
                    <a:pt x="708" y="21762"/>
                    <a:pt x="1" y="23852"/>
                    <a:pt x="1" y="25941"/>
                  </a:cubicBezTo>
                  <a:cubicBezTo>
                    <a:pt x="1" y="26263"/>
                    <a:pt x="33" y="26584"/>
                    <a:pt x="65" y="26905"/>
                  </a:cubicBezTo>
                  <a:cubicBezTo>
                    <a:pt x="194" y="28095"/>
                    <a:pt x="547" y="31373"/>
                    <a:pt x="869" y="34492"/>
                  </a:cubicBezTo>
                  <a:cubicBezTo>
                    <a:pt x="1029" y="36034"/>
                    <a:pt x="1190" y="37545"/>
                    <a:pt x="1319" y="38735"/>
                  </a:cubicBezTo>
                  <a:cubicBezTo>
                    <a:pt x="1447" y="39892"/>
                    <a:pt x="1512" y="40760"/>
                    <a:pt x="1512" y="40985"/>
                  </a:cubicBezTo>
                  <a:lnTo>
                    <a:pt x="1512" y="41017"/>
                  </a:lnTo>
                  <a:cubicBezTo>
                    <a:pt x="1512" y="41403"/>
                    <a:pt x="1383" y="41917"/>
                    <a:pt x="1254" y="42495"/>
                  </a:cubicBezTo>
                  <a:cubicBezTo>
                    <a:pt x="1094" y="43074"/>
                    <a:pt x="965" y="43653"/>
                    <a:pt x="965" y="44231"/>
                  </a:cubicBezTo>
                  <a:cubicBezTo>
                    <a:pt x="965" y="44360"/>
                    <a:pt x="965" y="44456"/>
                    <a:pt x="965" y="44585"/>
                  </a:cubicBezTo>
                  <a:cubicBezTo>
                    <a:pt x="997" y="44874"/>
                    <a:pt x="1062" y="45099"/>
                    <a:pt x="1190" y="45260"/>
                  </a:cubicBezTo>
                  <a:cubicBezTo>
                    <a:pt x="1287" y="45388"/>
                    <a:pt x="1447" y="45485"/>
                    <a:pt x="1608" y="45517"/>
                  </a:cubicBezTo>
                  <a:cubicBezTo>
                    <a:pt x="1833" y="45581"/>
                    <a:pt x="2122" y="45581"/>
                    <a:pt x="2540" y="45581"/>
                  </a:cubicBezTo>
                  <a:cubicBezTo>
                    <a:pt x="2926" y="45614"/>
                    <a:pt x="3440" y="45646"/>
                    <a:pt x="4115" y="45742"/>
                  </a:cubicBezTo>
                  <a:cubicBezTo>
                    <a:pt x="6108" y="46031"/>
                    <a:pt x="11155" y="46771"/>
                    <a:pt x="13373" y="46771"/>
                  </a:cubicBezTo>
                  <a:cubicBezTo>
                    <a:pt x="13630" y="46771"/>
                    <a:pt x="13823" y="46771"/>
                    <a:pt x="13984" y="46739"/>
                  </a:cubicBezTo>
                  <a:cubicBezTo>
                    <a:pt x="14144" y="46739"/>
                    <a:pt x="14305" y="46706"/>
                    <a:pt x="14401" y="46642"/>
                  </a:cubicBezTo>
                  <a:cubicBezTo>
                    <a:pt x="14884" y="46385"/>
                    <a:pt x="15237" y="45935"/>
                    <a:pt x="15527" y="45485"/>
                  </a:cubicBezTo>
                  <a:cubicBezTo>
                    <a:pt x="15784" y="45003"/>
                    <a:pt x="15944" y="44521"/>
                    <a:pt x="15944" y="44135"/>
                  </a:cubicBezTo>
                  <a:lnTo>
                    <a:pt x="15944" y="44103"/>
                  </a:lnTo>
                  <a:cubicBezTo>
                    <a:pt x="15912" y="43492"/>
                    <a:pt x="15816" y="38863"/>
                    <a:pt x="15334" y="36452"/>
                  </a:cubicBezTo>
                  <a:cubicBezTo>
                    <a:pt x="15173" y="35520"/>
                    <a:pt x="15109" y="34170"/>
                    <a:pt x="15109" y="32756"/>
                  </a:cubicBezTo>
                  <a:cubicBezTo>
                    <a:pt x="15109" y="31245"/>
                    <a:pt x="15173" y="29606"/>
                    <a:pt x="15173" y="28223"/>
                  </a:cubicBezTo>
                  <a:cubicBezTo>
                    <a:pt x="15173" y="27645"/>
                    <a:pt x="15173" y="27098"/>
                    <a:pt x="15141" y="26648"/>
                  </a:cubicBezTo>
                  <a:cubicBezTo>
                    <a:pt x="15044" y="25362"/>
                    <a:pt x="14787" y="23723"/>
                    <a:pt x="14401" y="22212"/>
                  </a:cubicBezTo>
                  <a:cubicBezTo>
                    <a:pt x="14048" y="20702"/>
                    <a:pt x="13598" y="19351"/>
                    <a:pt x="13148" y="18612"/>
                  </a:cubicBezTo>
                  <a:cubicBezTo>
                    <a:pt x="12762" y="18034"/>
                    <a:pt x="12344" y="17487"/>
                    <a:pt x="12055" y="17069"/>
                  </a:cubicBezTo>
                  <a:cubicBezTo>
                    <a:pt x="11926" y="16844"/>
                    <a:pt x="11798" y="16651"/>
                    <a:pt x="11701" y="16458"/>
                  </a:cubicBezTo>
                  <a:cubicBezTo>
                    <a:pt x="11637" y="16298"/>
                    <a:pt x="11573" y="16169"/>
                    <a:pt x="11573" y="16073"/>
                  </a:cubicBezTo>
                  <a:cubicBezTo>
                    <a:pt x="11573" y="16008"/>
                    <a:pt x="11605" y="15976"/>
                    <a:pt x="11605" y="15944"/>
                  </a:cubicBezTo>
                  <a:cubicBezTo>
                    <a:pt x="11637" y="15912"/>
                    <a:pt x="11701" y="15816"/>
                    <a:pt x="11830" y="15719"/>
                  </a:cubicBezTo>
                  <a:cubicBezTo>
                    <a:pt x="12280" y="15333"/>
                    <a:pt x="13276" y="14690"/>
                    <a:pt x="14369" y="14048"/>
                  </a:cubicBezTo>
                  <a:cubicBezTo>
                    <a:pt x="15430" y="13405"/>
                    <a:pt x="16587" y="12794"/>
                    <a:pt x="17391" y="12440"/>
                  </a:cubicBezTo>
                  <a:cubicBezTo>
                    <a:pt x="18259" y="12087"/>
                    <a:pt x="19770" y="11476"/>
                    <a:pt x="21055" y="10833"/>
                  </a:cubicBezTo>
                  <a:cubicBezTo>
                    <a:pt x="21698" y="10512"/>
                    <a:pt x="22277" y="10190"/>
                    <a:pt x="22727" y="9869"/>
                  </a:cubicBezTo>
                  <a:cubicBezTo>
                    <a:pt x="22952" y="9740"/>
                    <a:pt x="23113" y="9580"/>
                    <a:pt x="23241" y="9451"/>
                  </a:cubicBezTo>
                  <a:cubicBezTo>
                    <a:pt x="23402" y="9290"/>
                    <a:pt x="23498" y="9129"/>
                    <a:pt x="23498" y="8937"/>
                  </a:cubicBezTo>
                  <a:cubicBezTo>
                    <a:pt x="23498" y="8808"/>
                    <a:pt x="23434" y="8712"/>
                    <a:pt x="23370" y="8615"/>
                  </a:cubicBezTo>
                  <a:cubicBezTo>
                    <a:pt x="23177" y="8454"/>
                    <a:pt x="22855" y="8069"/>
                    <a:pt x="22502" y="7554"/>
                  </a:cubicBezTo>
                  <a:cubicBezTo>
                    <a:pt x="21955" y="6815"/>
                    <a:pt x="21280" y="5851"/>
                    <a:pt x="20734" y="5079"/>
                  </a:cubicBezTo>
                  <a:cubicBezTo>
                    <a:pt x="20220" y="4308"/>
                    <a:pt x="19834" y="3697"/>
                    <a:pt x="19834" y="3697"/>
                  </a:cubicBezTo>
                  <a:lnTo>
                    <a:pt x="19802" y="3697"/>
                  </a:lnTo>
                  <a:cubicBezTo>
                    <a:pt x="19802" y="3697"/>
                    <a:pt x="19384" y="3151"/>
                    <a:pt x="18805" y="2540"/>
                  </a:cubicBezTo>
                  <a:cubicBezTo>
                    <a:pt x="18194" y="1929"/>
                    <a:pt x="17487" y="1254"/>
                    <a:pt x="16844" y="965"/>
                  </a:cubicBezTo>
                  <a:cubicBezTo>
                    <a:pt x="15944" y="579"/>
                    <a:pt x="14659" y="0"/>
                    <a:pt x="127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1" name="Google Shape;2271;p37"/>
            <p:cNvSpPr/>
            <p:nvPr/>
          </p:nvSpPr>
          <p:spPr>
            <a:xfrm>
              <a:off x="4852250" y="3131925"/>
              <a:ext cx="629250" cy="449325"/>
            </a:xfrm>
            <a:custGeom>
              <a:rect b="b" l="l" r="r" t="t"/>
              <a:pathLst>
                <a:path extrusionOk="0" h="17973" w="25170">
                  <a:moveTo>
                    <a:pt x="1737" y="0"/>
                  </a:moveTo>
                  <a:cubicBezTo>
                    <a:pt x="1737" y="0"/>
                    <a:pt x="1" y="1286"/>
                    <a:pt x="65" y="3311"/>
                  </a:cubicBezTo>
                  <a:cubicBezTo>
                    <a:pt x="97" y="5336"/>
                    <a:pt x="2508" y="15655"/>
                    <a:pt x="2862" y="16715"/>
                  </a:cubicBezTo>
                  <a:cubicBezTo>
                    <a:pt x="3247" y="17744"/>
                    <a:pt x="4855" y="17841"/>
                    <a:pt x="5208" y="17969"/>
                  </a:cubicBezTo>
                  <a:cubicBezTo>
                    <a:pt x="5213" y="17972"/>
                    <a:pt x="5222" y="17973"/>
                    <a:pt x="5233" y="17973"/>
                  </a:cubicBezTo>
                  <a:cubicBezTo>
                    <a:pt x="5966" y="17973"/>
                    <a:pt x="19384" y="12762"/>
                    <a:pt x="19384" y="12762"/>
                  </a:cubicBezTo>
                  <a:cubicBezTo>
                    <a:pt x="19384" y="12762"/>
                    <a:pt x="21023" y="13919"/>
                    <a:pt x="21666" y="13919"/>
                  </a:cubicBezTo>
                  <a:cubicBezTo>
                    <a:pt x="22277" y="13887"/>
                    <a:pt x="24045" y="13855"/>
                    <a:pt x="24045" y="13855"/>
                  </a:cubicBezTo>
                  <a:cubicBezTo>
                    <a:pt x="24045" y="13855"/>
                    <a:pt x="24752" y="15012"/>
                    <a:pt x="24977" y="15012"/>
                  </a:cubicBezTo>
                  <a:cubicBezTo>
                    <a:pt x="25170" y="15012"/>
                    <a:pt x="25106" y="14465"/>
                    <a:pt x="25009" y="14048"/>
                  </a:cubicBezTo>
                  <a:cubicBezTo>
                    <a:pt x="24945" y="13630"/>
                    <a:pt x="24559" y="12569"/>
                    <a:pt x="24559" y="12569"/>
                  </a:cubicBezTo>
                  <a:cubicBezTo>
                    <a:pt x="24559" y="12569"/>
                    <a:pt x="22663" y="11444"/>
                    <a:pt x="21730" y="11251"/>
                  </a:cubicBezTo>
                  <a:cubicBezTo>
                    <a:pt x="20974" y="11089"/>
                    <a:pt x="20149" y="10836"/>
                    <a:pt x="19580" y="10836"/>
                  </a:cubicBezTo>
                  <a:cubicBezTo>
                    <a:pt x="19473" y="10836"/>
                    <a:pt x="19374" y="10845"/>
                    <a:pt x="19287" y="10865"/>
                  </a:cubicBezTo>
                  <a:cubicBezTo>
                    <a:pt x="18709" y="11026"/>
                    <a:pt x="7555" y="12826"/>
                    <a:pt x="7555" y="12826"/>
                  </a:cubicBezTo>
                  <a:cubicBezTo>
                    <a:pt x="7555" y="12826"/>
                    <a:pt x="7812" y="5304"/>
                    <a:pt x="7619" y="3697"/>
                  </a:cubicBezTo>
                  <a:cubicBezTo>
                    <a:pt x="7458" y="2090"/>
                    <a:pt x="6783" y="450"/>
                    <a:pt x="5530" y="193"/>
                  </a:cubicBezTo>
                  <a:lnTo>
                    <a:pt x="173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2" name="Google Shape;2272;p37"/>
            <p:cNvSpPr/>
            <p:nvPr/>
          </p:nvSpPr>
          <p:spPr>
            <a:xfrm>
              <a:off x="4848250" y="3127100"/>
              <a:ext cx="637275" cy="459700"/>
            </a:xfrm>
            <a:custGeom>
              <a:rect b="b" l="l" r="r" t="t"/>
              <a:pathLst>
                <a:path extrusionOk="0" h="18388" w="25491">
                  <a:moveTo>
                    <a:pt x="1768" y="0"/>
                  </a:moveTo>
                  <a:cubicBezTo>
                    <a:pt x="1768" y="33"/>
                    <a:pt x="1318" y="354"/>
                    <a:pt x="868" y="933"/>
                  </a:cubicBezTo>
                  <a:cubicBezTo>
                    <a:pt x="450" y="1511"/>
                    <a:pt x="0" y="2379"/>
                    <a:pt x="0" y="3440"/>
                  </a:cubicBezTo>
                  <a:lnTo>
                    <a:pt x="0" y="3536"/>
                  </a:lnTo>
                  <a:lnTo>
                    <a:pt x="2" y="3536"/>
                  </a:lnTo>
                  <a:lnTo>
                    <a:pt x="2" y="3536"/>
                  </a:lnTo>
                  <a:cubicBezTo>
                    <a:pt x="37" y="4090"/>
                    <a:pt x="166" y="5104"/>
                    <a:pt x="418" y="6365"/>
                  </a:cubicBezTo>
                  <a:cubicBezTo>
                    <a:pt x="772" y="8262"/>
                    <a:pt x="1318" y="10705"/>
                    <a:pt x="1800" y="12794"/>
                  </a:cubicBezTo>
                  <a:cubicBezTo>
                    <a:pt x="2025" y="13823"/>
                    <a:pt x="2250" y="14755"/>
                    <a:pt x="2443" y="15494"/>
                  </a:cubicBezTo>
                  <a:cubicBezTo>
                    <a:pt x="2636" y="16233"/>
                    <a:pt x="2764" y="16748"/>
                    <a:pt x="2829" y="16973"/>
                  </a:cubicBezTo>
                  <a:cubicBezTo>
                    <a:pt x="2957" y="17262"/>
                    <a:pt x="3150" y="17519"/>
                    <a:pt x="3375" y="17680"/>
                  </a:cubicBezTo>
                  <a:cubicBezTo>
                    <a:pt x="3729" y="17969"/>
                    <a:pt x="4147" y="18098"/>
                    <a:pt x="4532" y="18194"/>
                  </a:cubicBezTo>
                  <a:cubicBezTo>
                    <a:pt x="4725" y="18259"/>
                    <a:pt x="4886" y="18291"/>
                    <a:pt x="5015" y="18323"/>
                  </a:cubicBezTo>
                  <a:cubicBezTo>
                    <a:pt x="5143" y="18323"/>
                    <a:pt x="5272" y="18355"/>
                    <a:pt x="5304" y="18387"/>
                  </a:cubicBezTo>
                  <a:lnTo>
                    <a:pt x="5529" y="18387"/>
                  </a:lnTo>
                  <a:cubicBezTo>
                    <a:pt x="5722" y="18323"/>
                    <a:pt x="6075" y="18226"/>
                    <a:pt x="6557" y="18066"/>
                  </a:cubicBezTo>
                  <a:cubicBezTo>
                    <a:pt x="9694" y="16990"/>
                    <a:pt x="18272" y="13666"/>
                    <a:pt x="19495" y="13202"/>
                  </a:cubicBezTo>
                  <a:lnTo>
                    <a:pt x="19495" y="13202"/>
                  </a:lnTo>
                  <a:cubicBezTo>
                    <a:pt x="19638" y="13299"/>
                    <a:pt x="19959" y="13512"/>
                    <a:pt x="20315" y="13726"/>
                  </a:cubicBezTo>
                  <a:cubicBezTo>
                    <a:pt x="20572" y="13855"/>
                    <a:pt x="20830" y="14015"/>
                    <a:pt x="21087" y="14112"/>
                  </a:cubicBezTo>
                  <a:cubicBezTo>
                    <a:pt x="21344" y="14241"/>
                    <a:pt x="21601" y="14305"/>
                    <a:pt x="21826" y="14305"/>
                  </a:cubicBezTo>
                  <a:cubicBezTo>
                    <a:pt x="22344" y="14305"/>
                    <a:pt x="23692" y="14282"/>
                    <a:pt x="24091" y="14275"/>
                  </a:cubicBezTo>
                  <a:lnTo>
                    <a:pt x="24091" y="14275"/>
                  </a:lnTo>
                  <a:cubicBezTo>
                    <a:pt x="24166" y="14395"/>
                    <a:pt x="24282" y="14581"/>
                    <a:pt x="24398" y="14755"/>
                  </a:cubicBezTo>
                  <a:cubicBezTo>
                    <a:pt x="24526" y="14916"/>
                    <a:pt x="24623" y="15044"/>
                    <a:pt x="24751" y="15173"/>
                  </a:cubicBezTo>
                  <a:cubicBezTo>
                    <a:pt x="24783" y="15237"/>
                    <a:pt x="24848" y="15301"/>
                    <a:pt x="24912" y="15333"/>
                  </a:cubicBezTo>
                  <a:cubicBezTo>
                    <a:pt x="24944" y="15366"/>
                    <a:pt x="25008" y="15430"/>
                    <a:pt x="25137" y="15430"/>
                  </a:cubicBezTo>
                  <a:cubicBezTo>
                    <a:pt x="25201" y="15430"/>
                    <a:pt x="25266" y="15398"/>
                    <a:pt x="25330" y="15366"/>
                  </a:cubicBezTo>
                  <a:cubicBezTo>
                    <a:pt x="25426" y="15269"/>
                    <a:pt x="25426" y="15205"/>
                    <a:pt x="25458" y="15141"/>
                  </a:cubicBezTo>
                  <a:cubicBezTo>
                    <a:pt x="25458" y="15076"/>
                    <a:pt x="25491" y="14980"/>
                    <a:pt x="25491" y="14916"/>
                  </a:cubicBezTo>
                  <a:cubicBezTo>
                    <a:pt x="25491" y="14691"/>
                    <a:pt x="25426" y="14433"/>
                    <a:pt x="25394" y="14208"/>
                  </a:cubicBezTo>
                  <a:cubicBezTo>
                    <a:pt x="25330" y="13951"/>
                    <a:pt x="25233" y="13598"/>
                    <a:pt x="25137" y="13276"/>
                  </a:cubicBezTo>
                  <a:cubicBezTo>
                    <a:pt x="25008" y="12955"/>
                    <a:pt x="24912" y="12698"/>
                    <a:pt x="24912" y="12698"/>
                  </a:cubicBezTo>
                  <a:lnTo>
                    <a:pt x="24912" y="12633"/>
                  </a:lnTo>
                  <a:lnTo>
                    <a:pt x="24848" y="12601"/>
                  </a:lnTo>
                  <a:cubicBezTo>
                    <a:pt x="24848" y="12601"/>
                    <a:pt x="24365" y="12312"/>
                    <a:pt x="23755" y="11990"/>
                  </a:cubicBezTo>
                  <a:cubicBezTo>
                    <a:pt x="23144" y="11669"/>
                    <a:pt x="22437" y="11347"/>
                    <a:pt x="21923" y="11219"/>
                  </a:cubicBezTo>
                  <a:cubicBezTo>
                    <a:pt x="21183" y="11090"/>
                    <a:pt x="20412" y="10833"/>
                    <a:pt x="19769" y="10833"/>
                  </a:cubicBezTo>
                  <a:cubicBezTo>
                    <a:pt x="19640" y="10833"/>
                    <a:pt x="19512" y="10833"/>
                    <a:pt x="19383" y="10865"/>
                  </a:cubicBezTo>
                  <a:cubicBezTo>
                    <a:pt x="19319" y="10865"/>
                    <a:pt x="19094" y="10930"/>
                    <a:pt x="18740" y="10994"/>
                  </a:cubicBezTo>
                  <a:cubicBezTo>
                    <a:pt x="17487" y="11219"/>
                    <a:pt x="14722" y="11669"/>
                    <a:pt x="12279" y="12055"/>
                  </a:cubicBezTo>
                  <a:cubicBezTo>
                    <a:pt x="11026" y="12248"/>
                    <a:pt x="9901" y="12440"/>
                    <a:pt x="9065" y="12569"/>
                  </a:cubicBezTo>
                  <a:cubicBezTo>
                    <a:pt x="8565" y="12662"/>
                    <a:pt x="8182" y="12722"/>
                    <a:pt x="7948" y="12757"/>
                  </a:cubicBezTo>
                  <a:lnTo>
                    <a:pt x="7948" y="12757"/>
                  </a:lnTo>
                  <a:cubicBezTo>
                    <a:pt x="7976" y="11808"/>
                    <a:pt x="8068" y="8483"/>
                    <a:pt x="8068" y="6108"/>
                  </a:cubicBezTo>
                  <a:cubicBezTo>
                    <a:pt x="8068" y="5111"/>
                    <a:pt x="8036" y="4308"/>
                    <a:pt x="8004" y="3890"/>
                  </a:cubicBezTo>
                  <a:cubicBezTo>
                    <a:pt x="7908" y="3054"/>
                    <a:pt x="7683" y="2218"/>
                    <a:pt x="7329" y="1543"/>
                  </a:cubicBezTo>
                  <a:cubicBezTo>
                    <a:pt x="6975" y="868"/>
                    <a:pt x="6429" y="322"/>
                    <a:pt x="5722" y="161"/>
                  </a:cubicBezTo>
                  <a:lnTo>
                    <a:pt x="5625" y="579"/>
                  </a:lnTo>
                  <a:cubicBezTo>
                    <a:pt x="6172" y="708"/>
                    <a:pt x="6622" y="1126"/>
                    <a:pt x="6943" y="1736"/>
                  </a:cubicBezTo>
                  <a:cubicBezTo>
                    <a:pt x="7297" y="2347"/>
                    <a:pt x="7490" y="3151"/>
                    <a:pt x="7586" y="3922"/>
                  </a:cubicBezTo>
                  <a:cubicBezTo>
                    <a:pt x="7618" y="4308"/>
                    <a:pt x="7650" y="5144"/>
                    <a:pt x="7650" y="6108"/>
                  </a:cubicBezTo>
                  <a:cubicBezTo>
                    <a:pt x="7650" y="7490"/>
                    <a:pt x="7618" y="9226"/>
                    <a:pt x="7554" y="10608"/>
                  </a:cubicBezTo>
                  <a:cubicBezTo>
                    <a:pt x="7522" y="11958"/>
                    <a:pt x="7490" y="12987"/>
                    <a:pt x="7490" y="13019"/>
                  </a:cubicBezTo>
                  <a:lnTo>
                    <a:pt x="7490" y="13276"/>
                  </a:lnTo>
                  <a:lnTo>
                    <a:pt x="7747" y="13212"/>
                  </a:lnTo>
                  <a:cubicBezTo>
                    <a:pt x="7747" y="13212"/>
                    <a:pt x="10543" y="12762"/>
                    <a:pt x="13404" y="12312"/>
                  </a:cubicBezTo>
                  <a:cubicBezTo>
                    <a:pt x="14819" y="12087"/>
                    <a:pt x="16265" y="11830"/>
                    <a:pt x="17390" y="11637"/>
                  </a:cubicBezTo>
                  <a:cubicBezTo>
                    <a:pt x="17969" y="11540"/>
                    <a:pt x="18451" y="11476"/>
                    <a:pt x="18805" y="11412"/>
                  </a:cubicBezTo>
                  <a:cubicBezTo>
                    <a:pt x="19158" y="11347"/>
                    <a:pt x="19383" y="11315"/>
                    <a:pt x="19480" y="11283"/>
                  </a:cubicBezTo>
                  <a:cubicBezTo>
                    <a:pt x="19576" y="11251"/>
                    <a:pt x="19672" y="11251"/>
                    <a:pt x="19769" y="11251"/>
                  </a:cubicBezTo>
                  <a:cubicBezTo>
                    <a:pt x="20283" y="11251"/>
                    <a:pt x="21087" y="11476"/>
                    <a:pt x="21858" y="11637"/>
                  </a:cubicBezTo>
                  <a:cubicBezTo>
                    <a:pt x="22276" y="11733"/>
                    <a:pt x="22983" y="12055"/>
                    <a:pt x="23562" y="12376"/>
                  </a:cubicBezTo>
                  <a:cubicBezTo>
                    <a:pt x="23851" y="12505"/>
                    <a:pt x="24108" y="12665"/>
                    <a:pt x="24301" y="12762"/>
                  </a:cubicBezTo>
                  <a:cubicBezTo>
                    <a:pt x="24405" y="12831"/>
                    <a:pt x="24490" y="12882"/>
                    <a:pt x="24547" y="12914"/>
                  </a:cubicBezTo>
                  <a:lnTo>
                    <a:pt x="24547" y="12914"/>
                  </a:lnTo>
                  <a:cubicBezTo>
                    <a:pt x="24580" y="13004"/>
                    <a:pt x="24650" y="13196"/>
                    <a:pt x="24719" y="13405"/>
                  </a:cubicBezTo>
                  <a:cubicBezTo>
                    <a:pt x="24816" y="13726"/>
                    <a:pt x="24944" y="14080"/>
                    <a:pt x="24976" y="14273"/>
                  </a:cubicBezTo>
                  <a:cubicBezTo>
                    <a:pt x="25006" y="14479"/>
                    <a:pt x="25035" y="14712"/>
                    <a:pt x="25040" y="14873"/>
                  </a:cubicBezTo>
                  <a:lnTo>
                    <a:pt x="25040" y="14873"/>
                  </a:lnTo>
                  <a:cubicBezTo>
                    <a:pt x="25010" y="14838"/>
                    <a:pt x="24977" y="14799"/>
                    <a:pt x="24944" y="14755"/>
                  </a:cubicBezTo>
                  <a:cubicBezTo>
                    <a:pt x="24816" y="14594"/>
                    <a:pt x="24687" y="14401"/>
                    <a:pt x="24558" y="14241"/>
                  </a:cubicBezTo>
                  <a:cubicBezTo>
                    <a:pt x="24462" y="14048"/>
                    <a:pt x="24365" y="13919"/>
                    <a:pt x="24365" y="13919"/>
                  </a:cubicBezTo>
                  <a:lnTo>
                    <a:pt x="24301" y="13823"/>
                  </a:lnTo>
                  <a:lnTo>
                    <a:pt x="24205" y="13823"/>
                  </a:lnTo>
                  <a:cubicBezTo>
                    <a:pt x="24205" y="13823"/>
                    <a:pt x="22485" y="13885"/>
                    <a:pt x="21821" y="13887"/>
                  </a:cubicBezTo>
                  <a:lnTo>
                    <a:pt x="21821" y="13887"/>
                  </a:lnTo>
                  <a:cubicBezTo>
                    <a:pt x="21692" y="13885"/>
                    <a:pt x="21502" y="13821"/>
                    <a:pt x="21280" y="13726"/>
                  </a:cubicBezTo>
                  <a:cubicBezTo>
                    <a:pt x="20926" y="13565"/>
                    <a:pt x="20508" y="13340"/>
                    <a:pt x="20219" y="13148"/>
                  </a:cubicBezTo>
                  <a:cubicBezTo>
                    <a:pt x="20058" y="13051"/>
                    <a:pt x="19930" y="12955"/>
                    <a:pt x="19833" y="12890"/>
                  </a:cubicBezTo>
                  <a:cubicBezTo>
                    <a:pt x="19737" y="12826"/>
                    <a:pt x="19672" y="12794"/>
                    <a:pt x="19672" y="12794"/>
                  </a:cubicBezTo>
                  <a:lnTo>
                    <a:pt x="19576" y="12730"/>
                  </a:lnTo>
                  <a:lnTo>
                    <a:pt x="19480" y="12762"/>
                  </a:lnTo>
                  <a:cubicBezTo>
                    <a:pt x="19480" y="12762"/>
                    <a:pt x="18644" y="13083"/>
                    <a:pt x="17358" y="13565"/>
                  </a:cubicBezTo>
                  <a:cubicBezTo>
                    <a:pt x="15429" y="14305"/>
                    <a:pt x="12568" y="15398"/>
                    <a:pt x="10093" y="16330"/>
                  </a:cubicBezTo>
                  <a:cubicBezTo>
                    <a:pt x="8872" y="16780"/>
                    <a:pt x="7715" y="17198"/>
                    <a:pt x="6879" y="17487"/>
                  </a:cubicBezTo>
                  <a:cubicBezTo>
                    <a:pt x="6461" y="17648"/>
                    <a:pt x="6107" y="17776"/>
                    <a:pt x="5850" y="17841"/>
                  </a:cubicBezTo>
                  <a:cubicBezTo>
                    <a:pt x="5690" y="17873"/>
                    <a:pt x="5593" y="17905"/>
                    <a:pt x="5529" y="17937"/>
                  </a:cubicBezTo>
                  <a:lnTo>
                    <a:pt x="5446" y="17965"/>
                  </a:lnTo>
                  <a:lnTo>
                    <a:pt x="5446" y="17965"/>
                  </a:lnTo>
                  <a:cubicBezTo>
                    <a:pt x="5321" y="17934"/>
                    <a:pt x="5165" y="17903"/>
                    <a:pt x="4950" y="17873"/>
                  </a:cubicBezTo>
                  <a:cubicBezTo>
                    <a:pt x="4661" y="17809"/>
                    <a:pt x="4275" y="17712"/>
                    <a:pt x="3954" y="17551"/>
                  </a:cubicBezTo>
                  <a:cubicBezTo>
                    <a:pt x="3600" y="17359"/>
                    <a:pt x="3343" y="17134"/>
                    <a:pt x="3247" y="16812"/>
                  </a:cubicBezTo>
                  <a:cubicBezTo>
                    <a:pt x="3150" y="16587"/>
                    <a:pt x="2925" y="15751"/>
                    <a:pt x="2636" y="14594"/>
                  </a:cubicBezTo>
                  <a:cubicBezTo>
                    <a:pt x="2218" y="12890"/>
                    <a:pt x="1672" y="10480"/>
                    <a:pt x="1254" y="8326"/>
                  </a:cubicBezTo>
                  <a:cubicBezTo>
                    <a:pt x="804" y="6172"/>
                    <a:pt x="450" y="4244"/>
                    <a:pt x="418" y="3504"/>
                  </a:cubicBezTo>
                  <a:lnTo>
                    <a:pt x="418" y="3440"/>
                  </a:lnTo>
                  <a:cubicBezTo>
                    <a:pt x="418" y="2508"/>
                    <a:pt x="836" y="1736"/>
                    <a:pt x="1222" y="1190"/>
                  </a:cubicBezTo>
                  <a:cubicBezTo>
                    <a:pt x="1414" y="933"/>
                    <a:pt x="1639" y="708"/>
                    <a:pt x="1768" y="579"/>
                  </a:cubicBezTo>
                  <a:cubicBezTo>
                    <a:pt x="1864" y="483"/>
                    <a:pt x="1929" y="451"/>
                    <a:pt x="1961" y="418"/>
                  </a:cubicBezTo>
                  <a:lnTo>
                    <a:pt x="1993" y="354"/>
                  </a:lnTo>
                  <a:lnTo>
                    <a:pt x="2025" y="354"/>
                  </a:lnTo>
                  <a:lnTo>
                    <a:pt x="1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3" name="Google Shape;2273;p37"/>
            <p:cNvSpPr/>
            <p:nvPr/>
          </p:nvSpPr>
          <p:spPr>
            <a:xfrm>
              <a:off x="4853050" y="3111825"/>
              <a:ext cx="245950" cy="480600"/>
            </a:xfrm>
            <a:custGeom>
              <a:rect b="b" l="l" r="r" t="t"/>
              <a:pathLst>
                <a:path extrusionOk="0" h="19224" w="9838">
                  <a:moveTo>
                    <a:pt x="1962" y="1"/>
                  </a:moveTo>
                  <a:cubicBezTo>
                    <a:pt x="1962" y="1"/>
                    <a:pt x="1480" y="354"/>
                    <a:pt x="965" y="965"/>
                  </a:cubicBezTo>
                  <a:cubicBezTo>
                    <a:pt x="483" y="1576"/>
                    <a:pt x="1" y="2508"/>
                    <a:pt x="1" y="3633"/>
                  </a:cubicBezTo>
                  <a:cubicBezTo>
                    <a:pt x="1" y="4758"/>
                    <a:pt x="322" y="6944"/>
                    <a:pt x="644" y="9098"/>
                  </a:cubicBezTo>
                  <a:cubicBezTo>
                    <a:pt x="965" y="11251"/>
                    <a:pt x="1287" y="13405"/>
                    <a:pt x="1287" y="14369"/>
                  </a:cubicBezTo>
                  <a:cubicBezTo>
                    <a:pt x="1287" y="15430"/>
                    <a:pt x="1544" y="16587"/>
                    <a:pt x="1994" y="17552"/>
                  </a:cubicBezTo>
                  <a:cubicBezTo>
                    <a:pt x="2187" y="18002"/>
                    <a:pt x="2444" y="18420"/>
                    <a:pt x="2765" y="18709"/>
                  </a:cubicBezTo>
                  <a:cubicBezTo>
                    <a:pt x="3055" y="19030"/>
                    <a:pt x="3440" y="19223"/>
                    <a:pt x="3826" y="19223"/>
                  </a:cubicBezTo>
                  <a:cubicBezTo>
                    <a:pt x="4180" y="19223"/>
                    <a:pt x="4726" y="19127"/>
                    <a:pt x="5337" y="18966"/>
                  </a:cubicBezTo>
                  <a:cubicBezTo>
                    <a:pt x="7233" y="18516"/>
                    <a:pt x="9837" y="17616"/>
                    <a:pt x="9837" y="17616"/>
                  </a:cubicBezTo>
                  <a:lnTo>
                    <a:pt x="9709" y="17198"/>
                  </a:lnTo>
                  <a:cubicBezTo>
                    <a:pt x="9709" y="17198"/>
                    <a:pt x="9419" y="17294"/>
                    <a:pt x="8969" y="17455"/>
                  </a:cubicBezTo>
                  <a:cubicBezTo>
                    <a:pt x="8262" y="17680"/>
                    <a:pt x="7233" y="18002"/>
                    <a:pt x="6205" y="18291"/>
                  </a:cubicBezTo>
                  <a:cubicBezTo>
                    <a:pt x="5208" y="18580"/>
                    <a:pt x="4244" y="18805"/>
                    <a:pt x="3826" y="18805"/>
                  </a:cubicBezTo>
                  <a:cubicBezTo>
                    <a:pt x="3569" y="18805"/>
                    <a:pt x="3312" y="18677"/>
                    <a:pt x="3055" y="18420"/>
                  </a:cubicBezTo>
                  <a:cubicBezTo>
                    <a:pt x="2669" y="18034"/>
                    <a:pt x="2347" y="17391"/>
                    <a:pt x="2090" y="16652"/>
                  </a:cubicBezTo>
                  <a:cubicBezTo>
                    <a:pt x="1865" y="15912"/>
                    <a:pt x="1705" y="15109"/>
                    <a:pt x="1705" y="14369"/>
                  </a:cubicBezTo>
                  <a:cubicBezTo>
                    <a:pt x="1705" y="13309"/>
                    <a:pt x="1383" y="11187"/>
                    <a:pt x="1062" y="9033"/>
                  </a:cubicBezTo>
                  <a:cubicBezTo>
                    <a:pt x="740" y="6880"/>
                    <a:pt x="419" y="4694"/>
                    <a:pt x="419" y="3633"/>
                  </a:cubicBezTo>
                  <a:cubicBezTo>
                    <a:pt x="419" y="2637"/>
                    <a:pt x="869" y="1801"/>
                    <a:pt x="1319" y="1222"/>
                  </a:cubicBezTo>
                  <a:cubicBezTo>
                    <a:pt x="1544" y="933"/>
                    <a:pt x="1769" y="708"/>
                    <a:pt x="1930" y="579"/>
                  </a:cubicBezTo>
                  <a:cubicBezTo>
                    <a:pt x="2026" y="483"/>
                    <a:pt x="2090" y="419"/>
                    <a:pt x="2122" y="386"/>
                  </a:cubicBezTo>
                  <a:lnTo>
                    <a:pt x="2187" y="354"/>
                  </a:lnTo>
                  <a:lnTo>
                    <a:pt x="2219" y="354"/>
                  </a:lnTo>
                  <a:lnTo>
                    <a:pt x="196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4" name="Google Shape;2274;p37"/>
            <p:cNvSpPr/>
            <p:nvPr/>
          </p:nvSpPr>
          <p:spPr>
            <a:xfrm>
              <a:off x="5006550" y="3155225"/>
              <a:ext cx="124575" cy="303800"/>
            </a:xfrm>
            <a:custGeom>
              <a:rect b="b" l="l" r="r" t="t"/>
              <a:pathLst>
                <a:path extrusionOk="0" h="12152" w="4983">
                  <a:moveTo>
                    <a:pt x="290" y="1"/>
                  </a:moveTo>
                  <a:lnTo>
                    <a:pt x="0" y="322"/>
                  </a:lnTo>
                  <a:cubicBezTo>
                    <a:pt x="33" y="354"/>
                    <a:pt x="1126" y="1383"/>
                    <a:pt x="1126" y="3954"/>
                  </a:cubicBezTo>
                  <a:cubicBezTo>
                    <a:pt x="1126" y="4211"/>
                    <a:pt x="1126" y="4501"/>
                    <a:pt x="1093" y="4790"/>
                  </a:cubicBezTo>
                  <a:cubicBezTo>
                    <a:pt x="1061" y="5208"/>
                    <a:pt x="1061" y="5851"/>
                    <a:pt x="1061" y="6590"/>
                  </a:cubicBezTo>
                  <a:cubicBezTo>
                    <a:pt x="1061" y="8840"/>
                    <a:pt x="1158" y="11894"/>
                    <a:pt x="1158" y="11894"/>
                  </a:cubicBezTo>
                  <a:lnTo>
                    <a:pt x="1190" y="12151"/>
                  </a:lnTo>
                  <a:lnTo>
                    <a:pt x="4983" y="11251"/>
                  </a:lnTo>
                  <a:lnTo>
                    <a:pt x="4886" y="10833"/>
                  </a:lnTo>
                  <a:lnTo>
                    <a:pt x="1597" y="11604"/>
                  </a:lnTo>
                  <a:lnTo>
                    <a:pt x="1597" y="11604"/>
                  </a:lnTo>
                  <a:cubicBezTo>
                    <a:pt x="1585" y="11290"/>
                    <a:pt x="1564" y="10742"/>
                    <a:pt x="1543" y="10062"/>
                  </a:cubicBezTo>
                  <a:cubicBezTo>
                    <a:pt x="1511" y="9033"/>
                    <a:pt x="1479" y="7715"/>
                    <a:pt x="1479" y="6590"/>
                  </a:cubicBezTo>
                  <a:cubicBezTo>
                    <a:pt x="1479" y="5851"/>
                    <a:pt x="1479" y="5208"/>
                    <a:pt x="1511" y="4822"/>
                  </a:cubicBezTo>
                  <a:cubicBezTo>
                    <a:pt x="1543" y="4533"/>
                    <a:pt x="1543" y="4211"/>
                    <a:pt x="1543" y="3954"/>
                  </a:cubicBezTo>
                  <a:cubicBezTo>
                    <a:pt x="1543" y="1190"/>
                    <a:pt x="322" y="33"/>
                    <a:pt x="29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5" name="Google Shape;2275;p37"/>
            <p:cNvSpPr/>
            <p:nvPr/>
          </p:nvSpPr>
          <p:spPr>
            <a:xfrm>
              <a:off x="5276575" y="3402800"/>
              <a:ext cx="204925" cy="104425"/>
            </a:xfrm>
            <a:custGeom>
              <a:rect b="b" l="l" r="r" t="t"/>
              <a:pathLst>
                <a:path extrusionOk="0" h="4177" w="8197">
                  <a:moveTo>
                    <a:pt x="2607" y="1"/>
                  </a:moveTo>
                  <a:cubicBezTo>
                    <a:pt x="2500" y="1"/>
                    <a:pt x="2401" y="10"/>
                    <a:pt x="2314" y="30"/>
                  </a:cubicBezTo>
                  <a:cubicBezTo>
                    <a:pt x="2154" y="94"/>
                    <a:pt x="1254" y="255"/>
                    <a:pt x="0" y="448"/>
                  </a:cubicBezTo>
                  <a:lnTo>
                    <a:pt x="482" y="2666"/>
                  </a:lnTo>
                  <a:cubicBezTo>
                    <a:pt x="1672" y="2216"/>
                    <a:pt x="2411" y="1927"/>
                    <a:pt x="2411" y="1927"/>
                  </a:cubicBezTo>
                  <a:cubicBezTo>
                    <a:pt x="2411" y="1927"/>
                    <a:pt x="4050" y="3084"/>
                    <a:pt x="4693" y="3084"/>
                  </a:cubicBezTo>
                  <a:cubicBezTo>
                    <a:pt x="5304" y="3052"/>
                    <a:pt x="7072" y="3020"/>
                    <a:pt x="7072" y="3020"/>
                  </a:cubicBezTo>
                  <a:cubicBezTo>
                    <a:pt x="7072" y="3020"/>
                    <a:pt x="7779" y="4177"/>
                    <a:pt x="8004" y="4177"/>
                  </a:cubicBezTo>
                  <a:cubicBezTo>
                    <a:pt x="8197" y="4177"/>
                    <a:pt x="8133" y="3630"/>
                    <a:pt x="8036" y="3213"/>
                  </a:cubicBezTo>
                  <a:cubicBezTo>
                    <a:pt x="7972" y="2795"/>
                    <a:pt x="7586" y="1734"/>
                    <a:pt x="7586" y="1734"/>
                  </a:cubicBezTo>
                  <a:cubicBezTo>
                    <a:pt x="7586" y="1734"/>
                    <a:pt x="5690" y="609"/>
                    <a:pt x="4757" y="416"/>
                  </a:cubicBezTo>
                  <a:cubicBezTo>
                    <a:pt x="4001" y="254"/>
                    <a:pt x="3176" y="1"/>
                    <a:pt x="260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6" name="Google Shape;2276;p37"/>
            <p:cNvSpPr/>
            <p:nvPr/>
          </p:nvSpPr>
          <p:spPr>
            <a:xfrm>
              <a:off x="5270125" y="3397925"/>
              <a:ext cx="215400" cy="114925"/>
            </a:xfrm>
            <a:custGeom>
              <a:rect b="b" l="l" r="r" t="t"/>
              <a:pathLst>
                <a:path extrusionOk="0" h="4597" w="8616">
                  <a:moveTo>
                    <a:pt x="2894" y="418"/>
                  </a:moveTo>
                  <a:cubicBezTo>
                    <a:pt x="3408" y="418"/>
                    <a:pt x="4212" y="643"/>
                    <a:pt x="4983" y="804"/>
                  </a:cubicBezTo>
                  <a:cubicBezTo>
                    <a:pt x="5401" y="900"/>
                    <a:pt x="6108" y="1222"/>
                    <a:pt x="6687" y="1543"/>
                  </a:cubicBezTo>
                  <a:cubicBezTo>
                    <a:pt x="6976" y="1672"/>
                    <a:pt x="7233" y="1832"/>
                    <a:pt x="7426" y="1929"/>
                  </a:cubicBezTo>
                  <a:cubicBezTo>
                    <a:pt x="7530" y="1998"/>
                    <a:pt x="7615" y="2049"/>
                    <a:pt x="7672" y="2081"/>
                  </a:cubicBezTo>
                  <a:lnTo>
                    <a:pt x="7672" y="2081"/>
                  </a:lnTo>
                  <a:cubicBezTo>
                    <a:pt x="7705" y="2171"/>
                    <a:pt x="7775" y="2363"/>
                    <a:pt x="7844" y="2572"/>
                  </a:cubicBezTo>
                  <a:cubicBezTo>
                    <a:pt x="7941" y="2893"/>
                    <a:pt x="8069" y="3247"/>
                    <a:pt x="8101" y="3440"/>
                  </a:cubicBezTo>
                  <a:cubicBezTo>
                    <a:pt x="8131" y="3646"/>
                    <a:pt x="8160" y="3879"/>
                    <a:pt x="8165" y="4040"/>
                  </a:cubicBezTo>
                  <a:lnTo>
                    <a:pt x="8165" y="4040"/>
                  </a:lnTo>
                  <a:cubicBezTo>
                    <a:pt x="8135" y="4005"/>
                    <a:pt x="8102" y="3966"/>
                    <a:pt x="8069" y="3922"/>
                  </a:cubicBezTo>
                  <a:cubicBezTo>
                    <a:pt x="7941" y="3761"/>
                    <a:pt x="7812" y="3568"/>
                    <a:pt x="7683" y="3408"/>
                  </a:cubicBezTo>
                  <a:cubicBezTo>
                    <a:pt x="7587" y="3215"/>
                    <a:pt x="7490" y="3086"/>
                    <a:pt x="7490" y="3086"/>
                  </a:cubicBezTo>
                  <a:lnTo>
                    <a:pt x="7426" y="2990"/>
                  </a:lnTo>
                  <a:lnTo>
                    <a:pt x="7330" y="2990"/>
                  </a:lnTo>
                  <a:cubicBezTo>
                    <a:pt x="7330" y="2990"/>
                    <a:pt x="5610" y="3052"/>
                    <a:pt x="4946" y="3054"/>
                  </a:cubicBezTo>
                  <a:lnTo>
                    <a:pt x="4946" y="3054"/>
                  </a:lnTo>
                  <a:cubicBezTo>
                    <a:pt x="4817" y="3052"/>
                    <a:pt x="4627" y="2988"/>
                    <a:pt x="4405" y="2893"/>
                  </a:cubicBezTo>
                  <a:cubicBezTo>
                    <a:pt x="4051" y="2732"/>
                    <a:pt x="3633" y="2507"/>
                    <a:pt x="3344" y="2315"/>
                  </a:cubicBezTo>
                  <a:cubicBezTo>
                    <a:pt x="3183" y="2218"/>
                    <a:pt x="3055" y="2122"/>
                    <a:pt x="2958" y="2057"/>
                  </a:cubicBezTo>
                  <a:cubicBezTo>
                    <a:pt x="2862" y="1993"/>
                    <a:pt x="2797" y="1961"/>
                    <a:pt x="2797" y="1961"/>
                  </a:cubicBezTo>
                  <a:lnTo>
                    <a:pt x="2701" y="1897"/>
                  </a:lnTo>
                  <a:lnTo>
                    <a:pt x="2605" y="1929"/>
                  </a:lnTo>
                  <a:cubicBezTo>
                    <a:pt x="2605" y="1929"/>
                    <a:pt x="1936" y="2180"/>
                    <a:pt x="910" y="2577"/>
                  </a:cubicBezTo>
                  <a:lnTo>
                    <a:pt x="910" y="2577"/>
                  </a:lnTo>
                  <a:lnTo>
                    <a:pt x="529" y="821"/>
                  </a:lnTo>
                  <a:lnTo>
                    <a:pt x="529" y="821"/>
                  </a:lnTo>
                  <a:cubicBezTo>
                    <a:pt x="1062" y="716"/>
                    <a:pt x="1500" y="635"/>
                    <a:pt x="1865" y="579"/>
                  </a:cubicBezTo>
                  <a:cubicBezTo>
                    <a:pt x="2251" y="514"/>
                    <a:pt x="2508" y="482"/>
                    <a:pt x="2605" y="450"/>
                  </a:cubicBezTo>
                  <a:cubicBezTo>
                    <a:pt x="2701" y="418"/>
                    <a:pt x="2797" y="418"/>
                    <a:pt x="2894" y="418"/>
                  </a:cubicBezTo>
                  <a:close/>
                  <a:moveTo>
                    <a:pt x="2894" y="0"/>
                  </a:moveTo>
                  <a:cubicBezTo>
                    <a:pt x="2765" y="0"/>
                    <a:pt x="2637" y="0"/>
                    <a:pt x="2508" y="32"/>
                  </a:cubicBezTo>
                  <a:cubicBezTo>
                    <a:pt x="2444" y="32"/>
                    <a:pt x="2187" y="97"/>
                    <a:pt x="1801" y="161"/>
                  </a:cubicBezTo>
                  <a:cubicBezTo>
                    <a:pt x="1383" y="225"/>
                    <a:pt x="837" y="322"/>
                    <a:pt x="226" y="418"/>
                  </a:cubicBezTo>
                  <a:lnTo>
                    <a:pt x="1" y="482"/>
                  </a:lnTo>
                  <a:lnTo>
                    <a:pt x="612" y="3150"/>
                  </a:lnTo>
                  <a:lnTo>
                    <a:pt x="837" y="3054"/>
                  </a:lnTo>
                  <a:cubicBezTo>
                    <a:pt x="1707" y="2715"/>
                    <a:pt x="2341" y="2468"/>
                    <a:pt x="2615" y="2366"/>
                  </a:cubicBezTo>
                  <a:lnTo>
                    <a:pt x="2615" y="2366"/>
                  </a:lnTo>
                  <a:cubicBezTo>
                    <a:pt x="2757" y="2462"/>
                    <a:pt x="3081" y="2677"/>
                    <a:pt x="3440" y="2893"/>
                  </a:cubicBezTo>
                  <a:cubicBezTo>
                    <a:pt x="3697" y="3022"/>
                    <a:pt x="3955" y="3182"/>
                    <a:pt x="4212" y="3279"/>
                  </a:cubicBezTo>
                  <a:cubicBezTo>
                    <a:pt x="4469" y="3408"/>
                    <a:pt x="4726" y="3472"/>
                    <a:pt x="4951" y="3472"/>
                  </a:cubicBezTo>
                  <a:cubicBezTo>
                    <a:pt x="5469" y="3472"/>
                    <a:pt x="6817" y="3449"/>
                    <a:pt x="7216" y="3442"/>
                  </a:cubicBezTo>
                  <a:lnTo>
                    <a:pt x="7216" y="3442"/>
                  </a:lnTo>
                  <a:cubicBezTo>
                    <a:pt x="7291" y="3562"/>
                    <a:pt x="7407" y="3748"/>
                    <a:pt x="7523" y="3922"/>
                  </a:cubicBezTo>
                  <a:cubicBezTo>
                    <a:pt x="7651" y="4083"/>
                    <a:pt x="7748" y="4211"/>
                    <a:pt x="7876" y="4340"/>
                  </a:cubicBezTo>
                  <a:cubicBezTo>
                    <a:pt x="7908" y="4404"/>
                    <a:pt x="7973" y="4468"/>
                    <a:pt x="8037" y="4500"/>
                  </a:cubicBezTo>
                  <a:cubicBezTo>
                    <a:pt x="8069" y="4533"/>
                    <a:pt x="8133" y="4597"/>
                    <a:pt x="8262" y="4597"/>
                  </a:cubicBezTo>
                  <a:cubicBezTo>
                    <a:pt x="8326" y="4597"/>
                    <a:pt x="8391" y="4565"/>
                    <a:pt x="8455" y="4533"/>
                  </a:cubicBezTo>
                  <a:cubicBezTo>
                    <a:pt x="8551" y="4436"/>
                    <a:pt x="8551" y="4372"/>
                    <a:pt x="8583" y="4308"/>
                  </a:cubicBezTo>
                  <a:cubicBezTo>
                    <a:pt x="8583" y="4243"/>
                    <a:pt x="8616" y="4147"/>
                    <a:pt x="8616" y="4083"/>
                  </a:cubicBezTo>
                  <a:cubicBezTo>
                    <a:pt x="8616" y="3858"/>
                    <a:pt x="8551" y="3600"/>
                    <a:pt x="8519" y="3375"/>
                  </a:cubicBezTo>
                  <a:cubicBezTo>
                    <a:pt x="8455" y="3118"/>
                    <a:pt x="8358" y="2765"/>
                    <a:pt x="8262" y="2443"/>
                  </a:cubicBezTo>
                  <a:cubicBezTo>
                    <a:pt x="8133" y="2122"/>
                    <a:pt x="8037" y="1865"/>
                    <a:pt x="8037" y="1865"/>
                  </a:cubicBezTo>
                  <a:lnTo>
                    <a:pt x="8037" y="1800"/>
                  </a:lnTo>
                  <a:lnTo>
                    <a:pt x="7973" y="1768"/>
                  </a:lnTo>
                  <a:cubicBezTo>
                    <a:pt x="7973" y="1768"/>
                    <a:pt x="7490" y="1479"/>
                    <a:pt x="6880" y="1157"/>
                  </a:cubicBezTo>
                  <a:cubicBezTo>
                    <a:pt x="6269" y="836"/>
                    <a:pt x="5562" y="514"/>
                    <a:pt x="5048" y="386"/>
                  </a:cubicBezTo>
                  <a:cubicBezTo>
                    <a:pt x="4308" y="257"/>
                    <a:pt x="3537" y="0"/>
                    <a:pt x="28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7" name="Google Shape;2277;p37"/>
            <p:cNvSpPr/>
            <p:nvPr/>
          </p:nvSpPr>
          <p:spPr>
            <a:xfrm>
              <a:off x="5526475" y="3239600"/>
              <a:ext cx="90850" cy="322275"/>
            </a:xfrm>
            <a:custGeom>
              <a:rect b="b" l="l" r="r" t="t"/>
              <a:pathLst>
                <a:path extrusionOk="0" h="12891" w="3634">
                  <a:moveTo>
                    <a:pt x="2894" y="1"/>
                  </a:moveTo>
                  <a:lnTo>
                    <a:pt x="1" y="12698"/>
                  </a:lnTo>
                  <a:lnTo>
                    <a:pt x="740" y="12891"/>
                  </a:lnTo>
                  <a:lnTo>
                    <a:pt x="3633" y="194"/>
                  </a:lnTo>
                  <a:lnTo>
                    <a:pt x="28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8" name="Google Shape;2278;p37"/>
            <p:cNvSpPr/>
            <p:nvPr/>
          </p:nvSpPr>
          <p:spPr>
            <a:xfrm>
              <a:off x="5520050" y="3233175"/>
              <a:ext cx="103700" cy="335125"/>
            </a:xfrm>
            <a:custGeom>
              <a:rect b="b" l="l" r="r" t="t"/>
              <a:pathLst>
                <a:path extrusionOk="0" h="13405" w="4148">
                  <a:moveTo>
                    <a:pt x="3312" y="515"/>
                  </a:moveTo>
                  <a:lnTo>
                    <a:pt x="3633" y="611"/>
                  </a:lnTo>
                  <a:lnTo>
                    <a:pt x="852" y="12873"/>
                  </a:lnTo>
                  <a:lnTo>
                    <a:pt x="852" y="12873"/>
                  </a:lnTo>
                  <a:lnTo>
                    <a:pt x="515" y="12794"/>
                  </a:lnTo>
                  <a:lnTo>
                    <a:pt x="3312" y="515"/>
                  </a:lnTo>
                  <a:close/>
                  <a:moveTo>
                    <a:pt x="2990" y="1"/>
                  </a:moveTo>
                  <a:lnTo>
                    <a:pt x="1" y="13116"/>
                  </a:lnTo>
                  <a:lnTo>
                    <a:pt x="1158" y="13405"/>
                  </a:lnTo>
                  <a:lnTo>
                    <a:pt x="1222" y="13180"/>
                  </a:lnTo>
                  <a:lnTo>
                    <a:pt x="4147" y="290"/>
                  </a:lnTo>
                  <a:lnTo>
                    <a:pt x="29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9" name="Google Shape;2279;p37"/>
            <p:cNvSpPr/>
            <p:nvPr/>
          </p:nvSpPr>
          <p:spPr>
            <a:xfrm>
              <a:off x="5156825" y="3548200"/>
              <a:ext cx="391375" cy="27350"/>
            </a:xfrm>
            <a:custGeom>
              <a:rect b="b" l="l" r="r" t="t"/>
              <a:pathLst>
                <a:path extrusionOk="0" h="1094" w="15655">
                  <a:moveTo>
                    <a:pt x="15623" y="0"/>
                  </a:moveTo>
                  <a:lnTo>
                    <a:pt x="0" y="322"/>
                  </a:lnTo>
                  <a:lnTo>
                    <a:pt x="33" y="1093"/>
                  </a:lnTo>
                  <a:lnTo>
                    <a:pt x="15655" y="772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0" name="Google Shape;2280;p37"/>
            <p:cNvSpPr/>
            <p:nvPr/>
          </p:nvSpPr>
          <p:spPr>
            <a:xfrm>
              <a:off x="5152000" y="3542575"/>
              <a:ext cx="401025" cy="38600"/>
            </a:xfrm>
            <a:custGeom>
              <a:rect b="b" l="l" r="r" t="t"/>
              <a:pathLst>
                <a:path extrusionOk="0" h="1544" w="16041">
                  <a:moveTo>
                    <a:pt x="15623" y="418"/>
                  </a:moveTo>
                  <a:lnTo>
                    <a:pt x="15623" y="776"/>
                  </a:lnTo>
                  <a:lnTo>
                    <a:pt x="15623" y="776"/>
                  </a:lnTo>
                  <a:lnTo>
                    <a:pt x="418" y="1125"/>
                  </a:lnTo>
                  <a:lnTo>
                    <a:pt x="418" y="772"/>
                  </a:lnTo>
                  <a:lnTo>
                    <a:pt x="15623" y="418"/>
                  </a:lnTo>
                  <a:close/>
                  <a:moveTo>
                    <a:pt x="16041" y="0"/>
                  </a:moveTo>
                  <a:lnTo>
                    <a:pt x="1" y="354"/>
                  </a:lnTo>
                  <a:lnTo>
                    <a:pt x="1" y="1543"/>
                  </a:lnTo>
                  <a:lnTo>
                    <a:pt x="16041" y="1190"/>
                  </a:lnTo>
                  <a:lnTo>
                    <a:pt x="16041" y="965"/>
                  </a:lnTo>
                  <a:lnTo>
                    <a:pt x="160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1" name="Google Shape;2281;p37"/>
            <p:cNvSpPr/>
            <p:nvPr/>
          </p:nvSpPr>
          <p:spPr>
            <a:xfrm>
              <a:off x="5553000" y="2925400"/>
              <a:ext cx="167175" cy="190475"/>
            </a:xfrm>
            <a:custGeom>
              <a:rect b="b" l="l" r="r" t="t"/>
              <a:pathLst>
                <a:path extrusionOk="0" h="7619" w="6687">
                  <a:moveTo>
                    <a:pt x="1" y="0"/>
                  </a:moveTo>
                  <a:lnTo>
                    <a:pt x="3344" y="7618"/>
                  </a:lnTo>
                  <a:lnTo>
                    <a:pt x="66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2" name="Google Shape;2282;p37"/>
            <p:cNvSpPr/>
            <p:nvPr/>
          </p:nvSpPr>
          <p:spPr>
            <a:xfrm>
              <a:off x="2940475" y="4391175"/>
              <a:ext cx="989275" cy="520775"/>
            </a:xfrm>
            <a:custGeom>
              <a:rect b="b" l="l" r="r" t="t"/>
              <a:pathLst>
                <a:path extrusionOk="0" h="20831" w="39571">
                  <a:moveTo>
                    <a:pt x="4565" y="1"/>
                  </a:moveTo>
                  <a:lnTo>
                    <a:pt x="4565" y="10094"/>
                  </a:lnTo>
                  <a:cubicBezTo>
                    <a:pt x="4565" y="13405"/>
                    <a:pt x="3440" y="16619"/>
                    <a:pt x="1350" y="19191"/>
                  </a:cubicBezTo>
                  <a:lnTo>
                    <a:pt x="0" y="20830"/>
                  </a:lnTo>
                  <a:lnTo>
                    <a:pt x="39570" y="20830"/>
                  </a:lnTo>
                  <a:lnTo>
                    <a:pt x="38220" y="19191"/>
                  </a:lnTo>
                  <a:cubicBezTo>
                    <a:pt x="36131" y="16619"/>
                    <a:pt x="35006" y="13405"/>
                    <a:pt x="35006" y="10094"/>
                  </a:cubicBezTo>
                  <a:lnTo>
                    <a:pt x="3500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3" name="Google Shape;2283;p37"/>
            <p:cNvSpPr/>
            <p:nvPr/>
          </p:nvSpPr>
          <p:spPr>
            <a:xfrm>
              <a:off x="3007975" y="4124375"/>
              <a:ext cx="854250" cy="429975"/>
            </a:xfrm>
            <a:custGeom>
              <a:rect b="b" l="l" r="r" t="t"/>
              <a:pathLst>
                <a:path extrusionOk="0" h="17199" w="34170">
                  <a:moveTo>
                    <a:pt x="1865" y="1"/>
                  </a:moveTo>
                  <a:lnTo>
                    <a:pt x="1865" y="8294"/>
                  </a:lnTo>
                  <a:lnTo>
                    <a:pt x="1865" y="10126"/>
                  </a:lnTo>
                  <a:cubicBezTo>
                    <a:pt x="1865" y="12601"/>
                    <a:pt x="1222" y="15044"/>
                    <a:pt x="0" y="17198"/>
                  </a:cubicBezTo>
                  <a:lnTo>
                    <a:pt x="34170" y="17198"/>
                  </a:lnTo>
                  <a:cubicBezTo>
                    <a:pt x="32948" y="15044"/>
                    <a:pt x="32306" y="12601"/>
                    <a:pt x="32306" y="10126"/>
                  </a:cubicBezTo>
                  <a:lnTo>
                    <a:pt x="32306" y="8294"/>
                  </a:lnTo>
                  <a:lnTo>
                    <a:pt x="3230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4" name="Google Shape;2284;p37"/>
            <p:cNvSpPr/>
            <p:nvPr/>
          </p:nvSpPr>
          <p:spPr>
            <a:xfrm>
              <a:off x="2934850" y="4385550"/>
              <a:ext cx="1000525" cy="532025"/>
            </a:xfrm>
            <a:custGeom>
              <a:rect b="b" l="l" r="r" t="t"/>
              <a:pathLst>
                <a:path extrusionOk="0" h="21281" w="40021">
                  <a:moveTo>
                    <a:pt x="35006" y="419"/>
                  </a:moveTo>
                  <a:lnTo>
                    <a:pt x="35006" y="10319"/>
                  </a:lnTo>
                  <a:cubicBezTo>
                    <a:pt x="35006" y="13662"/>
                    <a:pt x="36163" y="16941"/>
                    <a:pt x="38284" y="19545"/>
                  </a:cubicBezTo>
                  <a:lnTo>
                    <a:pt x="39345" y="20863"/>
                  </a:lnTo>
                  <a:lnTo>
                    <a:pt x="675" y="20863"/>
                  </a:lnTo>
                  <a:lnTo>
                    <a:pt x="1736" y="19545"/>
                  </a:lnTo>
                  <a:cubicBezTo>
                    <a:pt x="3858" y="16941"/>
                    <a:pt x="5015" y="13662"/>
                    <a:pt x="5015" y="10319"/>
                  </a:cubicBezTo>
                  <a:lnTo>
                    <a:pt x="5015" y="419"/>
                  </a:lnTo>
                  <a:close/>
                  <a:moveTo>
                    <a:pt x="4790" y="1"/>
                  </a:moveTo>
                  <a:cubicBezTo>
                    <a:pt x="4725" y="1"/>
                    <a:pt x="4693" y="33"/>
                    <a:pt x="4661" y="65"/>
                  </a:cubicBezTo>
                  <a:cubicBezTo>
                    <a:pt x="4597" y="97"/>
                    <a:pt x="4597" y="161"/>
                    <a:pt x="4597" y="226"/>
                  </a:cubicBezTo>
                  <a:lnTo>
                    <a:pt x="4597" y="10319"/>
                  </a:lnTo>
                  <a:cubicBezTo>
                    <a:pt x="4597" y="13566"/>
                    <a:pt x="3472" y="16748"/>
                    <a:pt x="1415" y="19287"/>
                  </a:cubicBezTo>
                  <a:lnTo>
                    <a:pt x="65" y="20927"/>
                  </a:lnTo>
                  <a:cubicBezTo>
                    <a:pt x="0" y="20991"/>
                    <a:pt x="0" y="21088"/>
                    <a:pt x="32" y="21152"/>
                  </a:cubicBezTo>
                  <a:cubicBezTo>
                    <a:pt x="65" y="21216"/>
                    <a:pt x="161" y="21280"/>
                    <a:pt x="225" y="21280"/>
                  </a:cubicBezTo>
                  <a:lnTo>
                    <a:pt x="39795" y="21280"/>
                  </a:lnTo>
                  <a:cubicBezTo>
                    <a:pt x="39859" y="21280"/>
                    <a:pt x="39956" y="21216"/>
                    <a:pt x="39988" y="21152"/>
                  </a:cubicBezTo>
                  <a:cubicBezTo>
                    <a:pt x="40020" y="21088"/>
                    <a:pt x="39988" y="20991"/>
                    <a:pt x="39956" y="20927"/>
                  </a:cubicBezTo>
                  <a:lnTo>
                    <a:pt x="38606" y="19287"/>
                  </a:lnTo>
                  <a:cubicBezTo>
                    <a:pt x="36548" y="16748"/>
                    <a:pt x="35423" y="13566"/>
                    <a:pt x="35423" y="10319"/>
                  </a:cubicBezTo>
                  <a:lnTo>
                    <a:pt x="35423" y="226"/>
                  </a:lnTo>
                  <a:cubicBezTo>
                    <a:pt x="35423" y="161"/>
                    <a:pt x="35423" y="97"/>
                    <a:pt x="35359" y="65"/>
                  </a:cubicBezTo>
                  <a:cubicBezTo>
                    <a:pt x="35327" y="33"/>
                    <a:pt x="35263" y="1"/>
                    <a:pt x="352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5" name="Google Shape;2285;p37"/>
            <p:cNvSpPr/>
            <p:nvPr/>
          </p:nvSpPr>
          <p:spPr>
            <a:xfrm>
              <a:off x="1906225" y="2226250"/>
              <a:ext cx="3057750" cy="2244525"/>
            </a:xfrm>
            <a:custGeom>
              <a:rect b="b" l="l" r="r" t="t"/>
              <a:pathLst>
                <a:path extrusionOk="0" h="89781" w="122310">
                  <a:moveTo>
                    <a:pt x="4565" y="0"/>
                  </a:moveTo>
                  <a:cubicBezTo>
                    <a:pt x="2058" y="0"/>
                    <a:pt x="0" y="2026"/>
                    <a:pt x="0" y="4533"/>
                  </a:cubicBezTo>
                  <a:lnTo>
                    <a:pt x="0" y="85216"/>
                  </a:lnTo>
                  <a:cubicBezTo>
                    <a:pt x="0" y="87755"/>
                    <a:pt x="2058" y="89780"/>
                    <a:pt x="4565" y="89780"/>
                  </a:cubicBezTo>
                  <a:lnTo>
                    <a:pt x="117745" y="89780"/>
                  </a:lnTo>
                  <a:cubicBezTo>
                    <a:pt x="120253" y="89780"/>
                    <a:pt x="122310" y="87755"/>
                    <a:pt x="122310" y="85216"/>
                  </a:cubicBezTo>
                  <a:lnTo>
                    <a:pt x="122310" y="4533"/>
                  </a:lnTo>
                  <a:cubicBezTo>
                    <a:pt x="122310" y="2026"/>
                    <a:pt x="120253" y="0"/>
                    <a:pt x="1177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6" name="Google Shape;2286;p37"/>
            <p:cNvSpPr/>
            <p:nvPr/>
          </p:nvSpPr>
          <p:spPr>
            <a:xfrm>
              <a:off x="1901400" y="2220625"/>
              <a:ext cx="3067400" cy="2254950"/>
            </a:xfrm>
            <a:custGeom>
              <a:rect b="b" l="l" r="r" t="t"/>
              <a:pathLst>
                <a:path extrusionOk="0" h="90198" w="122696">
                  <a:moveTo>
                    <a:pt x="117938" y="418"/>
                  </a:moveTo>
                  <a:cubicBezTo>
                    <a:pt x="119128" y="418"/>
                    <a:pt x="120221" y="901"/>
                    <a:pt x="120992" y="1704"/>
                  </a:cubicBezTo>
                  <a:cubicBezTo>
                    <a:pt x="121796" y="2476"/>
                    <a:pt x="122278" y="3569"/>
                    <a:pt x="122278" y="4758"/>
                  </a:cubicBezTo>
                  <a:lnTo>
                    <a:pt x="122278" y="85441"/>
                  </a:lnTo>
                  <a:cubicBezTo>
                    <a:pt x="122278" y="86662"/>
                    <a:pt x="121796" y="87723"/>
                    <a:pt x="120992" y="88526"/>
                  </a:cubicBezTo>
                  <a:cubicBezTo>
                    <a:pt x="120221" y="89298"/>
                    <a:pt x="119128" y="89780"/>
                    <a:pt x="117938" y="89780"/>
                  </a:cubicBezTo>
                  <a:lnTo>
                    <a:pt x="4758" y="89780"/>
                  </a:lnTo>
                  <a:cubicBezTo>
                    <a:pt x="3569" y="89780"/>
                    <a:pt x="2476" y="89298"/>
                    <a:pt x="1672" y="88526"/>
                  </a:cubicBezTo>
                  <a:cubicBezTo>
                    <a:pt x="901" y="87723"/>
                    <a:pt x="418" y="86662"/>
                    <a:pt x="418" y="85441"/>
                  </a:cubicBezTo>
                  <a:lnTo>
                    <a:pt x="418" y="4758"/>
                  </a:lnTo>
                  <a:cubicBezTo>
                    <a:pt x="418" y="3569"/>
                    <a:pt x="901" y="2476"/>
                    <a:pt x="1672" y="1704"/>
                  </a:cubicBezTo>
                  <a:cubicBezTo>
                    <a:pt x="2476" y="901"/>
                    <a:pt x="3569" y="418"/>
                    <a:pt x="4758" y="418"/>
                  </a:cubicBezTo>
                  <a:close/>
                  <a:moveTo>
                    <a:pt x="4758" y="0"/>
                  </a:moveTo>
                  <a:cubicBezTo>
                    <a:pt x="2122" y="0"/>
                    <a:pt x="1" y="2122"/>
                    <a:pt x="1" y="4758"/>
                  </a:cubicBezTo>
                  <a:lnTo>
                    <a:pt x="1" y="85441"/>
                  </a:lnTo>
                  <a:cubicBezTo>
                    <a:pt x="1" y="88076"/>
                    <a:pt x="2122" y="90198"/>
                    <a:pt x="4758" y="90198"/>
                  </a:cubicBezTo>
                  <a:lnTo>
                    <a:pt x="117938" y="90198"/>
                  </a:lnTo>
                  <a:cubicBezTo>
                    <a:pt x="120574" y="90198"/>
                    <a:pt x="122696" y="88076"/>
                    <a:pt x="122696" y="85441"/>
                  </a:cubicBezTo>
                  <a:lnTo>
                    <a:pt x="122696" y="4758"/>
                  </a:lnTo>
                  <a:cubicBezTo>
                    <a:pt x="122696" y="2122"/>
                    <a:pt x="120574" y="0"/>
                    <a:pt x="117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7" name="Google Shape;2287;p37"/>
            <p:cNvSpPr/>
            <p:nvPr/>
          </p:nvSpPr>
          <p:spPr>
            <a:xfrm>
              <a:off x="1906225" y="4121975"/>
              <a:ext cx="3057750" cy="348800"/>
            </a:xfrm>
            <a:custGeom>
              <a:rect b="b" l="l" r="r" t="t"/>
              <a:pathLst>
                <a:path extrusionOk="0" h="13952" w="122310">
                  <a:moveTo>
                    <a:pt x="0" y="0"/>
                  </a:moveTo>
                  <a:lnTo>
                    <a:pt x="0" y="9387"/>
                  </a:lnTo>
                  <a:cubicBezTo>
                    <a:pt x="0" y="11926"/>
                    <a:pt x="2058" y="13951"/>
                    <a:pt x="4565" y="13951"/>
                  </a:cubicBezTo>
                  <a:lnTo>
                    <a:pt x="117745" y="13951"/>
                  </a:lnTo>
                  <a:cubicBezTo>
                    <a:pt x="120253" y="13951"/>
                    <a:pt x="122310" y="11926"/>
                    <a:pt x="122310" y="9387"/>
                  </a:cubicBezTo>
                  <a:lnTo>
                    <a:pt x="12231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8" name="Google Shape;2288;p37"/>
            <p:cNvSpPr/>
            <p:nvPr/>
          </p:nvSpPr>
          <p:spPr>
            <a:xfrm>
              <a:off x="1901400" y="4116350"/>
              <a:ext cx="3067400" cy="359225"/>
            </a:xfrm>
            <a:custGeom>
              <a:rect b="b" l="l" r="r" t="t"/>
              <a:pathLst>
                <a:path extrusionOk="0" h="14369" w="122696">
                  <a:moveTo>
                    <a:pt x="122278" y="418"/>
                  </a:moveTo>
                  <a:lnTo>
                    <a:pt x="122278" y="9612"/>
                  </a:lnTo>
                  <a:cubicBezTo>
                    <a:pt x="122278" y="10833"/>
                    <a:pt x="121796" y="11894"/>
                    <a:pt x="120992" y="12697"/>
                  </a:cubicBezTo>
                  <a:cubicBezTo>
                    <a:pt x="120221" y="13469"/>
                    <a:pt x="119128" y="13951"/>
                    <a:pt x="117938" y="13951"/>
                  </a:cubicBezTo>
                  <a:lnTo>
                    <a:pt x="4758" y="13951"/>
                  </a:lnTo>
                  <a:cubicBezTo>
                    <a:pt x="3569" y="13951"/>
                    <a:pt x="2476" y="13469"/>
                    <a:pt x="1672" y="12697"/>
                  </a:cubicBezTo>
                  <a:cubicBezTo>
                    <a:pt x="901" y="11894"/>
                    <a:pt x="418" y="10833"/>
                    <a:pt x="418" y="9612"/>
                  </a:cubicBezTo>
                  <a:lnTo>
                    <a:pt x="418" y="418"/>
                  </a:lnTo>
                  <a:close/>
                  <a:moveTo>
                    <a:pt x="193" y="0"/>
                  </a:moveTo>
                  <a:cubicBezTo>
                    <a:pt x="161" y="0"/>
                    <a:pt x="97" y="33"/>
                    <a:pt x="65" y="65"/>
                  </a:cubicBezTo>
                  <a:cubicBezTo>
                    <a:pt x="1" y="97"/>
                    <a:pt x="1" y="161"/>
                    <a:pt x="1" y="225"/>
                  </a:cubicBezTo>
                  <a:lnTo>
                    <a:pt x="1" y="9612"/>
                  </a:lnTo>
                  <a:cubicBezTo>
                    <a:pt x="1" y="12247"/>
                    <a:pt x="2122" y="14369"/>
                    <a:pt x="4758" y="14369"/>
                  </a:cubicBezTo>
                  <a:lnTo>
                    <a:pt x="117938" y="14369"/>
                  </a:lnTo>
                  <a:cubicBezTo>
                    <a:pt x="120574" y="14369"/>
                    <a:pt x="122696" y="12247"/>
                    <a:pt x="122696" y="9612"/>
                  </a:cubicBezTo>
                  <a:lnTo>
                    <a:pt x="122696" y="225"/>
                  </a:lnTo>
                  <a:cubicBezTo>
                    <a:pt x="122696" y="161"/>
                    <a:pt x="122664" y="97"/>
                    <a:pt x="122631" y="65"/>
                  </a:cubicBezTo>
                  <a:cubicBezTo>
                    <a:pt x="122599" y="33"/>
                    <a:pt x="122535" y="0"/>
                    <a:pt x="1225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9" name="Google Shape;2289;p37"/>
            <p:cNvSpPr/>
            <p:nvPr/>
          </p:nvSpPr>
          <p:spPr>
            <a:xfrm>
              <a:off x="2060525" y="2365275"/>
              <a:ext cx="2749175" cy="1586350"/>
            </a:xfrm>
            <a:custGeom>
              <a:rect b="b" l="l" r="r" t="t"/>
              <a:pathLst>
                <a:path extrusionOk="0" h="63454" w="109967">
                  <a:moveTo>
                    <a:pt x="0" y="0"/>
                  </a:moveTo>
                  <a:lnTo>
                    <a:pt x="0" y="63454"/>
                  </a:lnTo>
                  <a:lnTo>
                    <a:pt x="109966" y="63454"/>
                  </a:lnTo>
                  <a:lnTo>
                    <a:pt x="10996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0" name="Google Shape;2290;p37"/>
            <p:cNvSpPr/>
            <p:nvPr/>
          </p:nvSpPr>
          <p:spPr>
            <a:xfrm>
              <a:off x="2054900" y="2360450"/>
              <a:ext cx="2760425" cy="1596000"/>
            </a:xfrm>
            <a:custGeom>
              <a:rect b="b" l="l" r="r" t="t"/>
              <a:pathLst>
                <a:path extrusionOk="0" h="63840" w="110417">
                  <a:moveTo>
                    <a:pt x="109998" y="419"/>
                  </a:moveTo>
                  <a:lnTo>
                    <a:pt x="109998" y="63422"/>
                  </a:lnTo>
                  <a:lnTo>
                    <a:pt x="418" y="63422"/>
                  </a:lnTo>
                  <a:lnTo>
                    <a:pt x="418" y="419"/>
                  </a:lnTo>
                  <a:close/>
                  <a:moveTo>
                    <a:pt x="225" y="1"/>
                  </a:moveTo>
                  <a:cubicBezTo>
                    <a:pt x="161" y="1"/>
                    <a:pt x="97" y="1"/>
                    <a:pt x="64" y="65"/>
                  </a:cubicBezTo>
                  <a:cubicBezTo>
                    <a:pt x="32" y="97"/>
                    <a:pt x="0" y="161"/>
                    <a:pt x="0" y="193"/>
                  </a:cubicBezTo>
                  <a:lnTo>
                    <a:pt x="0" y="63647"/>
                  </a:lnTo>
                  <a:cubicBezTo>
                    <a:pt x="0" y="63711"/>
                    <a:pt x="32" y="63743"/>
                    <a:pt x="64" y="63775"/>
                  </a:cubicBezTo>
                  <a:cubicBezTo>
                    <a:pt x="97" y="63840"/>
                    <a:pt x="161" y="63840"/>
                    <a:pt x="225" y="63840"/>
                  </a:cubicBezTo>
                  <a:lnTo>
                    <a:pt x="110191" y="63840"/>
                  </a:lnTo>
                  <a:cubicBezTo>
                    <a:pt x="110255" y="63840"/>
                    <a:pt x="110320" y="63840"/>
                    <a:pt x="110352" y="63775"/>
                  </a:cubicBezTo>
                  <a:cubicBezTo>
                    <a:pt x="110384" y="63743"/>
                    <a:pt x="110416" y="63711"/>
                    <a:pt x="110416" y="63647"/>
                  </a:cubicBezTo>
                  <a:lnTo>
                    <a:pt x="110416" y="193"/>
                  </a:lnTo>
                  <a:cubicBezTo>
                    <a:pt x="110416" y="161"/>
                    <a:pt x="110384" y="97"/>
                    <a:pt x="110352" y="65"/>
                  </a:cubicBezTo>
                  <a:cubicBezTo>
                    <a:pt x="110320" y="1"/>
                    <a:pt x="110255" y="1"/>
                    <a:pt x="11019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1" name="Google Shape;2291;p37"/>
            <p:cNvSpPr/>
            <p:nvPr/>
          </p:nvSpPr>
          <p:spPr>
            <a:xfrm>
              <a:off x="2940475" y="4911925"/>
              <a:ext cx="989275" cy="45025"/>
            </a:xfrm>
            <a:custGeom>
              <a:rect b="b" l="l" r="r" t="t"/>
              <a:pathLst>
                <a:path extrusionOk="0" h="1801" w="39571">
                  <a:moveTo>
                    <a:pt x="0" y="0"/>
                  </a:moveTo>
                  <a:lnTo>
                    <a:pt x="0" y="1801"/>
                  </a:lnTo>
                  <a:lnTo>
                    <a:pt x="39570" y="1801"/>
                  </a:lnTo>
                  <a:lnTo>
                    <a:pt x="3957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2" name="Google Shape;2292;p37"/>
            <p:cNvSpPr/>
            <p:nvPr/>
          </p:nvSpPr>
          <p:spPr>
            <a:xfrm>
              <a:off x="2935650" y="4907100"/>
              <a:ext cx="999725" cy="55475"/>
            </a:xfrm>
            <a:custGeom>
              <a:rect b="b" l="l" r="r" t="t"/>
              <a:pathLst>
                <a:path extrusionOk="0" h="2219" w="39989">
                  <a:moveTo>
                    <a:pt x="39538" y="418"/>
                  </a:moveTo>
                  <a:lnTo>
                    <a:pt x="39538" y="1801"/>
                  </a:lnTo>
                  <a:lnTo>
                    <a:pt x="418" y="1801"/>
                  </a:lnTo>
                  <a:lnTo>
                    <a:pt x="418" y="418"/>
                  </a:lnTo>
                  <a:close/>
                  <a:moveTo>
                    <a:pt x="193" y="1"/>
                  </a:moveTo>
                  <a:cubicBezTo>
                    <a:pt x="129" y="1"/>
                    <a:pt x="97" y="1"/>
                    <a:pt x="65" y="65"/>
                  </a:cubicBezTo>
                  <a:cubicBezTo>
                    <a:pt x="0" y="97"/>
                    <a:pt x="0" y="161"/>
                    <a:pt x="0" y="193"/>
                  </a:cubicBezTo>
                  <a:lnTo>
                    <a:pt x="0" y="1994"/>
                  </a:lnTo>
                  <a:cubicBezTo>
                    <a:pt x="0" y="2058"/>
                    <a:pt x="0" y="2122"/>
                    <a:pt x="65" y="2154"/>
                  </a:cubicBezTo>
                  <a:cubicBezTo>
                    <a:pt x="97" y="2186"/>
                    <a:pt x="129" y="2219"/>
                    <a:pt x="193" y="2219"/>
                  </a:cubicBezTo>
                  <a:lnTo>
                    <a:pt x="39763" y="2219"/>
                  </a:lnTo>
                  <a:cubicBezTo>
                    <a:pt x="39827" y="2219"/>
                    <a:pt x="39859" y="2186"/>
                    <a:pt x="39924" y="2154"/>
                  </a:cubicBezTo>
                  <a:cubicBezTo>
                    <a:pt x="39956" y="2122"/>
                    <a:pt x="39988" y="2058"/>
                    <a:pt x="39988" y="1994"/>
                  </a:cubicBezTo>
                  <a:lnTo>
                    <a:pt x="39988" y="193"/>
                  </a:lnTo>
                  <a:cubicBezTo>
                    <a:pt x="39988" y="161"/>
                    <a:pt x="39956" y="97"/>
                    <a:pt x="39924" y="65"/>
                  </a:cubicBezTo>
                  <a:cubicBezTo>
                    <a:pt x="39859" y="1"/>
                    <a:pt x="39827" y="1"/>
                    <a:pt x="3976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3" name="Google Shape;2293;p37"/>
            <p:cNvSpPr/>
            <p:nvPr/>
          </p:nvSpPr>
          <p:spPr>
            <a:xfrm>
              <a:off x="2383575" y="2497075"/>
              <a:ext cx="147875" cy="199325"/>
            </a:xfrm>
            <a:custGeom>
              <a:rect b="b" l="l" r="r" t="t"/>
              <a:pathLst>
                <a:path extrusionOk="0" h="7973" w="5915">
                  <a:moveTo>
                    <a:pt x="0" y="0"/>
                  </a:moveTo>
                  <a:lnTo>
                    <a:pt x="3954" y="7972"/>
                  </a:lnTo>
                  <a:lnTo>
                    <a:pt x="591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4" name="Google Shape;2294;p37"/>
            <p:cNvSpPr/>
            <p:nvPr/>
          </p:nvSpPr>
          <p:spPr>
            <a:xfrm>
              <a:off x="2377950" y="2491450"/>
              <a:ext cx="159125" cy="209975"/>
            </a:xfrm>
            <a:custGeom>
              <a:rect b="b" l="l" r="r" t="t"/>
              <a:pathLst>
                <a:path extrusionOk="0" h="8399" w="6365">
                  <a:moveTo>
                    <a:pt x="5883" y="418"/>
                  </a:moveTo>
                  <a:lnTo>
                    <a:pt x="4119" y="7593"/>
                  </a:lnTo>
                  <a:lnTo>
                    <a:pt x="4119" y="7593"/>
                  </a:lnTo>
                  <a:lnTo>
                    <a:pt x="547" y="418"/>
                  </a:lnTo>
                  <a:close/>
                  <a:moveTo>
                    <a:pt x="225" y="0"/>
                  </a:moveTo>
                  <a:cubicBezTo>
                    <a:pt x="129" y="0"/>
                    <a:pt x="65" y="32"/>
                    <a:pt x="32" y="97"/>
                  </a:cubicBezTo>
                  <a:cubicBezTo>
                    <a:pt x="0" y="161"/>
                    <a:pt x="0" y="257"/>
                    <a:pt x="32" y="322"/>
                  </a:cubicBezTo>
                  <a:lnTo>
                    <a:pt x="4018" y="8293"/>
                  </a:lnTo>
                  <a:cubicBezTo>
                    <a:pt x="4045" y="8346"/>
                    <a:pt x="4092" y="8398"/>
                    <a:pt x="4161" y="8398"/>
                  </a:cubicBezTo>
                  <a:cubicBezTo>
                    <a:pt x="4177" y="8398"/>
                    <a:pt x="4193" y="8396"/>
                    <a:pt x="4211" y="8390"/>
                  </a:cubicBezTo>
                  <a:cubicBezTo>
                    <a:pt x="4308" y="8390"/>
                    <a:pt x="4372" y="8326"/>
                    <a:pt x="4404" y="8229"/>
                  </a:cubicBezTo>
                  <a:lnTo>
                    <a:pt x="6365" y="257"/>
                  </a:lnTo>
                  <a:cubicBezTo>
                    <a:pt x="6365" y="193"/>
                    <a:pt x="6365" y="129"/>
                    <a:pt x="6333" y="97"/>
                  </a:cubicBezTo>
                  <a:cubicBezTo>
                    <a:pt x="6268" y="32"/>
                    <a:pt x="6204" y="0"/>
                    <a:pt x="61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5" name="Google Shape;2295;p37"/>
            <p:cNvSpPr/>
            <p:nvPr/>
          </p:nvSpPr>
          <p:spPr>
            <a:xfrm>
              <a:off x="2398825" y="2504300"/>
              <a:ext cx="94875" cy="192100"/>
            </a:xfrm>
            <a:custGeom>
              <a:rect b="b" l="l" r="r" t="t"/>
              <a:pathLst>
                <a:path extrusionOk="0" h="7684" w="3795">
                  <a:moveTo>
                    <a:pt x="1" y="0"/>
                  </a:moveTo>
                  <a:lnTo>
                    <a:pt x="3344" y="7683"/>
                  </a:lnTo>
                  <a:lnTo>
                    <a:pt x="3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6" name="Google Shape;2296;p37"/>
            <p:cNvSpPr/>
            <p:nvPr/>
          </p:nvSpPr>
          <p:spPr>
            <a:xfrm>
              <a:off x="2393200" y="2499475"/>
              <a:ext cx="106125" cy="201950"/>
            </a:xfrm>
            <a:custGeom>
              <a:rect b="b" l="l" r="r" t="t"/>
              <a:pathLst>
                <a:path extrusionOk="0" h="8078" w="4245">
                  <a:moveTo>
                    <a:pt x="3794" y="419"/>
                  </a:moveTo>
                  <a:lnTo>
                    <a:pt x="3427" y="6947"/>
                  </a:lnTo>
                  <a:lnTo>
                    <a:pt x="547" y="419"/>
                  </a:lnTo>
                  <a:close/>
                  <a:moveTo>
                    <a:pt x="226" y="1"/>
                  </a:moveTo>
                  <a:cubicBezTo>
                    <a:pt x="162" y="1"/>
                    <a:pt x="97" y="33"/>
                    <a:pt x="65" y="97"/>
                  </a:cubicBezTo>
                  <a:cubicBezTo>
                    <a:pt x="33" y="129"/>
                    <a:pt x="1" y="226"/>
                    <a:pt x="33" y="290"/>
                  </a:cubicBezTo>
                  <a:lnTo>
                    <a:pt x="3376" y="7940"/>
                  </a:lnTo>
                  <a:cubicBezTo>
                    <a:pt x="3429" y="8020"/>
                    <a:pt x="3504" y="8077"/>
                    <a:pt x="3582" y="8077"/>
                  </a:cubicBezTo>
                  <a:cubicBezTo>
                    <a:pt x="3599" y="8077"/>
                    <a:pt x="3616" y="8075"/>
                    <a:pt x="3633" y="8069"/>
                  </a:cubicBezTo>
                  <a:cubicBezTo>
                    <a:pt x="3730" y="8069"/>
                    <a:pt x="3794" y="7972"/>
                    <a:pt x="3794" y="7876"/>
                  </a:cubicBezTo>
                  <a:lnTo>
                    <a:pt x="4244" y="226"/>
                  </a:lnTo>
                  <a:cubicBezTo>
                    <a:pt x="4244" y="161"/>
                    <a:pt x="4212" y="97"/>
                    <a:pt x="4180" y="65"/>
                  </a:cubicBezTo>
                  <a:cubicBezTo>
                    <a:pt x="4148" y="1"/>
                    <a:pt x="4083" y="1"/>
                    <a:pt x="40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7" name="Google Shape;2297;p37"/>
            <p:cNvSpPr/>
            <p:nvPr/>
          </p:nvSpPr>
          <p:spPr>
            <a:xfrm>
              <a:off x="2377950" y="2489825"/>
              <a:ext cx="104475" cy="206575"/>
            </a:xfrm>
            <a:custGeom>
              <a:rect b="b" l="l" r="r" t="t"/>
              <a:pathLst>
                <a:path extrusionOk="0" h="8263" w="4179">
                  <a:moveTo>
                    <a:pt x="0" y="1"/>
                  </a:moveTo>
                  <a:lnTo>
                    <a:pt x="4179" y="8262"/>
                  </a:lnTo>
                  <a:lnTo>
                    <a:pt x="3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8" name="Google Shape;2298;p37"/>
            <p:cNvSpPr/>
            <p:nvPr/>
          </p:nvSpPr>
          <p:spPr>
            <a:xfrm>
              <a:off x="2372325" y="2484200"/>
              <a:ext cx="115725" cy="217225"/>
            </a:xfrm>
            <a:custGeom>
              <a:rect b="b" l="l" r="r" t="t"/>
              <a:pathLst>
                <a:path extrusionOk="0" h="8689" w="4629">
                  <a:moveTo>
                    <a:pt x="3825" y="419"/>
                  </a:moveTo>
                  <a:lnTo>
                    <a:pt x="4166" y="7535"/>
                  </a:lnTo>
                  <a:lnTo>
                    <a:pt x="579" y="419"/>
                  </a:lnTo>
                  <a:close/>
                  <a:moveTo>
                    <a:pt x="225" y="1"/>
                  </a:moveTo>
                  <a:cubicBezTo>
                    <a:pt x="161" y="1"/>
                    <a:pt x="97" y="33"/>
                    <a:pt x="64" y="97"/>
                  </a:cubicBezTo>
                  <a:cubicBezTo>
                    <a:pt x="0" y="162"/>
                    <a:pt x="0" y="258"/>
                    <a:pt x="32" y="322"/>
                  </a:cubicBezTo>
                  <a:lnTo>
                    <a:pt x="4243" y="8583"/>
                  </a:lnTo>
                  <a:cubicBezTo>
                    <a:pt x="4270" y="8636"/>
                    <a:pt x="4339" y="8688"/>
                    <a:pt x="4416" y="8688"/>
                  </a:cubicBezTo>
                  <a:cubicBezTo>
                    <a:pt x="4433" y="8688"/>
                    <a:pt x="4451" y="8686"/>
                    <a:pt x="4468" y="8680"/>
                  </a:cubicBezTo>
                  <a:cubicBezTo>
                    <a:pt x="4565" y="8648"/>
                    <a:pt x="4629" y="8551"/>
                    <a:pt x="4629" y="8455"/>
                  </a:cubicBezTo>
                  <a:lnTo>
                    <a:pt x="4211" y="194"/>
                  </a:lnTo>
                  <a:cubicBezTo>
                    <a:pt x="4211" y="97"/>
                    <a:pt x="4115" y="1"/>
                    <a:pt x="40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9" name="Google Shape;2299;p37"/>
            <p:cNvSpPr/>
            <p:nvPr/>
          </p:nvSpPr>
          <p:spPr>
            <a:xfrm>
              <a:off x="2153725" y="2452075"/>
              <a:ext cx="328700" cy="244325"/>
            </a:xfrm>
            <a:custGeom>
              <a:rect b="b" l="l" r="r" t="t"/>
              <a:pathLst>
                <a:path extrusionOk="0" h="9773" w="13148">
                  <a:moveTo>
                    <a:pt x="1" y="0"/>
                  </a:moveTo>
                  <a:lnTo>
                    <a:pt x="2412" y="9772"/>
                  </a:lnTo>
                  <a:lnTo>
                    <a:pt x="13148" y="9772"/>
                  </a:lnTo>
                  <a:lnTo>
                    <a:pt x="11444" y="1125"/>
                  </a:lnTo>
                  <a:lnTo>
                    <a:pt x="6108" y="1125"/>
                  </a:lnTo>
                  <a:lnTo>
                    <a:pt x="511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0" name="Google Shape;2300;p37"/>
            <p:cNvSpPr/>
            <p:nvPr/>
          </p:nvSpPr>
          <p:spPr>
            <a:xfrm>
              <a:off x="2148100" y="2447250"/>
              <a:ext cx="339950" cy="253950"/>
            </a:xfrm>
            <a:custGeom>
              <a:rect b="b" l="l" r="r" t="t"/>
              <a:pathLst>
                <a:path extrusionOk="0" h="10158" w="13598">
                  <a:moveTo>
                    <a:pt x="5240" y="418"/>
                  </a:moveTo>
                  <a:lnTo>
                    <a:pt x="6173" y="1447"/>
                  </a:lnTo>
                  <a:cubicBezTo>
                    <a:pt x="6205" y="1511"/>
                    <a:pt x="6269" y="1511"/>
                    <a:pt x="6333" y="1511"/>
                  </a:cubicBezTo>
                  <a:lnTo>
                    <a:pt x="11509" y="1511"/>
                  </a:lnTo>
                  <a:lnTo>
                    <a:pt x="13116" y="9740"/>
                  </a:lnTo>
                  <a:lnTo>
                    <a:pt x="2797" y="9740"/>
                  </a:lnTo>
                  <a:lnTo>
                    <a:pt x="483" y="418"/>
                  </a:lnTo>
                  <a:close/>
                  <a:moveTo>
                    <a:pt x="226" y="0"/>
                  </a:moveTo>
                  <a:cubicBezTo>
                    <a:pt x="162" y="0"/>
                    <a:pt x="97" y="32"/>
                    <a:pt x="65" y="65"/>
                  </a:cubicBezTo>
                  <a:cubicBezTo>
                    <a:pt x="1" y="129"/>
                    <a:pt x="1" y="193"/>
                    <a:pt x="1" y="257"/>
                  </a:cubicBezTo>
                  <a:lnTo>
                    <a:pt x="2412" y="9997"/>
                  </a:lnTo>
                  <a:cubicBezTo>
                    <a:pt x="2444" y="10094"/>
                    <a:pt x="2540" y="10158"/>
                    <a:pt x="2637" y="10158"/>
                  </a:cubicBezTo>
                  <a:lnTo>
                    <a:pt x="13373" y="10158"/>
                  </a:lnTo>
                  <a:cubicBezTo>
                    <a:pt x="13437" y="10158"/>
                    <a:pt x="13502" y="10126"/>
                    <a:pt x="13566" y="10094"/>
                  </a:cubicBezTo>
                  <a:cubicBezTo>
                    <a:pt x="13598" y="10029"/>
                    <a:pt x="13598" y="9965"/>
                    <a:pt x="13598" y="9901"/>
                  </a:cubicBezTo>
                  <a:lnTo>
                    <a:pt x="11894" y="1254"/>
                  </a:lnTo>
                  <a:cubicBezTo>
                    <a:pt x="11862" y="1157"/>
                    <a:pt x="11798" y="1093"/>
                    <a:pt x="11669" y="1093"/>
                  </a:cubicBezTo>
                  <a:lnTo>
                    <a:pt x="6435" y="1093"/>
                  </a:lnTo>
                  <a:lnTo>
                    <a:pt x="5498" y="65"/>
                  </a:lnTo>
                  <a:cubicBezTo>
                    <a:pt x="5465" y="32"/>
                    <a:pt x="5401" y="0"/>
                    <a:pt x="53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1" name="Google Shape;2301;p37"/>
            <p:cNvSpPr/>
            <p:nvPr/>
          </p:nvSpPr>
          <p:spPr>
            <a:xfrm>
              <a:off x="2383575" y="2857075"/>
              <a:ext cx="147875" cy="199325"/>
            </a:xfrm>
            <a:custGeom>
              <a:rect b="b" l="l" r="r" t="t"/>
              <a:pathLst>
                <a:path extrusionOk="0" h="7973" w="5915">
                  <a:moveTo>
                    <a:pt x="0" y="1"/>
                  </a:moveTo>
                  <a:lnTo>
                    <a:pt x="3954" y="7973"/>
                  </a:lnTo>
                  <a:lnTo>
                    <a:pt x="591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2" name="Google Shape;2302;p37"/>
            <p:cNvSpPr/>
            <p:nvPr/>
          </p:nvSpPr>
          <p:spPr>
            <a:xfrm>
              <a:off x="2377950" y="2852275"/>
              <a:ext cx="159125" cy="209750"/>
            </a:xfrm>
            <a:custGeom>
              <a:rect b="b" l="l" r="r" t="t"/>
              <a:pathLst>
                <a:path extrusionOk="0" h="8390" w="6365">
                  <a:moveTo>
                    <a:pt x="5883" y="418"/>
                  </a:moveTo>
                  <a:lnTo>
                    <a:pt x="4124" y="7572"/>
                  </a:lnTo>
                  <a:lnTo>
                    <a:pt x="547" y="418"/>
                  </a:lnTo>
                  <a:close/>
                  <a:moveTo>
                    <a:pt x="225" y="0"/>
                  </a:moveTo>
                  <a:cubicBezTo>
                    <a:pt x="129" y="0"/>
                    <a:pt x="65" y="32"/>
                    <a:pt x="32" y="96"/>
                  </a:cubicBezTo>
                  <a:cubicBezTo>
                    <a:pt x="0" y="161"/>
                    <a:pt x="0" y="225"/>
                    <a:pt x="32" y="289"/>
                  </a:cubicBezTo>
                  <a:lnTo>
                    <a:pt x="4018" y="8261"/>
                  </a:lnTo>
                  <a:cubicBezTo>
                    <a:pt x="4050" y="8358"/>
                    <a:pt x="4115" y="8390"/>
                    <a:pt x="4211" y="8390"/>
                  </a:cubicBezTo>
                  <a:cubicBezTo>
                    <a:pt x="4308" y="8358"/>
                    <a:pt x="4372" y="8293"/>
                    <a:pt x="4404" y="8229"/>
                  </a:cubicBezTo>
                  <a:lnTo>
                    <a:pt x="6365" y="257"/>
                  </a:lnTo>
                  <a:cubicBezTo>
                    <a:pt x="6365" y="193"/>
                    <a:pt x="6365" y="129"/>
                    <a:pt x="6333" y="64"/>
                  </a:cubicBezTo>
                  <a:cubicBezTo>
                    <a:pt x="6268" y="32"/>
                    <a:pt x="6204" y="0"/>
                    <a:pt x="61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3" name="Google Shape;2303;p37"/>
            <p:cNvSpPr/>
            <p:nvPr/>
          </p:nvSpPr>
          <p:spPr>
            <a:xfrm>
              <a:off x="2398825" y="2865125"/>
              <a:ext cx="94875" cy="191275"/>
            </a:xfrm>
            <a:custGeom>
              <a:rect b="b" l="l" r="r" t="t"/>
              <a:pathLst>
                <a:path extrusionOk="0" h="7651" w="3795">
                  <a:moveTo>
                    <a:pt x="1" y="0"/>
                  </a:moveTo>
                  <a:lnTo>
                    <a:pt x="3344" y="7651"/>
                  </a:lnTo>
                  <a:lnTo>
                    <a:pt x="3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4" name="Google Shape;2304;p37"/>
            <p:cNvSpPr/>
            <p:nvPr/>
          </p:nvSpPr>
          <p:spPr>
            <a:xfrm>
              <a:off x="2393200" y="2859500"/>
              <a:ext cx="106125" cy="202525"/>
            </a:xfrm>
            <a:custGeom>
              <a:rect b="b" l="l" r="r" t="t"/>
              <a:pathLst>
                <a:path extrusionOk="0" h="8101" w="4245">
                  <a:moveTo>
                    <a:pt x="3794" y="418"/>
                  </a:moveTo>
                  <a:lnTo>
                    <a:pt x="3428" y="6950"/>
                  </a:lnTo>
                  <a:lnTo>
                    <a:pt x="3428" y="6950"/>
                  </a:lnTo>
                  <a:lnTo>
                    <a:pt x="547" y="418"/>
                  </a:lnTo>
                  <a:close/>
                  <a:moveTo>
                    <a:pt x="226" y="0"/>
                  </a:moveTo>
                  <a:cubicBezTo>
                    <a:pt x="162" y="0"/>
                    <a:pt x="97" y="33"/>
                    <a:pt x="65" y="97"/>
                  </a:cubicBezTo>
                  <a:cubicBezTo>
                    <a:pt x="33" y="161"/>
                    <a:pt x="1" y="225"/>
                    <a:pt x="33" y="290"/>
                  </a:cubicBezTo>
                  <a:lnTo>
                    <a:pt x="3376" y="7972"/>
                  </a:lnTo>
                  <a:cubicBezTo>
                    <a:pt x="3440" y="8069"/>
                    <a:pt x="3537" y="8101"/>
                    <a:pt x="3633" y="8101"/>
                  </a:cubicBezTo>
                  <a:cubicBezTo>
                    <a:pt x="3730" y="8069"/>
                    <a:pt x="3794" y="8004"/>
                    <a:pt x="3794" y="7876"/>
                  </a:cubicBezTo>
                  <a:lnTo>
                    <a:pt x="4244" y="225"/>
                  </a:lnTo>
                  <a:cubicBezTo>
                    <a:pt x="4244" y="161"/>
                    <a:pt x="4212" y="97"/>
                    <a:pt x="4180" y="65"/>
                  </a:cubicBezTo>
                  <a:cubicBezTo>
                    <a:pt x="4148" y="33"/>
                    <a:pt x="4083" y="0"/>
                    <a:pt x="401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5" name="Google Shape;2305;p37"/>
            <p:cNvSpPr/>
            <p:nvPr/>
          </p:nvSpPr>
          <p:spPr>
            <a:xfrm>
              <a:off x="2377950" y="2849850"/>
              <a:ext cx="104475" cy="206550"/>
            </a:xfrm>
            <a:custGeom>
              <a:rect b="b" l="l" r="r" t="t"/>
              <a:pathLst>
                <a:path extrusionOk="0" h="8262" w="4179">
                  <a:moveTo>
                    <a:pt x="0" y="1"/>
                  </a:moveTo>
                  <a:lnTo>
                    <a:pt x="4179" y="8262"/>
                  </a:lnTo>
                  <a:lnTo>
                    <a:pt x="3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6" name="Google Shape;2306;p37"/>
            <p:cNvSpPr/>
            <p:nvPr/>
          </p:nvSpPr>
          <p:spPr>
            <a:xfrm>
              <a:off x="2372325" y="2844225"/>
              <a:ext cx="115725" cy="217300"/>
            </a:xfrm>
            <a:custGeom>
              <a:rect b="b" l="l" r="r" t="t"/>
              <a:pathLst>
                <a:path extrusionOk="0" h="8692" w="4629">
                  <a:moveTo>
                    <a:pt x="3825" y="451"/>
                  </a:moveTo>
                  <a:lnTo>
                    <a:pt x="4166" y="7538"/>
                  </a:lnTo>
                  <a:lnTo>
                    <a:pt x="579" y="451"/>
                  </a:lnTo>
                  <a:close/>
                  <a:moveTo>
                    <a:pt x="225" y="1"/>
                  </a:moveTo>
                  <a:cubicBezTo>
                    <a:pt x="161" y="1"/>
                    <a:pt x="97" y="65"/>
                    <a:pt x="64" y="129"/>
                  </a:cubicBezTo>
                  <a:cubicBezTo>
                    <a:pt x="0" y="193"/>
                    <a:pt x="0" y="258"/>
                    <a:pt x="32" y="322"/>
                  </a:cubicBezTo>
                  <a:lnTo>
                    <a:pt x="4243" y="8583"/>
                  </a:lnTo>
                  <a:cubicBezTo>
                    <a:pt x="4267" y="8656"/>
                    <a:pt x="4328" y="8692"/>
                    <a:pt x="4397" y="8692"/>
                  </a:cubicBezTo>
                  <a:cubicBezTo>
                    <a:pt x="4420" y="8692"/>
                    <a:pt x="4444" y="8688"/>
                    <a:pt x="4468" y="8680"/>
                  </a:cubicBezTo>
                  <a:cubicBezTo>
                    <a:pt x="4565" y="8680"/>
                    <a:pt x="4629" y="8583"/>
                    <a:pt x="4629" y="8487"/>
                  </a:cubicBezTo>
                  <a:lnTo>
                    <a:pt x="4211" y="226"/>
                  </a:lnTo>
                  <a:cubicBezTo>
                    <a:pt x="4211" y="97"/>
                    <a:pt x="4115" y="1"/>
                    <a:pt x="40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7" name="Google Shape;2307;p37"/>
            <p:cNvSpPr/>
            <p:nvPr/>
          </p:nvSpPr>
          <p:spPr>
            <a:xfrm>
              <a:off x="2153725" y="2812875"/>
              <a:ext cx="328700" cy="243525"/>
            </a:xfrm>
            <a:custGeom>
              <a:rect b="b" l="l" r="r" t="t"/>
              <a:pathLst>
                <a:path extrusionOk="0" h="9741" w="13148">
                  <a:moveTo>
                    <a:pt x="1" y="1"/>
                  </a:moveTo>
                  <a:lnTo>
                    <a:pt x="2412" y="9741"/>
                  </a:lnTo>
                  <a:lnTo>
                    <a:pt x="13148" y="9741"/>
                  </a:lnTo>
                  <a:lnTo>
                    <a:pt x="11444" y="1094"/>
                  </a:lnTo>
                  <a:lnTo>
                    <a:pt x="6108" y="1094"/>
                  </a:lnTo>
                  <a:lnTo>
                    <a:pt x="511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8" name="Google Shape;2308;p37"/>
            <p:cNvSpPr/>
            <p:nvPr/>
          </p:nvSpPr>
          <p:spPr>
            <a:xfrm>
              <a:off x="2148100" y="2807250"/>
              <a:ext cx="339950" cy="254775"/>
            </a:xfrm>
            <a:custGeom>
              <a:rect b="b" l="l" r="r" t="t"/>
              <a:pathLst>
                <a:path extrusionOk="0" h="10191" w="13598">
                  <a:moveTo>
                    <a:pt x="5240" y="419"/>
                  </a:moveTo>
                  <a:lnTo>
                    <a:pt x="6173" y="1480"/>
                  </a:lnTo>
                  <a:cubicBezTo>
                    <a:pt x="6205" y="1512"/>
                    <a:pt x="6269" y="1544"/>
                    <a:pt x="6333" y="1544"/>
                  </a:cubicBezTo>
                  <a:lnTo>
                    <a:pt x="11509" y="1544"/>
                  </a:lnTo>
                  <a:lnTo>
                    <a:pt x="13116" y="9741"/>
                  </a:lnTo>
                  <a:lnTo>
                    <a:pt x="2797" y="9741"/>
                  </a:lnTo>
                  <a:lnTo>
                    <a:pt x="483" y="419"/>
                  </a:lnTo>
                  <a:close/>
                  <a:moveTo>
                    <a:pt x="226" y="1"/>
                  </a:moveTo>
                  <a:cubicBezTo>
                    <a:pt x="162" y="1"/>
                    <a:pt x="97" y="33"/>
                    <a:pt x="65" y="97"/>
                  </a:cubicBezTo>
                  <a:cubicBezTo>
                    <a:pt x="1" y="130"/>
                    <a:pt x="1" y="194"/>
                    <a:pt x="1" y="258"/>
                  </a:cubicBezTo>
                  <a:lnTo>
                    <a:pt x="2412" y="10030"/>
                  </a:lnTo>
                  <a:cubicBezTo>
                    <a:pt x="2444" y="10126"/>
                    <a:pt x="2540" y="10191"/>
                    <a:pt x="2637" y="10191"/>
                  </a:cubicBezTo>
                  <a:lnTo>
                    <a:pt x="13373" y="10191"/>
                  </a:lnTo>
                  <a:cubicBezTo>
                    <a:pt x="13437" y="10191"/>
                    <a:pt x="13502" y="10159"/>
                    <a:pt x="13566" y="10094"/>
                  </a:cubicBezTo>
                  <a:cubicBezTo>
                    <a:pt x="13598" y="10062"/>
                    <a:pt x="13598" y="9998"/>
                    <a:pt x="13598" y="9934"/>
                  </a:cubicBezTo>
                  <a:lnTo>
                    <a:pt x="11894" y="1287"/>
                  </a:lnTo>
                  <a:cubicBezTo>
                    <a:pt x="11862" y="1190"/>
                    <a:pt x="11798" y="1126"/>
                    <a:pt x="11669" y="1126"/>
                  </a:cubicBezTo>
                  <a:lnTo>
                    <a:pt x="6437" y="1126"/>
                  </a:lnTo>
                  <a:lnTo>
                    <a:pt x="5498" y="65"/>
                  </a:lnTo>
                  <a:cubicBezTo>
                    <a:pt x="5465" y="33"/>
                    <a:pt x="5401" y="1"/>
                    <a:pt x="53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9" name="Google Shape;2309;p37"/>
            <p:cNvSpPr/>
            <p:nvPr/>
          </p:nvSpPr>
          <p:spPr>
            <a:xfrm>
              <a:off x="2383575" y="3217900"/>
              <a:ext cx="147875" cy="199325"/>
            </a:xfrm>
            <a:custGeom>
              <a:rect b="b" l="l" r="r" t="t"/>
              <a:pathLst>
                <a:path extrusionOk="0" h="7973" w="5915">
                  <a:moveTo>
                    <a:pt x="0" y="1"/>
                  </a:moveTo>
                  <a:lnTo>
                    <a:pt x="3954" y="7973"/>
                  </a:lnTo>
                  <a:lnTo>
                    <a:pt x="591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0" name="Google Shape;2310;p37"/>
            <p:cNvSpPr/>
            <p:nvPr/>
          </p:nvSpPr>
          <p:spPr>
            <a:xfrm>
              <a:off x="2377950" y="3212275"/>
              <a:ext cx="159125" cy="209775"/>
            </a:xfrm>
            <a:custGeom>
              <a:rect b="b" l="l" r="r" t="t"/>
              <a:pathLst>
                <a:path extrusionOk="0" h="8391" w="6365">
                  <a:moveTo>
                    <a:pt x="5883" y="419"/>
                  </a:moveTo>
                  <a:lnTo>
                    <a:pt x="4119" y="7593"/>
                  </a:lnTo>
                  <a:lnTo>
                    <a:pt x="4119" y="7593"/>
                  </a:lnTo>
                  <a:lnTo>
                    <a:pt x="547" y="419"/>
                  </a:lnTo>
                  <a:close/>
                  <a:moveTo>
                    <a:pt x="225" y="1"/>
                  </a:moveTo>
                  <a:cubicBezTo>
                    <a:pt x="129" y="1"/>
                    <a:pt x="65" y="33"/>
                    <a:pt x="32" y="97"/>
                  </a:cubicBezTo>
                  <a:cubicBezTo>
                    <a:pt x="0" y="162"/>
                    <a:pt x="0" y="258"/>
                    <a:pt x="32" y="322"/>
                  </a:cubicBezTo>
                  <a:lnTo>
                    <a:pt x="4018" y="8294"/>
                  </a:lnTo>
                  <a:cubicBezTo>
                    <a:pt x="4050" y="8358"/>
                    <a:pt x="4115" y="8391"/>
                    <a:pt x="4211" y="8391"/>
                  </a:cubicBezTo>
                  <a:cubicBezTo>
                    <a:pt x="4308" y="8391"/>
                    <a:pt x="4372" y="8326"/>
                    <a:pt x="4404" y="8230"/>
                  </a:cubicBezTo>
                  <a:lnTo>
                    <a:pt x="6365" y="258"/>
                  </a:lnTo>
                  <a:cubicBezTo>
                    <a:pt x="6365" y="194"/>
                    <a:pt x="6365" y="129"/>
                    <a:pt x="6333" y="97"/>
                  </a:cubicBezTo>
                  <a:cubicBezTo>
                    <a:pt x="6268" y="33"/>
                    <a:pt x="6204" y="1"/>
                    <a:pt x="61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1" name="Google Shape;2311;p37"/>
            <p:cNvSpPr/>
            <p:nvPr/>
          </p:nvSpPr>
          <p:spPr>
            <a:xfrm>
              <a:off x="2398825" y="3225150"/>
              <a:ext cx="94875" cy="192075"/>
            </a:xfrm>
            <a:custGeom>
              <a:rect b="b" l="l" r="r" t="t"/>
              <a:pathLst>
                <a:path extrusionOk="0" h="7683" w="3795">
                  <a:moveTo>
                    <a:pt x="1" y="0"/>
                  </a:moveTo>
                  <a:lnTo>
                    <a:pt x="3344" y="7683"/>
                  </a:lnTo>
                  <a:lnTo>
                    <a:pt x="3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2" name="Google Shape;2312;p37"/>
            <p:cNvSpPr/>
            <p:nvPr/>
          </p:nvSpPr>
          <p:spPr>
            <a:xfrm>
              <a:off x="2393200" y="3219525"/>
              <a:ext cx="106125" cy="202725"/>
            </a:xfrm>
            <a:custGeom>
              <a:rect b="b" l="l" r="r" t="t"/>
              <a:pathLst>
                <a:path extrusionOk="0" h="8109" w="4245">
                  <a:moveTo>
                    <a:pt x="3794" y="450"/>
                  </a:moveTo>
                  <a:lnTo>
                    <a:pt x="3427" y="6978"/>
                  </a:lnTo>
                  <a:lnTo>
                    <a:pt x="547" y="450"/>
                  </a:lnTo>
                  <a:close/>
                  <a:moveTo>
                    <a:pt x="226" y="0"/>
                  </a:moveTo>
                  <a:cubicBezTo>
                    <a:pt x="162" y="0"/>
                    <a:pt x="97" y="64"/>
                    <a:pt x="65" y="97"/>
                  </a:cubicBezTo>
                  <a:cubicBezTo>
                    <a:pt x="33" y="161"/>
                    <a:pt x="1" y="257"/>
                    <a:pt x="33" y="322"/>
                  </a:cubicBezTo>
                  <a:lnTo>
                    <a:pt x="3376" y="7972"/>
                  </a:lnTo>
                  <a:cubicBezTo>
                    <a:pt x="3429" y="8051"/>
                    <a:pt x="3504" y="8109"/>
                    <a:pt x="3582" y="8109"/>
                  </a:cubicBezTo>
                  <a:cubicBezTo>
                    <a:pt x="3599" y="8109"/>
                    <a:pt x="3616" y="8106"/>
                    <a:pt x="3633" y="8101"/>
                  </a:cubicBezTo>
                  <a:cubicBezTo>
                    <a:pt x="3730" y="8101"/>
                    <a:pt x="3794" y="8004"/>
                    <a:pt x="3794" y="7908"/>
                  </a:cubicBezTo>
                  <a:lnTo>
                    <a:pt x="4244" y="225"/>
                  </a:lnTo>
                  <a:cubicBezTo>
                    <a:pt x="4244" y="193"/>
                    <a:pt x="4212" y="129"/>
                    <a:pt x="4180" y="97"/>
                  </a:cubicBezTo>
                  <a:cubicBezTo>
                    <a:pt x="4148" y="32"/>
                    <a:pt x="4083" y="0"/>
                    <a:pt x="401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3" name="Google Shape;2313;p37"/>
            <p:cNvSpPr/>
            <p:nvPr/>
          </p:nvSpPr>
          <p:spPr>
            <a:xfrm>
              <a:off x="2377950" y="3209875"/>
              <a:ext cx="104475" cy="207350"/>
            </a:xfrm>
            <a:custGeom>
              <a:rect b="b" l="l" r="r" t="t"/>
              <a:pathLst>
                <a:path extrusionOk="0" h="8294" w="4179">
                  <a:moveTo>
                    <a:pt x="0" y="0"/>
                  </a:moveTo>
                  <a:lnTo>
                    <a:pt x="4179" y="8294"/>
                  </a:lnTo>
                  <a:lnTo>
                    <a:pt x="37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4" name="Google Shape;2314;p37"/>
            <p:cNvSpPr/>
            <p:nvPr/>
          </p:nvSpPr>
          <p:spPr>
            <a:xfrm>
              <a:off x="2372325" y="3205050"/>
              <a:ext cx="115725" cy="217225"/>
            </a:xfrm>
            <a:custGeom>
              <a:rect b="b" l="l" r="r" t="t"/>
              <a:pathLst>
                <a:path extrusionOk="0" h="8689" w="4629">
                  <a:moveTo>
                    <a:pt x="3825" y="418"/>
                  </a:moveTo>
                  <a:lnTo>
                    <a:pt x="4166" y="7535"/>
                  </a:lnTo>
                  <a:lnTo>
                    <a:pt x="4166" y="7535"/>
                  </a:lnTo>
                  <a:lnTo>
                    <a:pt x="579" y="418"/>
                  </a:lnTo>
                  <a:close/>
                  <a:moveTo>
                    <a:pt x="225" y="1"/>
                  </a:moveTo>
                  <a:cubicBezTo>
                    <a:pt x="161" y="1"/>
                    <a:pt x="97" y="33"/>
                    <a:pt x="64" y="97"/>
                  </a:cubicBezTo>
                  <a:cubicBezTo>
                    <a:pt x="0" y="161"/>
                    <a:pt x="0" y="226"/>
                    <a:pt x="32" y="290"/>
                  </a:cubicBezTo>
                  <a:lnTo>
                    <a:pt x="4243" y="8583"/>
                  </a:lnTo>
                  <a:cubicBezTo>
                    <a:pt x="4270" y="8636"/>
                    <a:pt x="4339" y="8688"/>
                    <a:pt x="4416" y="8688"/>
                  </a:cubicBezTo>
                  <a:cubicBezTo>
                    <a:pt x="4433" y="8688"/>
                    <a:pt x="4451" y="8685"/>
                    <a:pt x="4468" y="8680"/>
                  </a:cubicBezTo>
                  <a:cubicBezTo>
                    <a:pt x="4565" y="8647"/>
                    <a:pt x="4629" y="8551"/>
                    <a:pt x="4629" y="8455"/>
                  </a:cubicBezTo>
                  <a:lnTo>
                    <a:pt x="4211" y="193"/>
                  </a:lnTo>
                  <a:cubicBezTo>
                    <a:pt x="4211" y="97"/>
                    <a:pt x="4115" y="1"/>
                    <a:pt x="40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5" name="Google Shape;2315;p37"/>
            <p:cNvSpPr/>
            <p:nvPr/>
          </p:nvSpPr>
          <p:spPr>
            <a:xfrm>
              <a:off x="2153725" y="3172900"/>
              <a:ext cx="328700" cy="244325"/>
            </a:xfrm>
            <a:custGeom>
              <a:rect b="b" l="l" r="r" t="t"/>
              <a:pathLst>
                <a:path extrusionOk="0" h="9773" w="13148">
                  <a:moveTo>
                    <a:pt x="1" y="1"/>
                  </a:moveTo>
                  <a:lnTo>
                    <a:pt x="2412" y="9773"/>
                  </a:lnTo>
                  <a:lnTo>
                    <a:pt x="13148" y="9773"/>
                  </a:lnTo>
                  <a:lnTo>
                    <a:pt x="11444" y="1126"/>
                  </a:lnTo>
                  <a:lnTo>
                    <a:pt x="6108" y="1126"/>
                  </a:lnTo>
                  <a:lnTo>
                    <a:pt x="511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6" name="Google Shape;2316;p37"/>
            <p:cNvSpPr/>
            <p:nvPr/>
          </p:nvSpPr>
          <p:spPr>
            <a:xfrm>
              <a:off x="2148100" y="3168075"/>
              <a:ext cx="339950" cy="253975"/>
            </a:xfrm>
            <a:custGeom>
              <a:rect b="b" l="l" r="r" t="t"/>
              <a:pathLst>
                <a:path extrusionOk="0" h="10159" w="13598">
                  <a:moveTo>
                    <a:pt x="5240" y="419"/>
                  </a:moveTo>
                  <a:lnTo>
                    <a:pt x="6173" y="1447"/>
                  </a:lnTo>
                  <a:cubicBezTo>
                    <a:pt x="6205" y="1480"/>
                    <a:pt x="6269" y="1512"/>
                    <a:pt x="6333" y="1512"/>
                  </a:cubicBezTo>
                  <a:lnTo>
                    <a:pt x="11509" y="1512"/>
                  </a:lnTo>
                  <a:lnTo>
                    <a:pt x="13116" y="9741"/>
                  </a:lnTo>
                  <a:lnTo>
                    <a:pt x="2797" y="9741"/>
                  </a:lnTo>
                  <a:lnTo>
                    <a:pt x="483" y="419"/>
                  </a:lnTo>
                  <a:close/>
                  <a:moveTo>
                    <a:pt x="226" y="1"/>
                  </a:moveTo>
                  <a:cubicBezTo>
                    <a:pt x="162" y="1"/>
                    <a:pt x="97" y="33"/>
                    <a:pt x="65" y="65"/>
                  </a:cubicBezTo>
                  <a:cubicBezTo>
                    <a:pt x="1" y="129"/>
                    <a:pt x="1" y="194"/>
                    <a:pt x="1" y="258"/>
                  </a:cubicBezTo>
                  <a:lnTo>
                    <a:pt x="2412" y="9998"/>
                  </a:lnTo>
                  <a:cubicBezTo>
                    <a:pt x="2444" y="10094"/>
                    <a:pt x="2540" y="10159"/>
                    <a:pt x="2637" y="10159"/>
                  </a:cubicBezTo>
                  <a:lnTo>
                    <a:pt x="13373" y="10159"/>
                  </a:lnTo>
                  <a:cubicBezTo>
                    <a:pt x="13437" y="10159"/>
                    <a:pt x="13502" y="10126"/>
                    <a:pt x="13566" y="10094"/>
                  </a:cubicBezTo>
                  <a:cubicBezTo>
                    <a:pt x="13598" y="10030"/>
                    <a:pt x="13598" y="9966"/>
                    <a:pt x="13598" y="9901"/>
                  </a:cubicBezTo>
                  <a:lnTo>
                    <a:pt x="11894" y="1254"/>
                  </a:lnTo>
                  <a:cubicBezTo>
                    <a:pt x="11862" y="1158"/>
                    <a:pt x="11798" y="1094"/>
                    <a:pt x="11669" y="1094"/>
                  </a:cubicBezTo>
                  <a:lnTo>
                    <a:pt x="6435" y="1094"/>
                  </a:lnTo>
                  <a:lnTo>
                    <a:pt x="5498" y="65"/>
                  </a:lnTo>
                  <a:cubicBezTo>
                    <a:pt x="5465" y="1"/>
                    <a:pt x="5401" y="1"/>
                    <a:pt x="53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7" name="Google Shape;2317;p37"/>
            <p:cNvSpPr/>
            <p:nvPr/>
          </p:nvSpPr>
          <p:spPr>
            <a:xfrm>
              <a:off x="4591075" y="3348900"/>
              <a:ext cx="148700" cy="199325"/>
            </a:xfrm>
            <a:custGeom>
              <a:rect b="b" l="l" r="r" t="t"/>
              <a:pathLst>
                <a:path extrusionOk="0" h="7973" w="5948">
                  <a:moveTo>
                    <a:pt x="1" y="0"/>
                  </a:moveTo>
                  <a:lnTo>
                    <a:pt x="3987" y="7972"/>
                  </a:lnTo>
                  <a:lnTo>
                    <a:pt x="594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8" name="Google Shape;2318;p37"/>
            <p:cNvSpPr/>
            <p:nvPr/>
          </p:nvSpPr>
          <p:spPr>
            <a:xfrm>
              <a:off x="4585450" y="3344075"/>
              <a:ext cx="159950" cy="209775"/>
            </a:xfrm>
            <a:custGeom>
              <a:rect b="b" l="l" r="r" t="t"/>
              <a:pathLst>
                <a:path extrusionOk="0" h="8391" w="6398">
                  <a:moveTo>
                    <a:pt x="5883" y="418"/>
                  </a:moveTo>
                  <a:lnTo>
                    <a:pt x="4135" y="7530"/>
                  </a:lnTo>
                  <a:lnTo>
                    <a:pt x="4135" y="7530"/>
                  </a:lnTo>
                  <a:lnTo>
                    <a:pt x="579" y="418"/>
                  </a:lnTo>
                  <a:close/>
                  <a:moveTo>
                    <a:pt x="226" y="1"/>
                  </a:moveTo>
                  <a:cubicBezTo>
                    <a:pt x="162" y="1"/>
                    <a:pt x="65" y="33"/>
                    <a:pt x="33" y="97"/>
                  </a:cubicBezTo>
                  <a:cubicBezTo>
                    <a:pt x="1" y="161"/>
                    <a:pt x="1" y="226"/>
                    <a:pt x="33" y="290"/>
                  </a:cubicBezTo>
                  <a:lnTo>
                    <a:pt x="4019" y="8262"/>
                  </a:lnTo>
                  <a:cubicBezTo>
                    <a:pt x="4051" y="8358"/>
                    <a:pt x="4147" y="8390"/>
                    <a:pt x="4244" y="8390"/>
                  </a:cubicBezTo>
                  <a:cubicBezTo>
                    <a:pt x="4308" y="8358"/>
                    <a:pt x="4405" y="8294"/>
                    <a:pt x="4405" y="8229"/>
                  </a:cubicBezTo>
                  <a:lnTo>
                    <a:pt x="6365" y="258"/>
                  </a:lnTo>
                  <a:cubicBezTo>
                    <a:pt x="6398" y="193"/>
                    <a:pt x="6365" y="129"/>
                    <a:pt x="6333" y="65"/>
                  </a:cubicBezTo>
                  <a:cubicBezTo>
                    <a:pt x="6301" y="33"/>
                    <a:pt x="6237" y="1"/>
                    <a:pt x="61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9" name="Google Shape;2319;p37"/>
            <p:cNvSpPr/>
            <p:nvPr/>
          </p:nvSpPr>
          <p:spPr>
            <a:xfrm>
              <a:off x="4607150" y="3356925"/>
              <a:ext cx="94050" cy="191300"/>
            </a:xfrm>
            <a:custGeom>
              <a:rect b="b" l="l" r="r" t="t"/>
              <a:pathLst>
                <a:path extrusionOk="0" h="7652" w="3762">
                  <a:moveTo>
                    <a:pt x="1" y="1"/>
                  </a:moveTo>
                  <a:lnTo>
                    <a:pt x="3344" y="7651"/>
                  </a:lnTo>
                  <a:lnTo>
                    <a:pt x="376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0" name="Google Shape;2320;p37"/>
            <p:cNvSpPr/>
            <p:nvPr/>
          </p:nvSpPr>
          <p:spPr>
            <a:xfrm>
              <a:off x="4601525" y="3351300"/>
              <a:ext cx="105300" cy="202550"/>
            </a:xfrm>
            <a:custGeom>
              <a:rect b="b" l="l" r="r" t="t"/>
              <a:pathLst>
                <a:path extrusionOk="0" h="8102" w="4212">
                  <a:moveTo>
                    <a:pt x="3762" y="419"/>
                  </a:moveTo>
                  <a:lnTo>
                    <a:pt x="3395" y="6968"/>
                  </a:lnTo>
                  <a:lnTo>
                    <a:pt x="547" y="419"/>
                  </a:lnTo>
                  <a:close/>
                  <a:moveTo>
                    <a:pt x="226" y="1"/>
                  </a:moveTo>
                  <a:cubicBezTo>
                    <a:pt x="129" y="1"/>
                    <a:pt x="65" y="33"/>
                    <a:pt x="33" y="97"/>
                  </a:cubicBezTo>
                  <a:cubicBezTo>
                    <a:pt x="1" y="162"/>
                    <a:pt x="1" y="226"/>
                    <a:pt x="33" y="290"/>
                  </a:cubicBezTo>
                  <a:lnTo>
                    <a:pt x="3376" y="7973"/>
                  </a:lnTo>
                  <a:cubicBezTo>
                    <a:pt x="3408" y="8069"/>
                    <a:pt x="3504" y="8101"/>
                    <a:pt x="3601" y="8101"/>
                  </a:cubicBezTo>
                  <a:cubicBezTo>
                    <a:pt x="3697" y="8069"/>
                    <a:pt x="3762" y="8005"/>
                    <a:pt x="3762" y="7908"/>
                  </a:cubicBezTo>
                  <a:lnTo>
                    <a:pt x="4212" y="226"/>
                  </a:lnTo>
                  <a:cubicBezTo>
                    <a:pt x="4212" y="162"/>
                    <a:pt x="4179" y="97"/>
                    <a:pt x="4147" y="65"/>
                  </a:cubicBezTo>
                  <a:cubicBezTo>
                    <a:pt x="4115" y="33"/>
                    <a:pt x="4051" y="1"/>
                    <a:pt x="39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1" name="Google Shape;2321;p37"/>
            <p:cNvSpPr/>
            <p:nvPr/>
          </p:nvSpPr>
          <p:spPr>
            <a:xfrm>
              <a:off x="4586250" y="3341675"/>
              <a:ext cx="104500" cy="206550"/>
            </a:xfrm>
            <a:custGeom>
              <a:rect b="b" l="l" r="r" t="t"/>
              <a:pathLst>
                <a:path extrusionOk="0" h="8262" w="4180">
                  <a:moveTo>
                    <a:pt x="1" y="0"/>
                  </a:moveTo>
                  <a:lnTo>
                    <a:pt x="4180" y="8261"/>
                  </a:lnTo>
                  <a:lnTo>
                    <a:pt x="376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2" name="Google Shape;2322;p37"/>
            <p:cNvSpPr/>
            <p:nvPr/>
          </p:nvSpPr>
          <p:spPr>
            <a:xfrm>
              <a:off x="4580625" y="3336050"/>
              <a:ext cx="115750" cy="217800"/>
            </a:xfrm>
            <a:custGeom>
              <a:rect b="b" l="l" r="r" t="t"/>
              <a:pathLst>
                <a:path extrusionOk="0" h="8712" w="4630">
                  <a:moveTo>
                    <a:pt x="3794" y="450"/>
                  </a:moveTo>
                  <a:lnTo>
                    <a:pt x="4131" y="7475"/>
                  </a:lnTo>
                  <a:lnTo>
                    <a:pt x="547" y="450"/>
                  </a:lnTo>
                  <a:close/>
                  <a:moveTo>
                    <a:pt x="226" y="0"/>
                  </a:moveTo>
                  <a:cubicBezTo>
                    <a:pt x="130" y="0"/>
                    <a:pt x="65" y="64"/>
                    <a:pt x="33" y="129"/>
                  </a:cubicBezTo>
                  <a:cubicBezTo>
                    <a:pt x="1" y="193"/>
                    <a:pt x="1" y="257"/>
                    <a:pt x="33" y="322"/>
                  </a:cubicBezTo>
                  <a:lnTo>
                    <a:pt x="4212" y="8583"/>
                  </a:lnTo>
                  <a:cubicBezTo>
                    <a:pt x="4244" y="8679"/>
                    <a:pt x="4340" y="8711"/>
                    <a:pt x="4437" y="8711"/>
                  </a:cubicBezTo>
                  <a:cubicBezTo>
                    <a:pt x="4533" y="8679"/>
                    <a:pt x="4630" y="8583"/>
                    <a:pt x="4598" y="8486"/>
                  </a:cubicBezTo>
                  <a:lnTo>
                    <a:pt x="4593" y="8392"/>
                  </a:lnTo>
                  <a:lnTo>
                    <a:pt x="4593" y="8392"/>
                  </a:lnTo>
                  <a:lnTo>
                    <a:pt x="4598" y="8390"/>
                  </a:lnTo>
                  <a:lnTo>
                    <a:pt x="4593" y="8380"/>
                  </a:lnTo>
                  <a:lnTo>
                    <a:pt x="4212" y="225"/>
                  </a:lnTo>
                  <a:cubicBezTo>
                    <a:pt x="4212" y="96"/>
                    <a:pt x="4115" y="0"/>
                    <a:pt x="398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3" name="Google Shape;2323;p37"/>
            <p:cNvSpPr/>
            <p:nvPr/>
          </p:nvSpPr>
          <p:spPr>
            <a:xfrm>
              <a:off x="4361250" y="3304700"/>
              <a:ext cx="329500" cy="243525"/>
            </a:xfrm>
            <a:custGeom>
              <a:rect b="b" l="l" r="r" t="t"/>
              <a:pathLst>
                <a:path extrusionOk="0" h="9741" w="13180">
                  <a:moveTo>
                    <a:pt x="1" y="0"/>
                  </a:moveTo>
                  <a:lnTo>
                    <a:pt x="2411" y="9740"/>
                  </a:lnTo>
                  <a:lnTo>
                    <a:pt x="13180" y="9740"/>
                  </a:lnTo>
                  <a:lnTo>
                    <a:pt x="11476" y="1093"/>
                  </a:lnTo>
                  <a:lnTo>
                    <a:pt x="6108" y="1093"/>
                  </a:lnTo>
                  <a:lnTo>
                    <a:pt x="514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4" name="Google Shape;2324;p37"/>
            <p:cNvSpPr/>
            <p:nvPr/>
          </p:nvSpPr>
          <p:spPr>
            <a:xfrm>
              <a:off x="4355625" y="3299075"/>
              <a:ext cx="340750" cy="254775"/>
            </a:xfrm>
            <a:custGeom>
              <a:rect b="b" l="l" r="r" t="t"/>
              <a:pathLst>
                <a:path extrusionOk="0" h="10191" w="13630">
                  <a:moveTo>
                    <a:pt x="5272" y="418"/>
                  </a:moveTo>
                  <a:lnTo>
                    <a:pt x="6172" y="1479"/>
                  </a:lnTo>
                  <a:cubicBezTo>
                    <a:pt x="6204" y="1511"/>
                    <a:pt x="6269" y="1543"/>
                    <a:pt x="6333" y="1543"/>
                  </a:cubicBezTo>
                  <a:lnTo>
                    <a:pt x="11508" y="1543"/>
                  </a:lnTo>
                  <a:lnTo>
                    <a:pt x="13148" y="9772"/>
                  </a:lnTo>
                  <a:lnTo>
                    <a:pt x="2797" y="9772"/>
                  </a:lnTo>
                  <a:lnTo>
                    <a:pt x="515" y="418"/>
                  </a:lnTo>
                  <a:close/>
                  <a:moveTo>
                    <a:pt x="226" y="0"/>
                  </a:moveTo>
                  <a:cubicBezTo>
                    <a:pt x="161" y="0"/>
                    <a:pt x="97" y="33"/>
                    <a:pt x="65" y="97"/>
                  </a:cubicBezTo>
                  <a:cubicBezTo>
                    <a:pt x="33" y="129"/>
                    <a:pt x="1" y="193"/>
                    <a:pt x="33" y="258"/>
                  </a:cubicBezTo>
                  <a:lnTo>
                    <a:pt x="2444" y="10029"/>
                  </a:lnTo>
                  <a:cubicBezTo>
                    <a:pt x="2444" y="10126"/>
                    <a:pt x="2540" y="10190"/>
                    <a:pt x="2636" y="10190"/>
                  </a:cubicBezTo>
                  <a:lnTo>
                    <a:pt x="13405" y="10190"/>
                  </a:lnTo>
                  <a:cubicBezTo>
                    <a:pt x="13469" y="10190"/>
                    <a:pt x="13533" y="10158"/>
                    <a:pt x="13565" y="10094"/>
                  </a:cubicBezTo>
                  <a:cubicBezTo>
                    <a:pt x="13598" y="10062"/>
                    <a:pt x="13630" y="9997"/>
                    <a:pt x="13598" y="9933"/>
                  </a:cubicBezTo>
                  <a:lnTo>
                    <a:pt x="11894" y="1286"/>
                  </a:lnTo>
                  <a:cubicBezTo>
                    <a:pt x="11894" y="1190"/>
                    <a:pt x="11798" y="1125"/>
                    <a:pt x="11701" y="1125"/>
                  </a:cubicBezTo>
                  <a:lnTo>
                    <a:pt x="6439" y="1125"/>
                  </a:lnTo>
                  <a:lnTo>
                    <a:pt x="5529" y="65"/>
                  </a:lnTo>
                  <a:cubicBezTo>
                    <a:pt x="5465" y="33"/>
                    <a:pt x="5433" y="0"/>
                    <a:pt x="53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5" name="Google Shape;2325;p37"/>
            <p:cNvSpPr/>
            <p:nvPr/>
          </p:nvSpPr>
          <p:spPr>
            <a:xfrm>
              <a:off x="4591075" y="2493850"/>
              <a:ext cx="148700" cy="199325"/>
            </a:xfrm>
            <a:custGeom>
              <a:rect b="b" l="l" r="r" t="t"/>
              <a:pathLst>
                <a:path extrusionOk="0" h="7973" w="5948">
                  <a:moveTo>
                    <a:pt x="1" y="1"/>
                  </a:moveTo>
                  <a:lnTo>
                    <a:pt x="3987" y="7972"/>
                  </a:lnTo>
                  <a:lnTo>
                    <a:pt x="594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6" name="Google Shape;2326;p37"/>
            <p:cNvSpPr/>
            <p:nvPr/>
          </p:nvSpPr>
          <p:spPr>
            <a:xfrm>
              <a:off x="4585450" y="2489025"/>
              <a:ext cx="159950" cy="209775"/>
            </a:xfrm>
            <a:custGeom>
              <a:rect b="b" l="l" r="r" t="t"/>
              <a:pathLst>
                <a:path extrusionOk="0" h="8391" w="6398">
                  <a:moveTo>
                    <a:pt x="5883" y="419"/>
                  </a:moveTo>
                  <a:lnTo>
                    <a:pt x="4135" y="7530"/>
                  </a:lnTo>
                  <a:lnTo>
                    <a:pt x="579" y="419"/>
                  </a:lnTo>
                  <a:close/>
                  <a:moveTo>
                    <a:pt x="226" y="1"/>
                  </a:moveTo>
                  <a:cubicBezTo>
                    <a:pt x="162" y="1"/>
                    <a:pt x="65" y="33"/>
                    <a:pt x="33" y="97"/>
                  </a:cubicBezTo>
                  <a:cubicBezTo>
                    <a:pt x="1" y="161"/>
                    <a:pt x="1" y="226"/>
                    <a:pt x="33" y="290"/>
                  </a:cubicBezTo>
                  <a:lnTo>
                    <a:pt x="4019" y="8262"/>
                  </a:lnTo>
                  <a:cubicBezTo>
                    <a:pt x="4051" y="8358"/>
                    <a:pt x="4147" y="8390"/>
                    <a:pt x="4244" y="8390"/>
                  </a:cubicBezTo>
                  <a:cubicBezTo>
                    <a:pt x="4308" y="8390"/>
                    <a:pt x="4405" y="8326"/>
                    <a:pt x="4405" y="8230"/>
                  </a:cubicBezTo>
                  <a:lnTo>
                    <a:pt x="6365" y="258"/>
                  </a:lnTo>
                  <a:cubicBezTo>
                    <a:pt x="6398" y="194"/>
                    <a:pt x="6365" y="129"/>
                    <a:pt x="6333" y="65"/>
                  </a:cubicBezTo>
                  <a:cubicBezTo>
                    <a:pt x="6301" y="33"/>
                    <a:pt x="6237" y="1"/>
                    <a:pt x="61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7" name="Google Shape;2327;p37"/>
            <p:cNvSpPr/>
            <p:nvPr/>
          </p:nvSpPr>
          <p:spPr>
            <a:xfrm>
              <a:off x="4607150" y="2501900"/>
              <a:ext cx="94050" cy="191275"/>
            </a:xfrm>
            <a:custGeom>
              <a:rect b="b" l="l" r="r" t="t"/>
              <a:pathLst>
                <a:path extrusionOk="0" h="7651" w="3762">
                  <a:moveTo>
                    <a:pt x="1" y="0"/>
                  </a:moveTo>
                  <a:lnTo>
                    <a:pt x="3344" y="7650"/>
                  </a:lnTo>
                  <a:lnTo>
                    <a:pt x="376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8" name="Google Shape;2328;p37"/>
            <p:cNvSpPr/>
            <p:nvPr/>
          </p:nvSpPr>
          <p:spPr>
            <a:xfrm>
              <a:off x="4601525" y="2496275"/>
              <a:ext cx="105300" cy="202525"/>
            </a:xfrm>
            <a:custGeom>
              <a:rect b="b" l="l" r="r" t="t"/>
              <a:pathLst>
                <a:path extrusionOk="0" h="8101" w="4212">
                  <a:moveTo>
                    <a:pt x="3762" y="418"/>
                  </a:moveTo>
                  <a:lnTo>
                    <a:pt x="3395" y="6967"/>
                  </a:lnTo>
                  <a:lnTo>
                    <a:pt x="547" y="418"/>
                  </a:lnTo>
                  <a:close/>
                  <a:moveTo>
                    <a:pt x="226" y="0"/>
                  </a:moveTo>
                  <a:cubicBezTo>
                    <a:pt x="129" y="0"/>
                    <a:pt x="65" y="32"/>
                    <a:pt x="33" y="96"/>
                  </a:cubicBezTo>
                  <a:cubicBezTo>
                    <a:pt x="1" y="161"/>
                    <a:pt x="1" y="225"/>
                    <a:pt x="33" y="321"/>
                  </a:cubicBezTo>
                  <a:lnTo>
                    <a:pt x="3376" y="7972"/>
                  </a:lnTo>
                  <a:cubicBezTo>
                    <a:pt x="3408" y="8068"/>
                    <a:pt x="3504" y="8100"/>
                    <a:pt x="3601" y="8100"/>
                  </a:cubicBezTo>
                  <a:cubicBezTo>
                    <a:pt x="3697" y="8068"/>
                    <a:pt x="3762" y="8004"/>
                    <a:pt x="3762" y="7908"/>
                  </a:cubicBezTo>
                  <a:lnTo>
                    <a:pt x="4212" y="225"/>
                  </a:lnTo>
                  <a:cubicBezTo>
                    <a:pt x="4212" y="161"/>
                    <a:pt x="4179" y="129"/>
                    <a:pt x="4147" y="64"/>
                  </a:cubicBezTo>
                  <a:cubicBezTo>
                    <a:pt x="4115" y="32"/>
                    <a:pt x="4051" y="0"/>
                    <a:pt x="398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9" name="Google Shape;2329;p37"/>
            <p:cNvSpPr/>
            <p:nvPr/>
          </p:nvSpPr>
          <p:spPr>
            <a:xfrm>
              <a:off x="4586250" y="2486625"/>
              <a:ext cx="104500" cy="206550"/>
            </a:xfrm>
            <a:custGeom>
              <a:rect b="b" l="l" r="r" t="t"/>
              <a:pathLst>
                <a:path extrusionOk="0" h="8262" w="4180">
                  <a:moveTo>
                    <a:pt x="1" y="0"/>
                  </a:moveTo>
                  <a:lnTo>
                    <a:pt x="4180" y="8261"/>
                  </a:lnTo>
                  <a:lnTo>
                    <a:pt x="376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0" name="Google Shape;2330;p37"/>
            <p:cNvSpPr/>
            <p:nvPr/>
          </p:nvSpPr>
          <p:spPr>
            <a:xfrm>
              <a:off x="4580625" y="2481800"/>
              <a:ext cx="115750" cy="217200"/>
            </a:xfrm>
            <a:custGeom>
              <a:rect b="b" l="l" r="r" t="t"/>
              <a:pathLst>
                <a:path extrusionOk="0" h="8688" w="4630">
                  <a:moveTo>
                    <a:pt x="3794" y="418"/>
                  </a:moveTo>
                  <a:lnTo>
                    <a:pt x="4130" y="7441"/>
                  </a:lnTo>
                  <a:lnTo>
                    <a:pt x="547" y="418"/>
                  </a:lnTo>
                  <a:close/>
                  <a:moveTo>
                    <a:pt x="226" y="0"/>
                  </a:moveTo>
                  <a:cubicBezTo>
                    <a:pt x="130" y="0"/>
                    <a:pt x="65" y="33"/>
                    <a:pt x="33" y="97"/>
                  </a:cubicBezTo>
                  <a:cubicBezTo>
                    <a:pt x="1" y="161"/>
                    <a:pt x="1" y="225"/>
                    <a:pt x="33" y="290"/>
                  </a:cubicBezTo>
                  <a:lnTo>
                    <a:pt x="4212" y="8551"/>
                  </a:lnTo>
                  <a:cubicBezTo>
                    <a:pt x="4238" y="8630"/>
                    <a:pt x="4308" y="8688"/>
                    <a:pt x="4386" y="8688"/>
                  </a:cubicBezTo>
                  <a:cubicBezTo>
                    <a:pt x="4403" y="8688"/>
                    <a:pt x="4420" y="8685"/>
                    <a:pt x="4437" y="8679"/>
                  </a:cubicBezTo>
                  <a:cubicBezTo>
                    <a:pt x="4533" y="8647"/>
                    <a:pt x="4630" y="8551"/>
                    <a:pt x="4598" y="8454"/>
                  </a:cubicBezTo>
                  <a:lnTo>
                    <a:pt x="4593" y="8360"/>
                  </a:lnTo>
                  <a:lnTo>
                    <a:pt x="4598" y="8358"/>
                  </a:lnTo>
                  <a:lnTo>
                    <a:pt x="4593" y="8348"/>
                  </a:lnTo>
                  <a:lnTo>
                    <a:pt x="4212" y="193"/>
                  </a:lnTo>
                  <a:cubicBezTo>
                    <a:pt x="4212" y="65"/>
                    <a:pt x="4115" y="0"/>
                    <a:pt x="398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1" name="Google Shape;2331;p37"/>
            <p:cNvSpPr/>
            <p:nvPr/>
          </p:nvSpPr>
          <p:spPr>
            <a:xfrm>
              <a:off x="4361250" y="2449650"/>
              <a:ext cx="329500" cy="243525"/>
            </a:xfrm>
            <a:custGeom>
              <a:rect b="b" l="l" r="r" t="t"/>
              <a:pathLst>
                <a:path extrusionOk="0" h="9741" w="13180">
                  <a:moveTo>
                    <a:pt x="1" y="1"/>
                  </a:moveTo>
                  <a:lnTo>
                    <a:pt x="2411" y="9740"/>
                  </a:lnTo>
                  <a:lnTo>
                    <a:pt x="13180" y="9740"/>
                  </a:lnTo>
                  <a:lnTo>
                    <a:pt x="11476" y="1094"/>
                  </a:lnTo>
                  <a:lnTo>
                    <a:pt x="6108" y="1094"/>
                  </a:lnTo>
                  <a:lnTo>
                    <a:pt x="51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2" name="Google Shape;2332;p37"/>
            <p:cNvSpPr/>
            <p:nvPr/>
          </p:nvSpPr>
          <p:spPr>
            <a:xfrm>
              <a:off x="4355625" y="2444025"/>
              <a:ext cx="340750" cy="254775"/>
            </a:xfrm>
            <a:custGeom>
              <a:rect b="b" l="l" r="r" t="t"/>
              <a:pathLst>
                <a:path extrusionOk="0" h="10191" w="13630">
                  <a:moveTo>
                    <a:pt x="5272" y="451"/>
                  </a:moveTo>
                  <a:lnTo>
                    <a:pt x="6172" y="1479"/>
                  </a:lnTo>
                  <a:cubicBezTo>
                    <a:pt x="6204" y="1511"/>
                    <a:pt x="6269" y="1544"/>
                    <a:pt x="6333" y="1544"/>
                  </a:cubicBezTo>
                  <a:lnTo>
                    <a:pt x="11508" y="1544"/>
                  </a:lnTo>
                  <a:lnTo>
                    <a:pt x="13148" y="9773"/>
                  </a:lnTo>
                  <a:lnTo>
                    <a:pt x="2797" y="9773"/>
                  </a:lnTo>
                  <a:lnTo>
                    <a:pt x="515" y="451"/>
                  </a:lnTo>
                  <a:close/>
                  <a:moveTo>
                    <a:pt x="226" y="1"/>
                  </a:moveTo>
                  <a:cubicBezTo>
                    <a:pt x="161" y="1"/>
                    <a:pt x="97" y="33"/>
                    <a:pt x="65" y="97"/>
                  </a:cubicBezTo>
                  <a:cubicBezTo>
                    <a:pt x="33" y="161"/>
                    <a:pt x="1" y="226"/>
                    <a:pt x="33" y="290"/>
                  </a:cubicBezTo>
                  <a:lnTo>
                    <a:pt x="2444" y="10030"/>
                  </a:lnTo>
                  <a:cubicBezTo>
                    <a:pt x="2444" y="10126"/>
                    <a:pt x="2540" y="10190"/>
                    <a:pt x="2636" y="10190"/>
                  </a:cubicBezTo>
                  <a:lnTo>
                    <a:pt x="13405" y="10190"/>
                  </a:lnTo>
                  <a:cubicBezTo>
                    <a:pt x="13469" y="10190"/>
                    <a:pt x="13533" y="10158"/>
                    <a:pt x="13565" y="10126"/>
                  </a:cubicBezTo>
                  <a:cubicBezTo>
                    <a:pt x="13598" y="10062"/>
                    <a:pt x="13630" y="9998"/>
                    <a:pt x="13598" y="9933"/>
                  </a:cubicBezTo>
                  <a:lnTo>
                    <a:pt x="11894" y="1286"/>
                  </a:lnTo>
                  <a:cubicBezTo>
                    <a:pt x="11894" y="1190"/>
                    <a:pt x="11798" y="1126"/>
                    <a:pt x="11701" y="1126"/>
                  </a:cubicBezTo>
                  <a:lnTo>
                    <a:pt x="6437" y="1126"/>
                  </a:lnTo>
                  <a:lnTo>
                    <a:pt x="5529" y="97"/>
                  </a:lnTo>
                  <a:cubicBezTo>
                    <a:pt x="5465" y="33"/>
                    <a:pt x="5433" y="1"/>
                    <a:pt x="53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3" name="Google Shape;2333;p37"/>
            <p:cNvSpPr/>
            <p:nvPr/>
          </p:nvSpPr>
          <p:spPr>
            <a:xfrm>
              <a:off x="4591075" y="3692850"/>
              <a:ext cx="148700" cy="199325"/>
            </a:xfrm>
            <a:custGeom>
              <a:rect b="b" l="l" r="r" t="t"/>
              <a:pathLst>
                <a:path extrusionOk="0" h="7973" w="5948">
                  <a:moveTo>
                    <a:pt x="1" y="0"/>
                  </a:moveTo>
                  <a:lnTo>
                    <a:pt x="3987" y="7972"/>
                  </a:lnTo>
                  <a:lnTo>
                    <a:pt x="594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4" name="Google Shape;2334;p37"/>
            <p:cNvSpPr/>
            <p:nvPr/>
          </p:nvSpPr>
          <p:spPr>
            <a:xfrm>
              <a:off x="4585450" y="3687225"/>
              <a:ext cx="159950" cy="209975"/>
            </a:xfrm>
            <a:custGeom>
              <a:rect b="b" l="l" r="r" t="t"/>
              <a:pathLst>
                <a:path extrusionOk="0" h="8399" w="6398">
                  <a:moveTo>
                    <a:pt x="5883" y="418"/>
                  </a:moveTo>
                  <a:lnTo>
                    <a:pt x="4130" y="7549"/>
                  </a:lnTo>
                  <a:lnTo>
                    <a:pt x="579" y="418"/>
                  </a:lnTo>
                  <a:close/>
                  <a:moveTo>
                    <a:pt x="226" y="0"/>
                  </a:moveTo>
                  <a:cubicBezTo>
                    <a:pt x="162" y="0"/>
                    <a:pt x="65" y="32"/>
                    <a:pt x="33" y="97"/>
                  </a:cubicBezTo>
                  <a:cubicBezTo>
                    <a:pt x="1" y="161"/>
                    <a:pt x="1" y="257"/>
                    <a:pt x="33" y="322"/>
                  </a:cubicBezTo>
                  <a:lnTo>
                    <a:pt x="4019" y="8293"/>
                  </a:lnTo>
                  <a:cubicBezTo>
                    <a:pt x="4045" y="8346"/>
                    <a:pt x="4114" y="8398"/>
                    <a:pt x="4191" y="8398"/>
                  </a:cubicBezTo>
                  <a:cubicBezTo>
                    <a:pt x="4209" y="8398"/>
                    <a:pt x="4226" y="8396"/>
                    <a:pt x="4244" y="8390"/>
                  </a:cubicBezTo>
                  <a:cubicBezTo>
                    <a:pt x="4308" y="8390"/>
                    <a:pt x="4405" y="8326"/>
                    <a:pt x="4405" y="8229"/>
                  </a:cubicBezTo>
                  <a:lnTo>
                    <a:pt x="6365" y="257"/>
                  </a:lnTo>
                  <a:cubicBezTo>
                    <a:pt x="6398" y="193"/>
                    <a:pt x="6365" y="129"/>
                    <a:pt x="6333" y="97"/>
                  </a:cubicBezTo>
                  <a:cubicBezTo>
                    <a:pt x="6301" y="32"/>
                    <a:pt x="6237" y="0"/>
                    <a:pt x="61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5" name="Google Shape;2335;p37"/>
            <p:cNvSpPr/>
            <p:nvPr/>
          </p:nvSpPr>
          <p:spPr>
            <a:xfrm>
              <a:off x="4607150" y="3700075"/>
              <a:ext cx="94050" cy="192100"/>
            </a:xfrm>
            <a:custGeom>
              <a:rect b="b" l="l" r="r" t="t"/>
              <a:pathLst>
                <a:path extrusionOk="0" h="7684" w="3762">
                  <a:moveTo>
                    <a:pt x="1" y="1"/>
                  </a:moveTo>
                  <a:lnTo>
                    <a:pt x="3344" y="7683"/>
                  </a:lnTo>
                  <a:lnTo>
                    <a:pt x="376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6" name="Google Shape;2336;p37"/>
            <p:cNvSpPr/>
            <p:nvPr/>
          </p:nvSpPr>
          <p:spPr>
            <a:xfrm>
              <a:off x="4601525" y="3695250"/>
              <a:ext cx="105300" cy="201950"/>
            </a:xfrm>
            <a:custGeom>
              <a:rect b="b" l="l" r="r" t="t"/>
              <a:pathLst>
                <a:path extrusionOk="0" h="8078" w="4212">
                  <a:moveTo>
                    <a:pt x="3762" y="419"/>
                  </a:moveTo>
                  <a:lnTo>
                    <a:pt x="3395" y="6939"/>
                  </a:lnTo>
                  <a:lnTo>
                    <a:pt x="547" y="419"/>
                  </a:lnTo>
                  <a:close/>
                  <a:moveTo>
                    <a:pt x="226" y="1"/>
                  </a:moveTo>
                  <a:cubicBezTo>
                    <a:pt x="129" y="1"/>
                    <a:pt x="65" y="33"/>
                    <a:pt x="33" y="97"/>
                  </a:cubicBezTo>
                  <a:cubicBezTo>
                    <a:pt x="1" y="129"/>
                    <a:pt x="1" y="226"/>
                    <a:pt x="33" y="290"/>
                  </a:cubicBezTo>
                  <a:lnTo>
                    <a:pt x="3376" y="7940"/>
                  </a:lnTo>
                  <a:cubicBezTo>
                    <a:pt x="3402" y="8020"/>
                    <a:pt x="3472" y="8077"/>
                    <a:pt x="3550" y="8077"/>
                  </a:cubicBezTo>
                  <a:cubicBezTo>
                    <a:pt x="3567" y="8077"/>
                    <a:pt x="3584" y="8075"/>
                    <a:pt x="3601" y="8069"/>
                  </a:cubicBezTo>
                  <a:cubicBezTo>
                    <a:pt x="3697" y="8069"/>
                    <a:pt x="3762" y="7972"/>
                    <a:pt x="3762" y="7876"/>
                  </a:cubicBezTo>
                  <a:lnTo>
                    <a:pt x="4212" y="226"/>
                  </a:lnTo>
                  <a:cubicBezTo>
                    <a:pt x="4212" y="161"/>
                    <a:pt x="4179" y="97"/>
                    <a:pt x="4147" y="65"/>
                  </a:cubicBezTo>
                  <a:cubicBezTo>
                    <a:pt x="4115" y="1"/>
                    <a:pt x="4051" y="1"/>
                    <a:pt x="39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7" name="Google Shape;2337;p37"/>
            <p:cNvSpPr/>
            <p:nvPr/>
          </p:nvSpPr>
          <p:spPr>
            <a:xfrm>
              <a:off x="4586250" y="3685600"/>
              <a:ext cx="104500" cy="206575"/>
            </a:xfrm>
            <a:custGeom>
              <a:rect b="b" l="l" r="r" t="t"/>
              <a:pathLst>
                <a:path extrusionOk="0" h="8263" w="4180">
                  <a:moveTo>
                    <a:pt x="1" y="1"/>
                  </a:moveTo>
                  <a:lnTo>
                    <a:pt x="4180" y="8262"/>
                  </a:lnTo>
                  <a:lnTo>
                    <a:pt x="376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8" name="Google Shape;2338;p37"/>
            <p:cNvSpPr/>
            <p:nvPr/>
          </p:nvSpPr>
          <p:spPr>
            <a:xfrm>
              <a:off x="4580625" y="3679975"/>
              <a:ext cx="115750" cy="217300"/>
            </a:xfrm>
            <a:custGeom>
              <a:rect b="b" l="l" r="r" t="t"/>
              <a:pathLst>
                <a:path extrusionOk="0" h="8692" w="4630">
                  <a:moveTo>
                    <a:pt x="3794" y="419"/>
                  </a:moveTo>
                  <a:lnTo>
                    <a:pt x="4131" y="7473"/>
                  </a:lnTo>
                  <a:lnTo>
                    <a:pt x="547" y="419"/>
                  </a:lnTo>
                  <a:close/>
                  <a:moveTo>
                    <a:pt x="226" y="1"/>
                  </a:moveTo>
                  <a:cubicBezTo>
                    <a:pt x="130" y="1"/>
                    <a:pt x="65" y="33"/>
                    <a:pt x="33" y="97"/>
                  </a:cubicBezTo>
                  <a:cubicBezTo>
                    <a:pt x="1" y="162"/>
                    <a:pt x="1" y="258"/>
                    <a:pt x="33" y="322"/>
                  </a:cubicBezTo>
                  <a:lnTo>
                    <a:pt x="4212" y="8583"/>
                  </a:lnTo>
                  <a:cubicBezTo>
                    <a:pt x="4236" y="8656"/>
                    <a:pt x="4296" y="8692"/>
                    <a:pt x="4366" y="8692"/>
                  </a:cubicBezTo>
                  <a:cubicBezTo>
                    <a:pt x="4389" y="8692"/>
                    <a:pt x="4413" y="8688"/>
                    <a:pt x="4437" y="8680"/>
                  </a:cubicBezTo>
                  <a:cubicBezTo>
                    <a:pt x="4533" y="8648"/>
                    <a:pt x="4630" y="8583"/>
                    <a:pt x="4598" y="8455"/>
                  </a:cubicBezTo>
                  <a:lnTo>
                    <a:pt x="4595" y="8392"/>
                  </a:lnTo>
                  <a:lnTo>
                    <a:pt x="4595" y="8392"/>
                  </a:lnTo>
                  <a:lnTo>
                    <a:pt x="4598" y="8391"/>
                  </a:lnTo>
                  <a:lnTo>
                    <a:pt x="4594" y="8384"/>
                  </a:lnTo>
                  <a:lnTo>
                    <a:pt x="4594" y="8384"/>
                  </a:lnTo>
                  <a:lnTo>
                    <a:pt x="4212" y="194"/>
                  </a:lnTo>
                  <a:cubicBezTo>
                    <a:pt x="4212" y="97"/>
                    <a:pt x="4115" y="1"/>
                    <a:pt x="39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9" name="Google Shape;2339;p37"/>
            <p:cNvSpPr/>
            <p:nvPr/>
          </p:nvSpPr>
          <p:spPr>
            <a:xfrm>
              <a:off x="4361250" y="3647850"/>
              <a:ext cx="329500" cy="244325"/>
            </a:xfrm>
            <a:custGeom>
              <a:rect b="b" l="l" r="r" t="t"/>
              <a:pathLst>
                <a:path extrusionOk="0" h="9773" w="13180">
                  <a:moveTo>
                    <a:pt x="1" y="0"/>
                  </a:moveTo>
                  <a:lnTo>
                    <a:pt x="2411" y="9772"/>
                  </a:lnTo>
                  <a:lnTo>
                    <a:pt x="13180" y="9772"/>
                  </a:lnTo>
                  <a:lnTo>
                    <a:pt x="11476" y="1125"/>
                  </a:lnTo>
                  <a:lnTo>
                    <a:pt x="6108" y="1125"/>
                  </a:lnTo>
                  <a:lnTo>
                    <a:pt x="514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0" name="Google Shape;2340;p37"/>
            <p:cNvSpPr/>
            <p:nvPr/>
          </p:nvSpPr>
          <p:spPr>
            <a:xfrm>
              <a:off x="4355625" y="3643025"/>
              <a:ext cx="340750" cy="253950"/>
            </a:xfrm>
            <a:custGeom>
              <a:rect b="b" l="l" r="r" t="t"/>
              <a:pathLst>
                <a:path extrusionOk="0" h="10158" w="13630">
                  <a:moveTo>
                    <a:pt x="5272" y="418"/>
                  </a:moveTo>
                  <a:lnTo>
                    <a:pt x="6172" y="1447"/>
                  </a:lnTo>
                  <a:cubicBezTo>
                    <a:pt x="6204" y="1511"/>
                    <a:pt x="6269" y="1511"/>
                    <a:pt x="6333" y="1511"/>
                  </a:cubicBezTo>
                  <a:lnTo>
                    <a:pt x="11508" y="1511"/>
                  </a:lnTo>
                  <a:lnTo>
                    <a:pt x="13148" y="9740"/>
                  </a:lnTo>
                  <a:lnTo>
                    <a:pt x="2797" y="9740"/>
                  </a:lnTo>
                  <a:lnTo>
                    <a:pt x="515" y="418"/>
                  </a:lnTo>
                  <a:close/>
                  <a:moveTo>
                    <a:pt x="226" y="0"/>
                  </a:moveTo>
                  <a:cubicBezTo>
                    <a:pt x="161" y="0"/>
                    <a:pt x="97" y="32"/>
                    <a:pt x="65" y="65"/>
                  </a:cubicBezTo>
                  <a:cubicBezTo>
                    <a:pt x="33" y="129"/>
                    <a:pt x="1" y="193"/>
                    <a:pt x="33" y="257"/>
                  </a:cubicBezTo>
                  <a:lnTo>
                    <a:pt x="2444" y="9997"/>
                  </a:lnTo>
                  <a:cubicBezTo>
                    <a:pt x="2444" y="10094"/>
                    <a:pt x="2540" y="10158"/>
                    <a:pt x="2636" y="10158"/>
                  </a:cubicBezTo>
                  <a:lnTo>
                    <a:pt x="13405" y="10158"/>
                  </a:lnTo>
                  <a:cubicBezTo>
                    <a:pt x="13469" y="10158"/>
                    <a:pt x="13533" y="10126"/>
                    <a:pt x="13565" y="10094"/>
                  </a:cubicBezTo>
                  <a:cubicBezTo>
                    <a:pt x="13598" y="10029"/>
                    <a:pt x="13630" y="9965"/>
                    <a:pt x="13598" y="9901"/>
                  </a:cubicBezTo>
                  <a:lnTo>
                    <a:pt x="11894" y="1286"/>
                  </a:lnTo>
                  <a:cubicBezTo>
                    <a:pt x="11894" y="1157"/>
                    <a:pt x="11798" y="1093"/>
                    <a:pt x="11701" y="1093"/>
                  </a:cubicBezTo>
                  <a:lnTo>
                    <a:pt x="6437" y="1093"/>
                  </a:lnTo>
                  <a:lnTo>
                    <a:pt x="5529" y="65"/>
                  </a:lnTo>
                  <a:cubicBezTo>
                    <a:pt x="5465" y="32"/>
                    <a:pt x="5433" y="0"/>
                    <a:pt x="53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1" name="Google Shape;2341;p37"/>
            <p:cNvSpPr/>
            <p:nvPr/>
          </p:nvSpPr>
          <p:spPr>
            <a:xfrm>
              <a:off x="3617100" y="2493050"/>
              <a:ext cx="253975" cy="908100"/>
            </a:xfrm>
            <a:custGeom>
              <a:rect b="b" l="l" r="r" t="t"/>
              <a:pathLst>
                <a:path extrusionOk="0" h="36324" w="10159">
                  <a:moveTo>
                    <a:pt x="9741" y="0"/>
                  </a:moveTo>
                  <a:lnTo>
                    <a:pt x="9741" y="10544"/>
                  </a:lnTo>
                  <a:lnTo>
                    <a:pt x="1" y="10544"/>
                  </a:lnTo>
                  <a:lnTo>
                    <a:pt x="1" y="36324"/>
                  </a:lnTo>
                  <a:lnTo>
                    <a:pt x="419" y="36324"/>
                  </a:lnTo>
                  <a:lnTo>
                    <a:pt x="419" y="10962"/>
                  </a:lnTo>
                  <a:lnTo>
                    <a:pt x="10158" y="10962"/>
                  </a:lnTo>
                  <a:lnTo>
                    <a:pt x="1015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2" name="Google Shape;2342;p37"/>
            <p:cNvSpPr/>
            <p:nvPr/>
          </p:nvSpPr>
          <p:spPr>
            <a:xfrm>
              <a:off x="3711925" y="2493050"/>
              <a:ext cx="11275" cy="266025"/>
            </a:xfrm>
            <a:custGeom>
              <a:rect b="b" l="l" r="r" t="t"/>
              <a:pathLst>
                <a:path extrusionOk="0" h="10641" w="451">
                  <a:moveTo>
                    <a:pt x="1" y="0"/>
                  </a:moveTo>
                  <a:lnTo>
                    <a:pt x="1" y="10640"/>
                  </a:lnTo>
                  <a:lnTo>
                    <a:pt x="451" y="10640"/>
                  </a:lnTo>
                  <a:lnTo>
                    <a:pt x="45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3" name="Google Shape;2343;p37"/>
            <p:cNvSpPr/>
            <p:nvPr/>
          </p:nvSpPr>
          <p:spPr>
            <a:xfrm>
              <a:off x="3850150" y="2476975"/>
              <a:ext cx="31375" cy="31375"/>
            </a:xfrm>
            <a:custGeom>
              <a:rect b="b" l="l" r="r" t="t"/>
              <a:pathLst>
                <a:path extrusionOk="0" h="1255" w="1255">
                  <a:moveTo>
                    <a:pt x="644" y="1"/>
                  </a:moveTo>
                  <a:cubicBezTo>
                    <a:pt x="290" y="1"/>
                    <a:pt x="1" y="290"/>
                    <a:pt x="1" y="643"/>
                  </a:cubicBezTo>
                  <a:cubicBezTo>
                    <a:pt x="1" y="997"/>
                    <a:pt x="290" y="1254"/>
                    <a:pt x="644" y="1254"/>
                  </a:cubicBezTo>
                  <a:cubicBezTo>
                    <a:pt x="965" y="1254"/>
                    <a:pt x="1254" y="997"/>
                    <a:pt x="1254" y="643"/>
                  </a:cubicBezTo>
                  <a:cubicBezTo>
                    <a:pt x="1254" y="290"/>
                    <a:pt x="965" y="1"/>
                    <a:pt x="64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4" name="Google Shape;2344;p37"/>
            <p:cNvSpPr/>
            <p:nvPr/>
          </p:nvSpPr>
          <p:spPr>
            <a:xfrm>
              <a:off x="3844525" y="2472150"/>
              <a:ext cx="42625" cy="41825"/>
            </a:xfrm>
            <a:custGeom>
              <a:rect b="b" l="l" r="r" t="t"/>
              <a:pathLst>
                <a:path extrusionOk="0" h="1673" w="1705">
                  <a:moveTo>
                    <a:pt x="869" y="419"/>
                  </a:moveTo>
                  <a:cubicBezTo>
                    <a:pt x="1094" y="419"/>
                    <a:pt x="1254" y="611"/>
                    <a:pt x="1254" y="836"/>
                  </a:cubicBezTo>
                  <a:cubicBezTo>
                    <a:pt x="1254" y="1061"/>
                    <a:pt x="1094" y="1254"/>
                    <a:pt x="869" y="1254"/>
                  </a:cubicBezTo>
                  <a:cubicBezTo>
                    <a:pt x="611" y="1254"/>
                    <a:pt x="451" y="1061"/>
                    <a:pt x="451" y="836"/>
                  </a:cubicBezTo>
                  <a:cubicBezTo>
                    <a:pt x="451" y="611"/>
                    <a:pt x="611" y="419"/>
                    <a:pt x="869" y="419"/>
                  </a:cubicBezTo>
                  <a:close/>
                  <a:moveTo>
                    <a:pt x="869" y="1"/>
                  </a:moveTo>
                  <a:cubicBezTo>
                    <a:pt x="386" y="1"/>
                    <a:pt x="1" y="354"/>
                    <a:pt x="1" y="836"/>
                  </a:cubicBezTo>
                  <a:cubicBezTo>
                    <a:pt x="1" y="1286"/>
                    <a:pt x="386" y="1672"/>
                    <a:pt x="869" y="1672"/>
                  </a:cubicBezTo>
                  <a:cubicBezTo>
                    <a:pt x="1319" y="1672"/>
                    <a:pt x="1704" y="1286"/>
                    <a:pt x="1704" y="836"/>
                  </a:cubicBezTo>
                  <a:cubicBezTo>
                    <a:pt x="1704" y="354"/>
                    <a:pt x="1319" y="1"/>
                    <a:pt x="8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5" name="Google Shape;2345;p37"/>
            <p:cNvSpPr/>
            <p:nvPr/>
          </p:nvSpPr>
          <p:spPr>
            <a:xfrm>
              <a:off x="3702300" y="2476975"/>
              <a:ext cx="31350" cy="31375"/>
            </a:xfrm>
            <a:custGeom>
              <a:rect b="b" l="l" r="r" t="t"/>
              <a:pathLst>
                <a:path extrusionOk="0" h="1255" w="1254">
                  <a:moveTo>
                    <a:pt x="643" y="1"/>
                  </a:moveTo>
                  <a:cubicBezTo>
                    <a:pt x="289" y="1"/>
                    <a:pt x="0" y="290"/>
                    <a:pt x="0" y="643"/>
                  </a:cubicBezTo>
                  <a:cubicBezTo>
                    <a:pt x="0" y="997"/>
                    <a:pt x="289" y="1254"/>
                    <a:pt x="643" y="1254"/>
                  </a:cubicBezTo>
                  <a:cubicBezTo>
                    <a:pt x="997" y="1254"/>
                    <a:pt x="1254" y="997"/>
                    <a:pt x="1254" y="643"/>
                  </a:cubicBezTo>
                  <a:cubicBezTo>
                    <a:pt x="1254" y="290"/>
                    <a:pt x="997" y="1"/>
                    <a:pt x="6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6" name="Google Shape;2346;p37"/>
            <p:cNvSpPr/>
            <p:nvPr/>
          </p:nvSpPr>
          <p:spPr>
            <a:xfrm>
              <a:off x="3697475" y="2472150"/>
              <a:ext cx="41800" cy="41825"/>
            </a:xfrm>
            <a:custGeom>
              <a:rect b="b" l="l" r="r" t="t"/>
              <a:pathLst>
                <a:path extrusionOk="0" h="1673" w="1672">
                  <a:moveTo>
                    <a:pt x="836" y="419"/>
                  </a:moveTo>
                  <a:cubicBezTo>
                    <a:pt x="1061" y="419"/>
                    <a:pt x="1254" y="611"/>
                    <a:pt x="1254" y="836"/>
                  </a:cubicBezTo>
                  <a:cubicBezTo>
                    <a:pt x="1254" y="1061"/>
                    <a:pt x="1061" y="1254"/>
                    <a:pt x="836" y="1254"/>
                  </a:cubicBezTo>
                  <a:cubicBezTo>
                    <a:pt x="611" y="1254"/>
                    <a:pt x="418" y="1061"/>
                    <a:pt x="418" y="836"/>
                  </a:cubicBezTo>
                  <a:cubicBezTo>
                    <a:pt x="418" y="611"/>
                    <a:pt x="611" y="419"/>
                    <a:pt x="836" y="419"/>
                  </a:cubicBezTo>
                  <a:close/>
                  <a:moveTo>
                    <a:pt x="836" y="1"/>
                  </a:moveTo>
                  <a:cubicBezTo>
                    <a:pt x="354" y="1"/>
                    <a:pt x="0" y="354"/>
                    <a:pt x="0" y="836"/>
                  </a:cubicBezTo>
                  <a:cubicBezTo>
                    <a:pt x="0" y="1286"/>
                    <a:pt x="354" y="1672"/>
                    <a:pt x="836" y="1672"/>
                  </a:cubicBezTo>
                  <a:cubicBezTo>
                    <a:pt x="1286" y="1672"/>
                    <a:pt x="1672" y="1286"/>
                    <a:pt x="1672" y="836"/>
                  </a:cubicBezTo>
                  <a:cubicBezTo>
                    <a:pt x="1672" y="354"/>
                    <a:pt x="1286" y="1"/>
                    <a:pt x="8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7" name="Google Shape;2347;p37"/>
            <p:cNvSpPr/>
            <p:nvPr/>
          </p:nvSpPr>
          <p:spPr>
            <a:xfrm>
              <a:off x="3163075" y="2504300"/>
              <a:ext cx="87625" cy="532825"/>
            </a:xfrm>
            <a:custGeom>
              <a:rect b="b" l="l" r="r" t="t"/>
              <a:pathLst>
                <a:path extrusionOk="0" h="21313" w="3505">
                  <a:moveTo>
                    <a:pt x="0" y="0"/>
                  </a:moveTo>
                  <a:lnTo>
                    <a:pt x="0" y="7779"/>
                  </a:lnTo>
                  <a:lnTo>
                    <a:pt x="3086" y="10865"/>
                  </a:lnTo>
                  <a:lnTo>
                    <a:pt x="3086" y="21312"/>
                  </a:lnTo>
                  <a:lnTo>
                    <a:pt x="3504" y="21312"/>
                  </a:lnTo>
                  <a:lnTo>
                    <a:pt x="3504" y="10672"/>
                  </a:lnTo>
                  <a:lnTo>
                    <a:pt x="450" y="7619"/>
                  </a:lnTo>
                  <a:lnTo>
                    <a:pt x="45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8" name="Google Shape;2348;p37"/>
            <p:cNvSpPr/>
            <p:nvPr/>
          </p:nvSpPr>
          <p:spPr>
            <a:xfrm>
              <a:off x="3153425" y="2481000"/>
              <a:ext cx="31375" cy="31350"/>
            </a:xfrm>
            <a:custGeom>
              <a:rect b="b" l="l" r="r" t="t"/>
              <a:pathLst>
                <a:path extrusionOk="0" h="1254" w="1255">
                  <a:moveTo>
                    <a:pt x="611" y="0"/>
                  </a:moveTo>
                  <a:cubicBezTo>
                    <a:pt x="258" y="0"/>
                    <a:pt x="1" y="290"/>
                    <a:pt x="1" y="611"/>
                  </a:cubicBezTo>
                  <a:cubicBezTo>
                    <a:pt x="1" y="965"/>
                    <a:pt x="258" y="1254"/>
                    <a:pt x="611" y="1254"/>
                  </a:cubicBezTo>
                  <a:cubicBezTo>
                    <a:pt x="965" y="1254"/>
                    <a:pt x="1254" y="965"/>
                    <a:pt x="1254" y="611"/>
                  </a:cubicBezTo>
                  <a:cubicBezTo>
                    <a:pt x="1254" y="290"/>
                    <a:pt x="965" y="0"/>
                    <a:pt x="6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9" name="Google Shape;2349;p37"/>
            <p:cNvSpPr/>
            <p:nvPr/>
          </p:nvSpPr>
          <p:spPr>
            <a:xfrm>
              <a:off x="3147800" y="2475375"/>
              <a:ext cx="41825" cy="41800"/>
            </a:xfrm>
            <a:custGeom>
              <a:rect b="b" l="l" r="r" t="t"/>
              <a:pathLst>
                <a:path extrusionOk="0" h="1672" w="1673">
                  <a:moveTo>
                    <a:pt x="836" y="418"/>
                  </a:moveTo>
                  <a:cubicBezTo>
                    <a:pt x="1061" y="418"/>
                    <a:pt x="1254" y="611"/>
                    <a:pt x="1254" y="836"/>
                  </a:cubicBezTo>
                  <a:cubicBezTo>
                    <a:pt x="1254" y="1061"/>
                    <a:pt x="1061" y="1254"/>
                    <a:pt x="836" y="1254"/>
                  </a:cubicBezTo>
                  <a:cubicBezTo>
                    <a:pt x="611" y="1254"/>
                    <a:pt x="418" y="1061"/>
                    <a:pt x="418" y="836"/>
                  </a:cubicBezTo>
                  <a:cubicBezTo>
                    <a:pt x="418" y="611"/>
                    <a:pt x="611" y="418"/>
                    <a:pt x="836" y="418"/>
                  </a:cubicBezTo>
                  <a:close/>
                  <a:moveTo>
                    <a:pt x="836" y="0"/>
                  </a:moveTo>
                  <a:cubicBezTo>
                    <a:pt x="386" y="0"/>
                    <a:pt x="1" y="386"/>
                    <a:pt x="1" y="836"/>
                  </a:cubicBezTo>
                  <a:cubicBezTo>
                    <a:pt x="1" y="1318"/>
                    <a:pt x="386" y="1672"/>
                    <a:pt x="836" y="1672"/>
                  </a:cubicBezTo>
                  <a:cubicBezTo>
                    <a:pt x="1286" y="1672"/>
                    <a:pt x="1672" y="1318"/>
                    <a:pt x="1672" y="836"/>
                  </a:cubicBezTo>
                  <a:cubicBezTo>
                    <a:pt x="1672" y="386"/>
                    <a:pt x="1286" y="0"/>
                    <a:pt x="8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0" name="Google Shape;2350;p37"/>
            <p:cNvSpPr/>
            <p:nvPr/>
          </p:nvSpPr>
          <p:spPr>
            <a:xfrm>
              <a:off x="2753225" y="2987275"/>
              <a:ext cx="488625" cy="170375"/>
            </a:xfrm>
            <a:custGeom>
              <a:rect b="b" l="l" r="r" t="t"/>
              <a:pathLst>
                <a:path extrusionOk="0" h="6815" w="19545">
                  <a:moveTo>
                    <a:pt x="1" y="0"/>
                  </a:moveTo>
                  <a:lnTo>
                    <a:pt x="1" y="418"/>
                  </a:lnTo>
                  <a:lnTo>
                    <a:pt x="11219" y="418"/>
                  </a:lnTo>
                  <a:lnTo>
                    <a:pt x="11219" y="6815"/>
                  </a:lnTo>
                  <a:lnTo>
                    <a:pt x="19544" y="6815"/>
                  </a:lnTo>
                  <a:lnTo>
                    <a:pt x="19544" y="6365"/>
                  </a:lnTo>
                  <a:lnTo>
                    <a:pt x="11637" y="6365"/>
                  </a:lnTo>
                  <a:lnTo>
                    <a:pt x="116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1" name="Google Shape;2351;p37"/>
            <p:cNvSpPr/>
            <p:nvPr/>
          </p:nvSpPr>
          <p:spPr>
            <a:xfrm>
              <a:off x="2737150" y="2976825"/>
              <a:ext cx="31375" cy="31375"/>
            </a:xfrm>
            <a:custGeom>
              <a:rect b="b" l="l" r="r" t="t"/>
              <a:pathLst>
                <a:path extrusionOk="0" h="1255" w="1255">
                  <a:moveTo>
                    <a:pt x="644" y="0"/>
                  </a:moveTo>
                  <a:cubicBezTo>
                    <a:pt x="290" y="0"/>
                    <a:pt x="1" y="290"/>
                    <a:pt x="1" y="643"/>
                  </a:cubicBezTo>
                  <a:cubicBezTo>
                    <a:pt x="1" y="997"/>
                    <a:pt x="290" y="1254"/>
                    <a:pt x="644" y="1254"/>
                  </a:cubicBezTo>
                  <a:cubicBezTo>
                    <a:pt x="965" y="1254"/>
                    <a:pt x="1254" y="997"/>
                    <a:pt x="1254" y="643"/>
                  </a:cubicBezTo>
                  <a:cubicBezTo>
                    <a:pt x="1254" y="290"/>
                    <a:pt x="965" y="0"/>
                    <a:pt x="64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2" name="Google Shape;2352;p37"/>
            <p:cNvSpPr/>
            <p:nvPr/>
          </p:nvSpPr>
          <p:spPr>
            <a:xfrm>
              <a:off x="2732325" y="2972000"/>
              <a:ext cx="41825" cy="41825"/>
            </a:xfrm>
            <a:custGeom>
              <a:rect b="b" l="l" r="r" t="t"/>
              <a:pathLst>
                <a:path extrusionOk="0" h="1673" w="1673">
                  <a:moveTo>
                    <a:pt x="837" y="418"/>
                  </a:moveTo>
                  <a:cubicBezTo>
                    <a:pt x="1062" y="418"/>
                    <a:pt x="1255" y="611"/>
                    <a:pt x="1255" y="836"/>
                  </a:cubicBezTo>
                  <a:cubicBezTo>
                    <a:pt x="1255" y="1061"/>
                    <a:pt x="1062" y="1254"/>
                    <a:pt x="837" y="1254"/>
                  </a:cubicBezTo>
                  <a:cubicBezTo>
                    <a:pt x="612" y="1254"/>
                    <a:pt x="419" y="1061"/>
                    <a:pt x="419" y="836"/>
                  </a:cubicBezTo>
                  <a:cubicBezTo>
                    <a:pt x="419" y="611"/>
                    <a:pt x="612" y="418"/>
                    <a:pt x="837" y="418"/>
                  </a:cubicBezTo>
                  <a:close/>
                  <a:moveTo>
                    <a:pt x="837" y="1"/>
                  </a:moveTo>
                  <a:cubicBezTo>
                    <a:pt x="354" y="1"/>
                    <a:pt x="1" y="354"/>
                    <a:pt x="1" y="836"/>
                  </a:cubicBezTo>
                  <a:cubicBezTo>
                    <a:pt x="1" y="1286"/>
                    <a:pt x="354" y="1672"/>
                    <a:pt x="837" y="1672"/>
                  </a:cubicBezTo>
                  <a:cubicBezTo>
                    <a:pt x="1287" y="1672"/>
                    <a:pt x="1672" y="1286"/>
                    <a:pt x="1672" y="836"/>
                  </a:cubicBezTo>
                  <a:cubicBezTo>
                    <a:pt x="1672" y="354"/>
                    <a:pt x="1287" y="1"/>
                    <a:pt x="8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3" name="Google Shape;2353;p37"/>
            <p:cNvSpPr/>
            <p:nvPr/>
          </p:nvSpPr>
          <p:spPr>
            <a:xfrm>
              <a:off x="2463125" y="3198625"/>
              <a:ext cx="1296250" cy="180825"/>
            </a:xfrm>
            <a:custGeom>
              <a:rect b="b" l="l" r="r" t="t"/>
              <a:pathLst>
                <a:path extrusionOk="0" h="7233" w="51850">
                  <a:moveTo>
                    <a:pt x="1" y="0"/>
                  </a:moveTo>
                  <a:lnTo>
                    <a:pt x="1" y="418"/>
                  </a:lnTo>
                  <a:lnTo>
                    <a:pt x="9033" y="418"/>
                  </a:lnTo>
                  <a:lnTo>
                    <a:pt x="9033" y="7233"/>
                  </a:lnTo>
                  <a:lnTo>
                    <a:pt x="51849" y="7233"/>
                  </a:lnTo>
                  <a:lnTo>
                    <a:pt x="51849" y="6815"/>
                  </a:lnTo>
                  <a:lnTo>
                    <a:pt x="9451" y="6815"/>
                  </a:lnTo>
                  <a:lnTo>
                    <a:pt x="945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4" name="Google Shape;2354;p37"/>
            <p:cNvSpPr/>
            <p:nvPr/>
          </p:nvSpPr>
          <p:spPr>
            <a:xfrm>
              <a:off x="2447850" y="3188175"/>
              <a:ext cx="31375" cy="31375"/>
            </a:xfrm>
            <a:custGeom>
              <a:rect b="b" l="l" r="r" t="t"/>
              <a:pathLst>
                <a:path extrusionOk="0" h="1255" w="1255">
                  <a:moveTo>
                    <a:pt x="644" y="0"/>
                  </a:moveTo>
                  <a:cubicBezTo>
                    <a:pt x="290" y="0"/>
                    <a:pt x="1" y="258"/>
                    <a:pt x="1" y="611"/>
                  </a:cubicBezTo>
                  <a:cubicBezTo>
                    <a:pt x="1" y="965"/>
                    <a:pt x="290" y="1254"/>
                    <a:pt x="644" y="1254"/>
                  </a:cubicBezTo>
                  <a:cubicBezTo>
                    <a:pt x="997" y="1254"/>
                    <a:pt x="1254" y="965"/>
                    <a:pt x="1254" y="611"/>
                  </a:cubicBezTo>
                  <a:cubicBezTo>
                    <a:pt x="1254" y="258"/>
                    <a:pt x="997" y="0"/>
                    <a:pt x="64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5" name="Google Shape;2355;p37"/>
            <p:cNvSpPr/>
            <p:nvPr/>
          </p:nvSpPr>
          <p:spPr>
            <a:xfrm>
              <a:off x="2443025" y="3182550"/>
              <a:ext cx="41825" cy="41800"/>
            </a:xfrm>
            <a:custGeom>
              <a:rect b="b" l="l" r="r" t="t"/>
              <a:pathLst>
                <a:path extrusionOk="0" h="1672" w="1673">
                  <a:moveTo>
                    <a:pt x="837" y="418"/>
                  </a:moveTo>
                  <a:cubicBezTo>
                    <a:pt x="1062" y="418"/>
                    <a:pt x="1255" y="611"/>
                    <a:pt x="1255" y="836"/>
                  </a:cubicBezTo>
                  <a:cubicBezTo>
                    <a:pt x="1255" y="1061"/>
                    <a:pt x="1062" y="1254"/>
                    <a:pt x="837" y="1254"/>
                  </a:cubicBezTo>
                  <a:cubicBezTo>
                    <a:pt x="612" y="1254"/>
                    <a:pt x="419" y="1061"/>
                    <a:pt x="419" y="836"/>
                  </a:cubicBezTo>
                  <a:cubicBezTo>
                    <a:pt x="419" y="611"/>
                    <a:pt x="612" y="418"/>
                    <a:pt x="837" y="418"/>
                  </a:cubicBezTo>
                  <a:close/>
                  <a:moveTo>
                    <a:pt x="837" y="0"/>
                  </a:moveTo>
                  <a:cubicBezTo>
                    <a:pt x="355" y="0"/>
                    <a:pt x="1" y="386"/>
                    <a:pt x="1" y="836"/>
                  </a:cubicBezTo>
                  <a:cubicBezTo>
                    <a:pt x="1" y="1318"/>
                    <a:pt x="355" y="1672"/>
                    <a:pt x="837" y="1672"/>
                  </a:cubicBezTo>
                  <a:cubicBezTo>
                    <a:pt x="1287" y="1672"/>
                    <a:pt x="1672" y="1318"/>
                    <a:pt x="1672" y="836"/>
                  </a:cubicBezTo>
                  <a:cubicBezTo>
                    <a:pt x="1672" y="386"/>
                    <a:pt x="1287" y="0"/>
                    <a:pt x="8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6" name="Google Shape;2356;p37"/>
            <p:cNvSpPr/>
            <p:nvPr/>
          </p:nvSpPr>
          <p:spPr>
            <a:xfrm>
              <a:off x="2906725" y="3472650"/>
              <a:ext cx="368075" cy="307000"/>
            </a:xfrm>
            <a:custGeom>
              <a:rect b="b" l="l" r="r" t="t"/>
              <a:pathLst>
                <a:path extrusionOk="0" h="12280" w="14723">
                  <a:moveTo>
                    <a:pt x="14272" y="1"/>
                  </a:moveTo>
                  <a:lnTo>
                    <a:pt x="14272" y="5497"/>
                  </a:lnTo>
                  <a:lnTo>
                    <a:pt x="10544" y="5497"/>
                  </a:lnTo>
                  <a:lnTo>
                    <a:pt x="10544" y="11862"/>
                  </a:lnTo>
                  <a:lnTo>
                    <a:pt x="0" y="11862"/>
                  </a:lnTo>
                  <a:lnTo>
                    <a:pt x="0" y="12280"/>
                  </a:lnTo>
                  <a:lnTo>
                    <a:pt x="10961" y="12280"/>
                  </a:lnTo>
                  <a:lnTo>
                    <a:pt x="10961" y="5915"/>
                  </a:lnTo>
                  <a:lnTo>
                    <a:pt x="14722" y="5915"/>
                  </a:lnTo>
                  <a:lnTo>
                    <a:pt x="1472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7" name="Google Shape;2357;p37"/>
            <p:cNvSpPr/>
            <p:nvPr/>
          </p:nvSpPr>
          <p:spPr>
            <a:xfrm>
              <a:off x="2892250" y="3755525"/>
              <a:ext cx="31375" cy="31375"/>
            </a:xfrm>
            <a:custGeom>
              <a:rect b="b" l="l" r="r" t="t"/>
              <a:pathLst>
                <a:path extrusionOk="0" h="1255" w="1255">
                  <a:moveTo>
                    <a:pt x="644" y="0"/>
                  </a:moveTo>
                  <a:cubicBezTo>
                    <a:pt x="290" y="0"/>
                    <a:pt x="1" y="290"/>
                    <a:pt x="1" y="643"/>
                  </a:cubicBezTo>
                  <a:cubicBezTo>
                    <a:pt x="1" y="997"/>
                    <a:pt x="290" y="1254"/>
                    <a:pt x="644" y="1254"/>
                  </a:cubicBezTo>
                  <a:cubicBezTo>
                    <a:pt x="965" y="1254"/>
                    <a:pt x="1254" y="997"/>
                    <a:pt x="1254" y="643"/>
                  </a:cubicBezTo>
                  <a:cubicBezTo>
                    <a:pt x="1254" y="290"/>
                    <a:pt x="965" y="0"/>
                    <a:pt x="64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8" name="Google Shape;2358;p37"/>
            <p:cNvSpPr/>
            <p:nvPr/>
          </p:nvSpPr>
          <p:spPr>
            <a:xfrm>
              <a:off x="2887425" y="3750700"/>
              <a:ext cx="41825" cy="41825"/>
            </a:xfrm>
            <a:custGeom>
              <a:rect b="b" l="l" r="r" t="t"/>
              <a:pathLst>
                <a:path extrusionOk="0" h="1673" w="1673">
                  <a:moveTo>
                    <a:pt x="837" y="418"/>
                  </a:moveTo>
                  <a:cubicBezTo>
                    <a:pt x="1062" y="418"/>
                    <a:pt x="1254" y="611"/>
                    <a:pt x="1254" y="836"/>
                  </a:cubicBezTo>
                  <a:cubicBezTo>
                    <a:pt x="1254" y="1061"/>
                    <a:pt x="1062" y="1254"/>
                    <a:pt x="837" y="1254"/>
                  </a:cubicBezTo>
                  <a:cubicBezTo>
                    <a:pt x="579" y="1254"/>
                    <a:pt x="419" y="1061"/>
                    <a:pt x="419" y="836"/>
                  </a:cubicBezTo>
                  <a:cubicBezTo>
                    <a:pt x="419" y="611"/>
                    <a:pt x="579" y="418"/>
                    <a:pt x="837" y="418"/>
                  </a:cubicBezTo>
                  <a:close/>
                  <a:moveTo>
                    <a:pt x="837" y="1"/>
                  </a:moveTo>
                  <a:cubicBezTo>
                    <a:pt x="354" y="1"/>
                    <a:pt x="1" y="354"/>
                    <a:pt x="1" y="836"/>
                  </a:cubicBezTo>
                  <a:cubicBezTo>
                    <a:pt x="1" y="1286"/>
                    <a:pt x="354" y="1672"/>
                    <a:pt x="837" y="1672"/>
                  </a:cubicBezTo>
                  <a:cubicBezTo>
                    <a:pt x="1287" y="1672"/>
                    <a:pt x="1672" y="1286"/>
                    <a:pt x="1672" y="836"/>
                  </a:cubicBezTo>
                  <a:cubicBezTo>
                    <a:pt x="1672" y="354"/>
                    <a:pt x="1287" y="1"/>
                    <a:pt x="8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9" name="Google Shape;2359;p37"/>
            <p:cNvSpPr/>
            <p:nvPr/>
          </p:nvSpPr>
          <p:spPr>
            <a:xfrm>
              <a:off x="3579350" y="3472650"/>
              <a:ext cx="368075" cy="307000"/>
            </a:xfrm>
            <a:custGeom>
              <a:rect b="b" l="l" r="r" t="t"/>
              <a:pathLst>
                <a:path extrusionOk="0" h="12280" w="14723">
                  <a:moveTo>
                    <a:pt x="0" y="1"/>
                  </a:moveTo>
                  <a:lnTo>
                    <a:pt x="0" y="5915"/>
                  </a:lnTo>
                  <a:lnTo>
                    <a:pt x="3729" y="5915"/>
                  </a:lnTo>
                  <a:lnTo>
                    <a:pt x="3729" y="12280"/>
                  </a:lnTo>
                  <a:lnTo>
                    <a:pt x="14722" y="12280"/>
                  </a:lnTo>
                  <a:lnTo>
                    <a:pt x="14722" y="11862"/>
                  </a:lnTo>
                  <a:lnTo>
                    <a:pt x="4147" y="11862"/>
                  </a:lnTo>
                  <a:lnTo>
                    <a:pt x="4147" y="5497"/>
                  </a:lnTo>
                  <a:lnTo>
                    <a:pt x="418" y="5497"/>
                  </a:lnTo>
                  <a:lnTo>
                    <a:pt x="41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0" name="Google Shape;2360;p37"/>
            <p:cNvSpPr/>
            <p:nvPr/>
          </p:nvSpPr>
          <p:spPr>
            <a:xfrm>
              <a:off x="3930525" y="3755525"/>
              <a:ext cx="31350" cy="31375"/>
            </a:xfrm>
            <a:custGeom>
              <a:rect b="b" l="l" r="r" t="t"/>
              <a:pathLst>
                <a:path extrusionOk="0" h="1255" w="1254">
                  <a:moveTo>
                    <a:pt x="611" y="0"/>
                  </a:moveTo>
                  <a:cubicBezTo>
                    <a:pt x="257" y="0"/>
                    <a:pt x="0" y="290"/>
                    <a:pt x="0" y="643"/>
                  </a:cubicBezTo>
                  <a:cubicBezTo>
                    <a:pt x="0" y="997"/>
                    <a:pt x="257" y="1254"/>
                    <a:pt x="611" y="1254"/>
                  </a:cubicBezTo>
                  <a:cubicBezTo>
                    <a:pt x="964" y="1254"/>
                    <a:pt x="1254" y="997"/>
                    <a:pt x="1254" y="643"/>
                  </a:cubicBezTo>
                  <a:cubicBezTo>
                    <a:pt x="1254" y="290"/>
                    <a:pt x="964" y="0"/>
                    <a:pt x="6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1" name="Google Shape;2361;p37"/>
            <p:cNvSpPr/>
            <p:nvPr/>
          </p:nvSpPr>
          <p:spPr>
            <a:xfrm>
              <a:off x="3924900" y="3750700"/>
              <a:ext cx="41800" cy="41825"/>
            </a:xfrm>
            <a:custGeom>
              <a:rect b="b" l="l" r="r" t="t"/>
              <a:pathLst>
                <a:path extrusionOk="0" h="1673" w="1672">
                  <a:moveTo>
                    <a:pt x="836" y="418"/>
                  </a:moveTo>
                  <a:cubicBezTo>
                    <a:pt x="1061" y="418"/>
                    <a:pt x="1254" y="611"/>
                    <a:pt x="1254" y="836"/>
                  </a:cubicBezTo>
                  <a:cubicBezTo>
                    <a:pt x="1254" y="1061"/>
                    <a:pt x="1061" y="1254"/>
                    <a:pt x="836" y="1254"/>
                  </a:cubicBezTo>
                  <a:cubicBezTo>
                    <a:pt x="611" y="1254"/>
                    <a:pt x="418" y="1061"/>
                    <a:pt x="418" y="836"/>
                  </a:cubicBezTo>
                  <a:cubicBezTo>
                    <a:pt x="418" y="611"/>
                    <a:pt x="611" y="418"/>
                    <a:pt x="836" y="418"/>
                  </a:cubicBezTo>
                  <a:close/>
                  <a:moveTo>
                    <a:pt x="836" y="1"/>
                  </a:moveTo>
                  <a:cubicBezTo>
                    <a:pt x="386" y="1"/>
                    <a:pt x="0" y="354"/>
                    <a:pt x="0" y="836"/>
                  </a:cubicBezTo>
                  <a:cubicBezTo>
                    <a:pt x="0" y="1286"/>
                    <a:pt x="386" y="1672"/>
                    <a:pt x="836" y="1672"/>
                  </a:cubicBezTo>
                  <a:cubicBezTo>
                    <a:pt x="1286" y="1672"/>
                    <a:pt x="1672" y="1286"/>
                    <a:pt x="1672" y="836"/>
                  </a:cubicBezTo>
                  <a:cubicBezTo>
                    <a:pt x="1672" y="354"/>
                    <a:pt x="1286" y="1"/>
                    <a:pt x="8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2" name="Google Shape;2362;p37"/>
            <p:cNvSpPr/>
            <p:nvPr/>
          </p:nvSpPr>
          <p:spPr>
            <a:xfrm>
              <a:off x="3717550" y="3065225"/>
              <a:ext cx="429150" cy="208150"/>
            </a:xfrm>
            <a:custGeom>
              <a:rect b="b" l="l" r="r" t="t"/>
              <a:pathLst>
                <a:path extrusionOk="0" h="8326" w="17166">
                  <a:moveTo>
                    <a:pt x="12537" y="0"/>
                  </a:moveTo>
                  <a:lnTo>
                    <a:pt x="12537" y="2829"/>
                  </a:lnTo>
                  <a:lnTo>
                    <a:pt x="7491" y="2829"/>
                  </a:lnTo>
                  <a:lnTo>
                    <a:pt x="7491" y="7908"/>
                  </a:lnTo>
                  <a:lnTo>
                    <a:pt x="1" y="7908"/>
                  </a:lnTo>
                  <a:lnTo>
                    <a:pt x="1" y="8326"/>
                  </a:lnTo>
                  <a:lnTo>
                    <a:pt x="7908" y="8326"/>
                  </a:lnTo>
                  <a:lnTo>
                    <a:pt x="7908" y="3279"/>
                  </a:lnTo>
                  <a:lnTo>
                    <a:pt x="12955" y="3279"/>
                  </a:lnTo>
                  <a:lnTo>
                    <a:pt x="12955" y="418"/>
                  </a:lnTo>
                  <a:lnTo>
                    <a:pt x="17166" y="418"/>
                  </a:lnTo>
                  <a:lnTo>
                    <a:pt x="1716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3" name="Google Shape;2363;p37"/>
            <p:cNvSpPr/>
            <p:nvPr/>
          </p:nvSpPr>
          <p:spPr>
            <a:xfrm>
              <a:off x="4137850" y="3050750"/>
              <a:ext cx="31375" cy="31375"/>
            </a:xfrm>
            <a:custGeom>
              <a:rect b="b" l="l" r="r" t="t"/>
              <a:pathLst>
                <a:path extrusionOk="0" h="1255" w="1255">
                  <a:moveTo>
                    <a:pt x="643" y="1"/>
                  </a:moveTo>
                  <a:cubicBezTo>
                    <a:pt x="290" y="1"/>
                    <a:pt x="0" y="290"/>
                    <a:pt x="0" y="644"/>
                  </a:cubicBezTo>
                  <a:cubicBezTo>
                    <a:pt x="0" y="997"/>
                    <a:pt x="290" y="1254"/>
                    <a:pt x="643" y="1254"/>
                  </a:cubicBezTo>
                  <a:cubicBezTo>
                    <a:pt x="965" y="1254"/>
                    <a:pt x="1254" y="997"/>
                    <a:pt x="1254" y="644"/>
                  </a:cubicBezTo>
                  <a:cubicBezTo>
                    <a:pt x="1254" y="290"/>
                    <a:pt x="965" y="1"/>
                    <a:pt x="6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4" name="Google Shape;2364;p37"/>
            <p:cNvSpPr/>
            <p:nvPr/>
          </p:nvSpPr>
          <p:spPr>
            <a:xfrm>
              <a:off x="4133025" y="3045925"/>
              <a:ext cx="41825" cy="41825"/>
            </a:xfrm>
            <a:custGeom>
              <a:rect b="b" l="l" r="r" t="t"/>
              <a:pathLst>
                <a:path extrusionOk="0" h="1673" w="1673">
                  <a:moveTo>
                    <a:pt x="836" y="419"/>
                  </a:moveTo>
                  <a:cubicBezTo>
                    <a:pt x="1061" y="419"/>
                    <a:pt x="1254" y="612"/>
                    <a:pt x="1254" y="837"/>
                  </a:cubicBezTo>
                  <a:cubicBezTo>
                    <a:pt x="1254" y="1062"/>
                    <a:pt x="1061" y="1255"/>
                    <a:pt x="836" y="1255"/>
                  </a:cubicBezTo>
                  <a:cubicBezTo>
                    <a:pt x="611" y="1255"/>
                    <a:pt x="418" y="1062"/>
                    <a:pt x="418" y="837"/>
                  </a:cubicBezTo>
                  <a:cubicBezTo>
                    <a:pt x="418" y="612"/>
                    <a:pt x="611" y="419"/>
                    <a:pt x="836" y="419"/>
                  </a:cubicBezTo>
                  <a:close/>
                  <a:moveTo>
                    <a:pt x="836" y="1"/>
                  </a:moveTo>
                  <a:cubicBezTo>
                    <a:pt x="354" y="1"/>
                    <a:pt x="1" y="387"/>
                    <a:pt x="1" y="837"/>
                  </a:cubicBezTo>
                  <a:cubicBezTo>
                    <a:pt x="1" y="1287"/>
                    <a:pt x="354" y="1672"/>
                    <a:pt x="836" y="1672"/>
                  </a:cubicBezTo>
                  <a:cubicBezTo>
                    <a:pt x="1286" y="1672"/>
                    <a:pt x="1672" y="1287"/>
                    <a:pt x="1672" y="837"/>
                  </a:cubicBezTo>
                  <a:cubicBezTo>
                    <a:pt x="1672" y="387"/>
                    <a:pt x="1286" y="1"/>
                    <a:pt x="8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5" name="Google Shape;2365;p37"/>
            <p:cNvSpPr/>
            <p:nvPr/>
          </p:nvSpPr>
          <p:spPr>
            <a:xfrm>
              <a:off x="3828450" y="3381050"/>
              <a:ext cx="499875" cy="175200"/>
            </a:xfrm>
            <a:custGeom>
              <a:rect b="b" l="l" r="r" t="t"/>
              <a:pathLst>
                <a:path extrusionOk="0" h="7008" w="19995">
                  <a:moveTo>
                    <a:pt x="1" y="0"/>
                  </a:moveTo>
                  <a:lnTo>
                    <a:pt x="1" y="418"/>
                  </a:lnTo>
                  <a:lnTo>
                    <a:pt x="13630" y="418"/>
                  </a:lnTo>
                  <a:lnTo>
                    <a:pt x="13630" y="4147"/>
                  </a:lnTo>
                  <a:lnTo>
                    <a:pt x="19577" y="4147"/>
                  </a:lnTo>
                  <a:lnTo>
                    <a:pt x="19577" y="7008"/>
                  </a:lnTo>
                  <a:lnTo>
                    <a:pt x="19995" y="7008"/>
                  </a:lnTo>
                  <a:lnTo>
                    <a:pt x="19995" y="3729"/>
                  </a:lnTo>
                  <a:lnTo>
                    <a:pt x="14048" y="3729"/>
                  </a:lnTo>
                  <a:lnTo>
                    <a:pt x="1404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6" name="Google Shape;2366;p37"/>
            <p:cNvSpPr/>
            <p:nvPr/>
          </p:nvSpPr>
          <p:spPr>
            <a:xfrm>
              <a:off x="4307400" y="3550600"/>
              <a:ext cx="31375" cy="31375"/>
            </a:xfrm>
            <a:custGeom>
              <a:rect b="b" l="l" r="r" t="t"/>
              <a:pathLst>
                <a:path extrusionOk="0" h="1255" w="1255">
                  <a:moveTo>
                    <a:pt x="644" y="1"/>
                  </a:moveTo>
                  <a:cubicBezTo>
                    <a:pt x="290" y="1"/>
                    <a:pt x="1" y="290"/>
                    <a:pt x="1" y="644"/>
                  </a:cubicBezTo>
                  <a:cubicBezTo>
                    <a:pt x="1" y="965"/>
                    <a:pt x="290" y="1254"/>
                    <a:pt x="644" y="1254"/>
                  </a:cubicBezTo>
                  <a:cubicBezTo>
                    <a:pt x="997" y="1254"/>
                    <a:pt x="1255" y="965"/>
                    <a:pt x="1255" y="644"/>
                  </a:cubicBezTo>
                  <a:cubicBezTo>
                    <a:pt x="1255" y="290"/>
                    <a:pt x="997" y="1"/>
                    <a:pt x="64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7" name="Google Shape;2367;p37"/>
            <p:cNvSpPr/>
            <p:nvPr/>
          </p:nvSpPr>
          <p:spPr>
            <a:xfrm>
              <a:off x="4302600" y="3545775"/>
              <a:ext cx="41800" cy="41825"/>
            </a:xfrm>
            <a:custGeom>
              <a:rect b="b" l="l" r="r" t="t"/>
              <a:pathLst>
                <a:path extrusionOk="0" h="1673" w="1672">
                  <a:moveTo>
                    <a:pt x="836" y="419"/>
                  </a:moveTo>
                  <a:cubicBezTo>
                    <a:pt x="1061" y="419"/>
                    <a:pt x="1254" y="612"/>
                    <a:pt x="1254" y="837"/>
                  </a:cubicBezTo>
                  <a:cubicBezTo>
                    <a:pt x="1254" y="1062"/>
                    <a:pt x="1061" y="1254"/>
                    <a:pt x="836" y="1254"/>
                  </a:cubicBezTo>
                  <a:cubicBezTo>
                    <a:pt x="611" y="1254"/>
                    <a:pt x="418" y="1062"/>
                    <a:pt x="418" y="837"/>
                  </a:cubicBezTo>
                  <a:cubicBezTo>
                    <a:pt x="418" y="612"/>
                    <a:pt x="611" y="419"/>
                    <a:pt x="836" y="419"/>
                  </a:cubicBezTo>
                  <a:close/>
                  <a:moveTo>
                    <a:pt x="836" y="1"/>
                  </a:moveTo>
                  <a:cubicBezTo>
                    <a:pt x="354" y="1"/>
                    <a:pt x="0" y="354"/>
                    <a:pt x="0" y="837"/>
                  </a:cubicBezTo>
                  <a:cubicBezTo>
                    <a:pt x="0" y="1287"/>
                    <a:pt x="354" y="1672"/>
                    <a:pt x="836" y="1672"/>
                  </a:cubicBezTo>
                  <a:cubicBezTo>
                    <a:pt x="1286" y="1672"/>
                    <a:pt x="1672" y="1287"/>
                    <a:pt x="1672" y="837"/>
                  </a:cubicBezTo>
                  <a:cubicBezTo>
                    <a:pt x="1672" y="354"/>
                    <a:pt x="1286" y="1"/>
                    <a:pt x="8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8" name="Google Shape;2368;p37"/>
            <p:cNvSpPr/>
            <p:nvPr/>
          </p:nvSpPr>
          <p:spPr>
            <a:xfrm>
              <a:off x="2974225" y="2715850"/>
              <a:ext cx="920950" cy="791375"/>
            </a:xfrm>
            <a:custGeom>
              <a:rect b="b" l="l" r="r" t="t"/>
              <a:pathLst>
                <a:path extrusionOk="0" h="31655" w="36838">
                  <a:moveTo>
                    <a:pt x="18415" y="1"/>
                  </a:moveTo>
                  <a:cubicBezTo>
                    <a:pt x="17945" y="1"/>
                    <a:pt x="17471" y="234"/>
                    <a:pt x="17198" y="700"/>
                  </a:cubicBezTo>
                  <a:lnTo>
                    <a:pt x="547" y="29565"/>
                  </a:lnTo>
                  <a:cubicBezTo>
                    <a:pt x="0" y="30498"/>
                    <a:pt x="675" y="31655"/>
                    <a:pt x="1736" y="31655"/>
                  </a:cubicBezTo>
                  <a:lnTo>
                    <a:pt x="35070" y="31655"/>
                  </a:lnTo>
                  <a:cubicBezTo>
                    <a:pt x="36163" y="31655"/>
                    <a:pt x="36838" y="30498"/>
                    <a:pt x="36291" y="29565"/>
                  </a:cubicBezTo>
                  <a:lnTo>
                    <a:pt x="19608" y="700"/>
                  </a:lnTo>
                  <a:cubicBezTo>
                    <a:pt x="19351" y="234"/>
                    <a:pt x="18885" y="1"/>
                    <a:pt x="1841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9" name="Google Shape;2369;p37"/>
            <p:cNvSpPr/>
            <p:nvPr/>
          </p:nvSpPr>
          <p:spPr>
            <a:xfrm>
              <a:off x="2977425" y="2710025"/>
              <a:ext cx="914550" cy="802825"/>
            </a:xfrm>
            <a:custGeom>
              <a:rect b="b" l="l" r="r" t="t"/>
              <a:pathLst>
                <a:path extrusionOk="0" h="32113" w="36582">
                  <a:moveTo>
                    <a:pt x="18291" y="451"/>
                  </a:moveTo>
                  <a:cubicBezTo>
                    <a:pt x="18677" y="451"/>
                    <a:pt x="19095" y="643"/>
                    <a:pt x="19320" y="1029"/>
                  </a:cubicBezTo>
                  <a:lnTo>
                    <a:pt x="35970" y="29895"/>
                  </a:lnTo>
                  <a:cubicBezTo>
                    <a:pt x="36099" y="30088"/>
                    <a:pt x="36131" y="30313"/>
                    <a:pt x="36131" y="30506"/>
                  </a:cubicBezTo>
                  <a:cubicBezTo>
                    <a:pt x="36131" y="30795"/>
                    <a:pt x="36035" y="31116"/>
                    <a:pt x="35810" y="31309"/>
                  </a:cubicBezTo>
                  <a:cubicBezTo>
                    <a:pt x="35585" y="31534"/>
                    <a:pt x="35295" y="31695"/>
                    <a:pt x="34942" y="31695"/>
                  </a:cubicBezTo>
                  <a:lnTo>
                    <a:pt x="1608" y="31695"/>
                  </a:lnTo>
                  <a:cubicBezTo>
                    <a:pt x="1255" y="31695"/>
                    <a:pt x="965" y="31534"/>
                    <a:pt x="772" y="31309"/>
                  </a:cubicBezTo>
                  <a:cubicBezTo>
                    <a:pt x="547" y="31116"/>
                    <a:pt x="419" y="30795"/>
                    <a:pt x="419" y="30506"/>
                  </a:cubicBezTo>
                  <a:cubicBezTo>
                    <a:pt x="419" y="30313"/>
                    <a:pt x="483" y="30088"/>
                    <a:pt x="580" y="29895"/>
                  </a:cubicBezTo>
                  <a:lnTo>
                    <a:pt x="17262" y="1029"/>
                  </a:lnTo>
                  <a:cubicBezTo>
                    <a:pt x="17487" y="643"/>
                    <a:pt x="17873" y="451"/>
                    <a:pt x="18291" y="451"/>
                  </a:cubicBezTo>
                  <a:close/>
                  <a:moveTo>
                    <a:pt x="18291" y="0"/>
                  </a:moveTo>
                  <a:cubicBezTo>
                    <a:pt x="17745" y="0"/>
                    <a:pt x="17198" y="290"/>
                    <a:pt x="16877" y="804"/>
                  </a:cubicBezTo>
                  <a:lnTo>
                    <a:pt x="226" y="29702"/>
                  </a:lnTo>
                  <a:cubicBezTo>
                    <a:pt x="65" y="29959"/>
                    <a:pt x="1" y="30216"/>
                    <a:pt x="1" y="30506"/>
                  </a:cubicBezTo>
                  <a:cubicBezTo>
                    <a:pt x="1" y="30924"/>
                    <a:pt x="162" y="31309"/>
                    <a:pt x="451" y="31631"/>
                  </a:cubicBezTo>
                  <a:cubicBezTo>
                    <a:pt x="740" y="31920"/>
                    <a:pt x="1158" y="32113"/>
                    <a:pt x="1608" y="32113"/>
                  </a:cubicBezTo>
                  <a:lnTo>
                    <a:pt x="34942" y="32113"/>
                  </a:lnTo>
                  <a:cubicBezTo>
                    <a:pt x="35424" y="32113"/>
                    <a:pt x="35842" y="31920"/>
                    <a:pt x="36099" y="31631"/>
                  </a:cubicBezTo>
                  <a:cubicBezTo>
                    <a:pt x="36388" y="31309"/>
                    <a:pt x="36581" y="30924"/>
                    <a:pt x="36581" y="30506"/>
                  </a:cubicBezTo>
                  <a:cubicBezTo>
                    <a:pt x="36581" y="30216"/>
                    <a:pt x="36485" y="29959"/>
                    <a:pt x="36356" y="29702"/>
                  </a:cubicBezTo>
                  <a:lnTo>
                    <a:pt x="19673" y="804"/>
                  </a:lnTo>
                  <a:cubicBezTo>
                    <a:pt x="19384" y="290"/>
                    <a:pt x="18838" y="0"/>
                    <a:pt x="1829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0" name="Google Shape;2370;p37"/>
            <p:cNvSpPr/>
            <p:nvPr/>
          </p:nvSpPr>
          <p:spPr>
            <a:xfrm>
              <a:off x="3012800" y="2747600"/>
              <a:ext cx="843800" cy="729900"/>
            </a:xfrm>
            <a:custGeom>
              <a:rect b="b" l="l" r="r" t="t"/>
              <a:pathLst>
                <a:path extrusionOk="0" h="29196" w="33752">
                  <a:moveTo>
                    <a:pt x="16876" y="0"/>
                  </a:moveTo>
                  <a:cubicBezTo>
                    <a:pt x="16764" y="0"/>
                    <a:pt x="16651" y="56"/>
                    <a:pt x="16587" y="169"/>
                  </a:cubicBezTo>
                  <a:lnTo>
                    <a:pt x="129" y="28681"/>
                  </a:lnTo>
                  <a:cubicBezTo>
                    <a:pt x="0" y="28906"/>
                    <a:pt x="161" y="29195"/>
                    <a:pt x="418" y="29195"/>
                  </a:cubicBezTo>
                  <a:lnTo>
                    <a:pt x="33334" y="29195"/>
                  </a:lnTo>
                  <a:cubicBezTo>
                    <a:pt x="33591" y="29195"/>
                    <a:pt x="33752" y="28906"/>
                    <a:pt x="33623" y="28681"/>
                  </a:cubicBezTo>
                  <a:lnTo>
                    <a:pt x="17165" y="169"/>
                  </a:lnTo>
                  <a:cubicBezTo>
                    <a:pt x="17101" y="56"/>
                    <a:pt x="16989" y="0"/>
                    <a:pt x="168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1" name="Google Shape;2371;p37"/>
            <p:cNvSpPr/>
            <p:nvPr/>
          </p:nvSpPr>
          <p:spPr>
            <a:xfrm>
              <a:off x="3009575" y="2742175"/>
              <a:ext cx="850250" cy="740950"/>
            </a:xfrm>
            <a:custGeom>
              <a:rect b="b" l="l" r="r" t="t"/>
              <a:pathLst>
                <a:path extrusionOk="0" h="29638" w="34010">
                  <a:moveTo>
                    <a:pt x="17005" y="450"/>
                  </a:moveTo>
                  <a:lnTo>
                    <a:pt x="17102" y="515"/>
                  </a:lnTo>
                  <a:lnTo>
                    <a:pt x="33559" y="29027"/>
                  </a:lnTo>
                  <a:lnTo>
                    <a:pt x="33592" y="29091"/>
                  </a:lnTo>
                  <a:lnTo>
                    <a:pt x="33559" y="29155"/>
                  </a:lnTo>
                  <a:lnTo>
                    <a:pt x="33463" y="29220"/>
                  </a:lnTo>
                  <a:lnTo>
                    <a:pt x="547" y="29220"/>
                  </a:lnTo>
                  <a:lnTo>
                    <a:pt x="451" y="29155"/>
                  </a:lnTo>
                  <a:lnTo>
                    <a:pt x="419" y="29091"/>
                  </a:lnTo>
                  <a:lnTo>
                    <a:pt x="419" y="29027"/>
                  </a:lnTo>
                  <a:lnTo>
                    <a:pt x="16877" y="515"/>
                  </a:lnTo>
                  <a:lnTo>
                    <a:pt x="17005" y="450"/>
                  </a:lnTo>
                  <a:close/>
                  <a:moveTo>
                    <a:pt x="17005" y="0"/>
                  </a:moveTo>
                  <a:cubicBezTo>
                    <a:pt x="16812" y="0"/>
                    <a:pt x="16619" y="97"/>
                    <a:pt x="16523" y="290"/>
                  </a:cubicBezTo>
                  <a:lnTo>
                    <a:pt x="65" y="28802"/>
                  </a:lnTo>
                  <a:cubicBezTo>
                    <a:pt x="1" y="28898"/>
                    <a:pt x="1" y="28995"/>
                    <a:pt x="1" y="29091"/>
                  </a:cubicBezTo>
                  <a:cubicBezTo>
                    <a:pt x="1" y="29380"/>
                    <a:pt x="226" y="29638"/>
                    <a:pt x="547" y="29638"/>
                  </a:cubicBezTo>
                  <a:lnTo>
                    <a:pt x="33463" y="29638"/>
                  </a:lnTo>
                  <a:cubicBezTo>
                    <a:pt x="33784" y="29638"/>
                    <a:pt x="34009" y="29380"/>
                    <a:pt x="34009" y="29091"/>
                  </a:cubicBezTo>
                  <a:cubicBezTo>
                    <a:pt x="34009" y="28995"/>
                    <a:pt x="33977" y="28898"/>
                    <a:pt x="33945" y="28802"/>
                  </a:cubicBezTo>
                  <a:lnTo>
                    <a:pt x="17487" y="290"/>
                  </a:lnTo>
                  <a:cubicBezTo>
                    <a:pt x="17359" y="97"/>
                    <a:pt x="17166" y="0"/>
                    <a:pt x="1700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2" name="Google Shape;2372;p37"/>
            <p:cNvSpPr/>
            <p:nvPr/>
          </p:nvSpPr>
          <p:spPr>
            <a:xfrm>
              <a:off x="3366375" y="2914550"/>
              <a:ext cx="135850" cy="521150"/>
            </a:xfrm>
            <a:custGeom>
              <a:rect b="b" l="l" r="r" t="t"/>
              <a:pathLst>
                <a:path extrusionOk="0" h="20846" w="5434">
                  <a:moveTo>
                    <a:pt x="2721" y="0"/>
                  </a:moveTo>
                  <a:cubicBezTo>
                    <a:pt x="2259" y="0"/>
                    <a:pt x="1801" y="113"/>
                    <a:pt x="1351" y="338"/>
                  </a:cubicBezTo>
                  <a:cubicBezTo>
                    <a:pt x="419" y="788"/>
                    <a:pt x="1" y="1527"/>
                    <a:pt x="129" y="2556"/>
                  </a:cubicBezTo>
                  <a:lnTo>
                    <a:pt x="1415" y="12681"/>
                  </a:lnTo>
                  <a:cubicBezTo>
                    <a:pt x="1479" y="13099"/>
                    <a:pt x="1608" y="13421"/>
                    <a:pt x="1897" y="13646"/>
                  </a:cubicBezTo>
                  <a:cubicBezTo>
                    <a:pt x="2154" y="13871"/>
                    <a:pt x="2444" y="13999"/>
                    <a:pt x="2733" y="13999"/>
                  </a:cubicBezTo>
                  <a:cubicBezTo>
                    <a:pt x="3055" y="13999"/>
                    <a:pt x="3312" y="13871"/>
                    <a:pt x="3601" y="13646"/>
                  </a:cubicBezTo>
                  <a:cubicBezTo>
                    <a:pt x="3858" y="13421"/>
                    <a:pt x="4019" y="13099"/>
                    <a:pt x="4051" y="12681"/>
                  </a:cubicBezTo>
                  <a:lnTo>
                    <a:pt x="5305" y="2556"/>
                  </a:lnTo>
                  <a:cubicBezTo>
                    <a:pt x="5433" y="1527"/>
                    <a:pt x="5047" y="788"/>
                    <a:pt x="4115" y="338"/>
                  </a:cubicBezTo>
                  <a:cubicBezTo>
                    <a:pt x="3649" y="113"/>
                    <a:pt x="3183" y="0"/>
                    <a:pt x="2721" y="0"/>
                  </a:cubicBezTo>
                  <a:close/>
                  <a:moveTo>
                    <a:pt x="2765" y="16185"/>
                  </a:moveTo>
                  <a:cubicBezTo>
                    <a:pt x="2090" y="16185"/>
                    <a:pt x="1544" y="16410"/>
                    <a:pt x="1126" y="16860"/>
                  </a:cubicBezTo>
                  <a:cubicBezTo>
                    <a:pt x="676" y="17342"/>
                    <a:pt x="451" y="17889"/>
                    <a:pt x="451" y="18499"/>
                  </a:cubicBezTo>
                  <a:cubicBezTo>
                    <a:pt x="451" y="19174"/>
                    <a:pt x="676" y="19721"/>
                    <a:pt x="1126" y="20171"/>
                  </a:cubicBezTo>
                  <a:cubicBezTo>
                    <a:pt x="1576" y="20621"/>
                    <a:pt x="2122" y="20846"/>
                    <a:pt x="2765" y="20846"/>
                  </a:cubicBezTo>
                  <a:cubicBezTo>
                    <a:pt x="3408" y="20846"/>
                    <a:pt x="3955" y="20621"/>
                    <a:pt x="4405" y="20171"/>
                  </a:cubicBezTo>
                  <a:cubicBezTo>
                    <a:pt x="4822" y="19689"/>
                    <a:pt x="5047" y="19142"/>
                    <a:pt x="5047" y="18499"/>
                  </a:cubicBezTo>
                  <a:cubicBezTo>
                    <a:pt x="5047" y="17824"/>
                    <a:pt x="4822" y="17278"/>
                    <a:pt x="4372" y="16828"/>
                  </a:cubicBezTo>
                  <a:cubicBezTo>
                    <a:pt x="3922" y="16410"/>
                    <a:pt x="3376" y="16185"/>
                    <a:pt x="2765" y="1618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3" name="Google Shape;2373;p37"/>
            <p:cNvSpPr/>
            <p:nvPr/>
          </p:nvSpPr>
          <p:spPr>
            <a:xfrm>
              <a:off x="4003650" y="3086925"/>
              <a:ext cx="423525" cy="291950"/>
            </a:xfrm>
            <a:custGeom>
              <a:rect b="b" l="l" r="r" t="t"/>
              <a:pathLst>
                <a:path extrusionOk="0" h="11678" w="16941">
                  <a:moveTo>
                    <a:pt x="6429" y="0"/>
                  </a:moveTo>
                  <a:cubicBezTo>
                    <a:pt x="6365" y="32"/>
                    <a:pt x="6333" y="65"/>
                    <a:pt x="6301" y="129"/>
                  </a:cubicBezTo>
                  <a:lnTo>
                    <a:pt x="6301" y="193"/>
                  </a:lnTo>
                  <a:lnTo>
                    <a:pt x="6686" y="1511"/>
                  </a:lnTo>
                  <a:lnTo>
                    <a:pt x="6751" y="1607"/>
                  </a:lnTo>
                  <a:lnTo>
                    <a:pt x="8069" y="2604"/>
                  </a:lnTo>
                  <a:lnTo>
                    <a:pt x="7972" y="3086"/>
                  </a:lnTo>
                  <a:cubicBezTo>
                    <a:pt x="6911" y="2990"/>
                    <a:pt x="5883" y="2893"/>
                    <a:pt x="5336" y="2893"/>
                  </a:cubicBezTo>
                  <a:lnTo>
                    <a:pt x="4918" y="1607"/>
                  </a:lnTo>
                  <a:cubicBezTo>
                    <a:pt x="4918" y="1543"/>
                    <a:pt x="4854" y="1511"/>
                    <a:pt x="4790" y="1511"/>
                  </a:cubicBezTo>
                  <a:lnTo>
                    <a:pt x="2540" y="1543"/>
                  </a:lnTo>
                  <a:lnTo>
                    <a:pt x="1929" y="707"/>
                  </a:lnTo>
                  <a:cubicBezTo>
                    <a:pt x="1910" y="670"/>
                    <a:pt x="1869" y="654"/>
                    <a:pt x="1826" y="654"/>
                  </a:cubicBezTo>
                  <a:cubicBezTo>
                    <a:pt x="1795" y="654"/>
                    <a:pt x="1763" y="662"/>
                    <a:pt x="1736" y="675"/>
                  </a:cubicBezTo>
                  <a:lnTo>
                    <a:pt x="1672" y="772"/>
                  </a:lnTo>
                  <a:lnTo>
                    <a:pt x="1704" y="900"/>
                  </a:lnTo>
                  <a:lnTo>
                    <a:pt x="2347" y="1768"/>
                  </a:lnTo>
                  <a:cubicBezTo>
                    <a:pt x="2379" y="1832"/>
                    <a:pt x="2443" y="1832"/>
                    <a:pt x="2475" y="1832"/>
                  </a:cubicBezTo>
                  <a:lnTo>
                    <a:pt x="4661" y="1800"/>
                  </a:lnTo>
                  <a:lnTo>
                    <a:pt x="5015" y="2925"/>
                  </a:lnTo>
                  <a:cubicBezTo>
                    <a:pt x="4436" y="3022"/>
                    <a:pt x="3504" y="3343"/>
                    <a:pt x="2700" y="3665"/>
                  </a:cubicBezTo>
                  <a:cubicBezTo>
                    <a:pt x="1897" y="3986"/>
                    <a:pt x="1672" y="4983"/>
                    <a:pt x="2250" y="5626"/>
                  </a:cubicBezTo>
                  <a:lnTo>
                    <a:pt x="3890" y="7361"/>
                  </a:lnTo>
                  <a:lnTo>
                    <a:pt x="3150" y="8133"/>
                  </a:lnTo>
                  <a:lnTo>
                    <a:pt x="1190" y="7072"/>
                  </a:lnTo>
                  <a:lnTo>
                    <a:pt x="1061" y="7072"/>
                  </a:lnTo>
                  <a:lnTo>
                    <a:pt x="65" y="7554"/>
                  </a:lnTo>
                  <a:lnTo>
                    <a:pt x="0" y="7651"/>
                  </a:lnTo>
                  <a:lnTo>
                    <a:pt x="0" y="7747"/>
                  </a:lnTo>
                  <a:cubicBezTo>
                    <a:pt x="24" y="7819"/>
                    <a:pt x="85" y="7856"/>
                    <a:pt x="154" y="7856"/>
                  </a:cubicBezTo>
                  <a:cubicBezTo>
                    <a:pt x="177" y="7856"/>
                    <a:pt x="201" y="7852"/>
                    <a:pt x="225" y="7844"/>
                  </a:cubicBezTo>
                  <a:lnTo>
                    <a:pt x="1125" y="7393"/>
                  </a:lnTo>
                  <a:lnTo>
                    <a:pt x="3086" y="8454"/>
                  </a:lnTo>
                  <a:cubicBezTo>
                    <a:pt x="3105" y="8464"/>
                    <a:pt x="3124" y="8468"/>
                    <a:pt x="3143" y="8468"/>
                  </a:cubicBezTo>
                  <a:cubicBezTo>
                    <a:pt x="3188" y="8468"/>
                    <a:pt x="3234" y="8445"/>
                    <a:pt x="3279" y="8422"/>
                  </a:cubicBezTo>
                  <a:lnTo>
                    <a:pt x="4083" y="7586"/>
                  </a:lnTo>
                  <a:lnTo>
                    <a:pt x="4211" y="7747"/>
                  </a:lnTo>
                  <a:lnTo>
                    <a:pt x="6622" y="8615"/>
                  </a:lnTo>
                  <a:lnTo>
                    <a:pt x="6461" y="9290"/>
                  </a:lnTo>
                  <a:lnTo>
                    <a:pt x="4822" y="9547"/>
                  </a:lnTo>
                  <a:lnTo>
                    <a:pt x="4726" y="9611"/>
                  </a:lnTo>
                  <a:lnTo>
                    <a:pt x="3793" y="10608"/>
                  </a:lnTo>
                  <a:lnTo>
                    <a:pt x="3729" y="10672"/>
                  </a:lnTo>
                  <a:cubicBezTo>
                    <a:pt x="3729" y="10704"/>
                    <a:pt x="3729" y="10769"/>
                    <a:pt x="3793" y="10801"/>
                  </a:cubicBezTo>
                  <a:cubicBezTo>
                    <a:pt x="3825" y="10833"/>
                    <a:pt x="3866" y="10849"/>
                    <a:pt x="3902" y="10849"/>
                  </a:cubicBezTo>
                  <a:cubicBezTo>
                    <a:pt x="3938" y="10849"/>
                    <a:pt x="3970" y="10833"/>
                    <a:pt x="3986" y="10801"/>
                  </a:cubicBezTo>
                  <a:lnTo>
                    <a:pt x="4918" y="9836"/>
                  </a:lnTo>
                  <a:lnTo>
                    <a:pt x="6590" y="9579"/>
                  </a:lnTo>
                  <a:cubicBezTo>
                    <a:pt x="6654" y="9547"/>
                    <a:pt x="6718" y="9515"/>
                    <a:pt x="6718" y="9451"/>
                  </a:cubicBezTo>
                  <a:lnTo>
                    <a:pt x="6911" y="8711"/>
                  </a:lnTo>
                  <a:lnTo>
                    <a:pt x="9579" y="9676"/>
                  </a:lnTo>
                  <a:cubicBezTo>
                    <a:pt x="9579" y="9676"/>
                    <a:pt x="10029" y="9290"/>
                    <a:pt x="10544" y="8583"/>
                  </a:cubicBezTo>
                  <a:lnTo>
                    <a:pt x="10897" y="9419"/>
                  </a:lnTo>
                  <a:lnTo>
                    <a:pt x="10929" y="9483"/>
                  </a:lnTo>
                  <a:lnTo>
                    <a:pt x="11894" y="10287"/>
                  </a:lnTo>
                  <a:lnTo>
                    <a:pt x="12183" y="11572"/>
                  </a:lnTo>
                  <a:cubicBezTo>
                    <a:pt x="12183" y="11625"/>
                    <a:pt x="12247" y="11677"/>
                    <a:pt x="12323" y="11677"/>
                  </a:cubicBezTo>
                  <a:cubicBezTo>
                    <a:pt x="12340" y="11677"/>
                    <a:pt x="12358" y="11675"/>
                    <a:pt x="12376" y="11669"/>
                  </a:cubicBezTo>
                  <a:cubicBezTo>
                    <a:pt x="12440" y="11669"/>
                    <a:pt x="12504" y="11572"/>
                    <a:pt x="12472" y="11508"/>
                  </a:cubicBezTo>
                  <a:lnTo>
                    <a:pt x="12183" y="10158"/>
                  </a:lnTo>
                  <a:lnTo>
                    <a:pt x="12119" y="10061"/>
                  </a:lnTo>
                  <a:lnTo>
                    <a:pt x="11154" y="9258"/>
                  </a:lnTo>
                  <a:lnTo>
                    <a:pt x="10737" y="8294"/>
                  </a:lnTo>
                  <a:cubicBezTo>
                    <a:pt x="10769" y="8229"/>
                    <a:pt x="10833" y="8165"/>
                    <a:pt x="10865" y="8101"/>
                  </a:cubicBezTo>
                  <a:lnTo>
                    <a:pt x="11701" y="8294"/>
                  </a:lnTo>
                  <a:lnTo>
                    <a:pt x="11829" y="7683"/>
                  </a:lnTo>
                  <a:lnTo>
                    <a:pt x="12408" y="7844"/>
                  </a:lnTo>
                  <a:cubicBezTo>
                    <a:pt x="12826" y="8261"/>
                    <a:pt x="14722" y="10158"/>
                    <a:pt x="15044" y="11476"/>
                  </a:cubicBezTo>
                  <a:cubicBezTo>
                    <a:pt x="15068" y="11548"/>
                    <a:pt x="15128" y="11584"/>
                    <a:pt x="15184" y="11584"/>
                  </a:cubicBezTo>
                  <a:cubicBezTo>
                    <a:pt x="15203" y="11584"/>
                    <a:pt x="15221" y="11580"/>
                    <a:pt x="15237" y="11572"/>
                  </a:cubicBezTo>
                  <a:cubicBezTo>
                    <a:pt x="15333" y="11572"/>
                    <a:pt x="15365" y="11476"/>
                    <a:pt x="15333" y="11412"/>
                  </a:cubicBezTo>
                  <a:cubicBezTo>
                    <a:pt x="15012" y="10029"/>
                    <a:pt x="13179" y="8165"/>
                    <a:pt x="12665" y="7651"/>
                  </a:cubicBezTo>
                  <a:lnTo>
                    <a:pt x="12954" y="6558"/>
                  </a:lnTo>
                  <a:cubicBezTo>
                    <a:pt x="13630" y="6365"/>
                    <a:pt x="15815" y="5722"/>
                    <a:pt x="16876" y="4886"/>
                  </a:cubicBezTo>
                  <a:cubicBezTo>
                    <a:pt x="16940" y="4854"/>
                    <a:pt x="16940" y="4758"/>
                    <a:pt x="16908" y="4661"/>
                  </a:cubicBezTo>
                  <a:cubicBezTo>
                    <a:pt x="16876" y="4629"/>
                    <a:pt x="16836" y="4613"/>
                    <a:pt x="16796" y="4613"/>
                  </a:cubicBezTo>
                  <a:cubicBezTo>
                    <a:pt x="16756" y="4613"/>
                    <a:pt x="16715" y="4629"/>
                    <a:pt x="16683" y="4661"/>
                  </a:cubicBezTo>
                  <a:cubicBezTo>
                    <a:pt x="15655" y="5465"/>
                    <a:pt x="13308" y="6140"/>
                    <a:pt x="12762" y="6301"/>
                  </a:cubicBezTo>
                  <a:lnTo>
                    <a:pt x="12119" y="6140"/>
                  </a:lnTo>
                  <a:lnTo>
                    <a:pt x="12279" y="5561"/>
                  </a:lnTo>
                  <a:lnTo>
                    <a:pt x="11604" y="5401"/>
                  </a:lnTo>
                  <a:cubicBezTo>
                    <a:pt x="11572" y="5143"/>
                    <a:pt x="11540" y="4854"/>
                    <a:pt x="11476" y="4629"/>
                  </a:cubicBezTo>
                  <a:lnTo>
                    <a:pt x="12472" y="3793"/>
                  </a:lnTo>
                  <a:lnTo>
                    <a:pt x="13694" y="3536"/>
                  </a:lnTo>
                  <a:lnTo>
                    <a:pt x="13790" y="3472"/>
                  </a:lnTo>
                  <a:lnTo>
                    <a:pt x="14690" y="2443"/>
                  </a:lnTo>
                  <a:cubicBezTo>
                    <a:pt x="14722" y="2379"/>
                    <a:pt x="14722" y="2283"/>
                    <a:pt x="14658" y="2218"/>
                  </a:cubicBezTo>
                  <a:cubicBezTo>
                    <a:pt x="14626" y="2186"/>
                    <a:pt x="14586" y="2170"/>
                    <a:pt x="14546" y="2170"/>
                  </a:cubicBezTo>
                  <a:cubicBezTo>
                    <a:pt x="14505" y="2170"/>
                    <a:pt x="14465" y="2186"/>
                    <a:pt x="14433" y="2218"/>
                  </a:cubicBezTo>
                  <a:lnTo>
                    <a:pt x="13597" y="3247"/>
                  </a:lnTo>
                  <a:lnTo>
                    <a:pt x="12376" y="3504"/>
                  </a:lnTo>
                  <a:lnTo>
                    <a:pt x="12312" y="3536"/>
                  </a:lnTo>
                  <a:lnTo>
                    <a:pt x="11379" y="4308"/>
                  </a:lnTo>
                  <a:cubicBezTo>
                    <a:pt x="11187" y="3761"/>
                    <a:pt x="10929" y="3375"/>
                    <a:pt x="10929" y="3375"/>
                  </a:cubicBezTo>
                  <a:cubicBezTo>
                    <a:pt x="10929" y="3375"/>
                    <a:pt x="9644" y="3247"/>
                    <a:pt x="8261" y="3118"/>
                  </a:cubicBezTo>
                  <a:lnTo>
                    <a:pt x="8390" y="2572"/>
                  </a:lnTo>
                  <a:cubicBezTo>
                    <a:pt x="8422" y="2508"/>
                    <a:pt x="8390" y="2443"/>
                    <a:pt x="8358" y="2411"/>
                  </a:cubicBezTo>
                  <a:lnTo>
                    <a:pt x="6976" y="1382"/>
                  </a:lnTo>
                  <a:lnTo>
                    <a:pt x="6590" y="129"/>
                  </a:lnTo>
                  <a:cubicBezTo>
                    <a:pt x="6590" y="32"/>
                    <a:pt x="6493" y="0"/>
                    <a:pt x="64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4" name="Google Shape;2374;p37"/>
            <p:cNvSpPr/>
            <p:nvPr/>
          </p:nvSpPr>
          <p:spPr>
            <a:xfrm>
              <a:off x="4112125" y="3168875"/>
              <a:ext cx="157550" cy="145500"/>
            </a:xfrm>
            <a:custGeom>
              <a:rect b="b" l="l" r="r" t="t"/>
              <a:pathLst>
                <a:path extrusionOk="0" h="5820" w="6302">
                  <a:moveTo>
                    <a:pt x="1094" y="1"/>
                  </a:moveTo>
                  <a:lnTo>
                    <a:pt x="1415" y="1512"/>
                  </a:lnTo>
                  <a:lnTo>
                    <a:pt x="740" y="2090"/>
                  </a:lnTo>
                  <a:lnTo>
                    <a:pt x="1126" y="2862"/>
                  </a:lnTo>
                  <a:lnTo>
                    <a:pt x="1" y="4180"/>
                  </a:lnTo>
                  <a:lnTo>
                    <a:pt x="5112" y="5819"/>
                  </a:lnTo>
                  <a:lnTo>
                    <a:pt x="4308" y="2958"/>
                  </a:lnTo>
                  <a:lnTo>
                    <a:pt x="6301" y="483"/>
                  </a:lnTo>
                  <a:lnTo>
                    <a:pt x="109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5" name="Google Shape;2375;p37"/>
            <p:cNvSpPr/>
            <p:nvPr/>
          </p:nvSpPr>
          <p:spPr>
            <a:xfrm>
              <a:off x="4108125" y="3164875"/>
              <a:ext cx="165550" cy="153050"/>
            </a:xfrm>
            <a:custGeom>
              <a:rect b="b" l="l" r="r" t="t"/>
              <a:pathLst>
                <a:path extrusionOk="0" h="6122" w="6622">
                  <a:moveTo>
                    <a:pt x="1447" y="322"/>
                  </a:moveTo>
                  <a:lnTo>
                    <a:pt x="6172" y="772"/>
                  </a:lnTo>
                  <a:lnTo>
                    <a:pt x="4372" y="3022"/>
                  </a:lnTo>
                  <a:lnTo>
                    <a:pt x="4340" y="3150"/>
                  </a:lnTo>
                  <a:lnTo>
                    <a:pt x="5047" y="5722"/>
                  </a:lnTo>
                  <a:lnTo>
                    <a:pt x="418" y="4243"/>
                  </a:lnTo>
                  <a:lnTo>
                    <a:pt x="1414" y="3118"/>
                  </a:lnTo>
                  <a:lnTo>
                    <a:pt x="1447" y="3054"/>
                  </a:lnTo>
                  <a:lnTo>
                    <a:pt x="1447" y="2958"/>
                  </a:lnTo>
                  <a:lnTo>
                    <a:pt x="1093" y="2283"/>
                  </a:lnTo>
                  <a:lnTo>
                    <a:pt x="1672" y="1768"/>
                  </a:lnTo>
                  <a:cubicBezTo>
                    <a:pt x="1736" y="1736"/>
                    <a:pt x="1736" y="1672"/>
                    <a:pt x="1736" y="1640"/>
                  </a:cubicBezTo>
                  <a:lnTo>
                    <a:pt x="1447" y="322"/>
                  </a:lnTo>
                  <a:close/>
                  <a:moveTo>
                    <a:pt x="1254" y="0"/>
                  </a:moveTo>
                  <a:cubicBezTo>
                    <a:pt x="1222" y="0"/>
                    <a:pt x="1157" y="32"/>
                    <a:pt x="1125" y="65"/>
                  </a:cubicBezTo>
                  <a:lnTo>
                    <a:pt x="1093" y="193"/>
                  </a:lnTo>
                  <a:lnTo>
                    <a:pt x="1414" y="1608"/>
                  </a:lnTo>
                  <a:lnTo>
                    <a:pt x="804" y="2122"/>
                  </a:lnTo>
                  <a:cubicBezTo>
                    <a:pt x="739" y="2186"/>
                    <a:pt x="707" y="2250"/>
                    <a:pt x="772" y="2315"/>
                  </a:cubicBezTo>
                  <a:lnTo>
                    <a:pt x="1125" y="2990"/>
                  </a:lnTo>
                  <a:lnTo>
                    <a:pt x="32" y="4211"/>
                  </a:lnTo>
                  <a:lnTo>
                    <a:pt x="0" y="4275"/>
                  </a:lnTo>
                  <a:lnTo>
                    <a:pt x="0" y="4372"/>
                  </a:lnTo>
                  <a:cubicBezTo>
                    <a:pt x="0" y="4404"/>
                    <a:pt x="64" y="4468"/>
                    <a:pt x="97" y="4468"/>
                  </a:cubicBezTo>
                  <a:lnTo>
                    <a:pt x="5207" y="6108"/>
                  </a:lnTo>
                  <a:cubicBezTo>
                    <a:pt x="5226" y="6117"/>
                    <a:pt x="5245" y="6121"/>
                    <a:pt x="5263" y="6121"/>
                  </a:cubicBezTo>
                  <a:cubicBezTo>
                    <a:pt x="5307" y="6121"/>
                    <a:pt x="5345" y="6098"/>
                    <a:pt x="5368" y="6076"/>
                  </a:cubicBezTo>
                  <a:cubicBezTo>
                    <a:pt x="5400" y="6043"/>
                    <a:pt x="5432" y="5979"/>
                    <a:pt x="5400" y="5915"/>
                  </a:cubicBezTo>
                  <a:lnTo>
                    <a:pt x="4661" y="3150"/>
                  </a:lnTo>
                  <a:lnTo>
                    <a:pt x="6590" y="740"/>
                  </a:lnTo>
                  <a:cubicBezTo>
                    <a:pt x="6622" y="675"/>
                    <a:pt x="6622" y="643"/>
                    <a:pt x="6622" y="579"/>
                  </a:cubicBezTo>
                  <a:cubicBezTo>
                    <a:pt x="6590" y="515"/>
                    <a:pt x="6558" y="482"/>
                    <a:pt x="6493" y="482"/>
                  </a:cubicBezTo>
                  <a:lnTo>
                    <a:pt x="125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6" name="Google Shape;2376;p37"/>
            <p:cNvSpPr/>
            <p:nvPr/>
          </p:nvSpPr>
          <p:spPr>
            <a:xfrm>
              <a:off x="4219825" y="3191400"/>
              <a:ext cx="59475" cy="107700"/>
            </a:xfrm>
            <a:custGeom>
              <a:rect b="b" l="l" r="r" t="t"/>
              <a:pathLst>
                <a:path extrusionOk="0" h="4308" w="2379">
                  <a:moveTo>
                    <a:pt x="1736" y="0"/>
                  </a:moveTo>
                  <a:lnTo>
                    <a:pt x="0" y="2057"/>
                  </a:lnTo>
                  <a:lnTo>
                    <a:pt x="739" y="4307"/>
                  </a:lnTo>
                  <a:lnTo>
                    <a:pt x="2379" y="2572"/>
                  </a:lnTo>
                  <a:lnTo>
                    <a:pt x="173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7" name="Google Shape;2377;p37"/>
            <p:cNvSpPr/>
            <p:nvPr/>
          </p:nvSpPr>
          <p:spPr>
            <a:xfrm>
              <a:off x="4216600" y="3187375"/>
              <a:ext cx="66725" cy="115275"/>
            </a:xfrm>
            <a:custGeom>
              <a:rect b="b" l="l" r="r" t="t"/>
              <a:pathLst>
                <a:path extrusionOk="0" h="4611" w="2669">
                  <a:moveTo>
                    <a:pt x="1801" y="482"/>
                  </a:moveTo>
                  <a:lnTo>
                    <a:pt x="2347" y="2668"/>
                  </a:lnTo>
                  <a:lnTo>
                    <a:pt x="933" y="4179"/>
                  </a:lnTo>
                  <a:lnTo>
                    <a:pt x="322" y="2250"/>
                  </a:lnTo>
                  <a:lnTo>
                    <a:pt x="1801" y="482"/>
                  </a:lnTo>
                  <a:close/>
                  <a:moveTo>
                    <a:pt x="1897" y="0"/>
                  </a:moveTo>
                  <a:cubicBezTo>
                    <a:pt x="1865" y="0"/>
                    <a:pt x="1801" y="0"/>
                    <a:pt x="1769" y="65"/>
                  </a:cubicBezTo>
                  <a:lnTo>
                    <a:pt x="33" y="2122"/>
                  </a:lnTo>
                  <a:lnTo>
                    <a:pt x="1" y="2186"/>
                  </a:lnTo>
                  <a:lnTo>
                    <a:pt x="1" y="2283"/>
                  </a:lnTo>
                  <a:lnTo>
                    <a:pt x="708" y="4501"/>
                  </a:lnTo>
                  <a:cubicBezTo>
                    <a:pt x="740" y="4565"/>
                    <a:pt x="772" y="4597"/>
                    <a:pt x="836" y="4597"/>
                  </a:cubicBezTo>
                  <a:cubicBezTo>
                    <a:pt x="855" y="4606"/>
                    <a:pt x="871" y="4610"/>
                    <a:pt x="885" y="4610"/>
                  </a:cubicBezTo>
                  <a:cubicBezTo>
                    <a:pt x="919" y="4610"/>
                    <a:pt x="942" y="4588"/>
                    <a:pt x="965" y="4565"/>
                  </a:cubicBezTo>
                  <a:lnTo>
                    <a:pt x="2636" y="2829"/>
                  </a:lnTo>
                  <a:cubicBezTo>
                    <a:pt x="2669" y="2797"/>
                    <a:pt x="2669" y="2733"/>
                    <a:pt x="2669" y="2700"/>
                  </a:cubicBezTo>
                  <a:lnTo>
                    <a:pt x="2026" y="97"/>
                  </a:lnTo>
                  <a:cubicBezTo>
                    <a:pt x="2026" y="65"/>
                    <a:pt x="1961" y="0"/>
                    <a:pt x="18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8" name="Google Shape;2378;p37"/>
            <p:cNvSpPr/>
            <p:nvPr/>
          </p:nvSpPr>
          <p:spPr>
            <a:xfrm>
              <a:off x="2692150" y="2510725"/>
              <a:ext cx="427550" cy="357150"/>
            </a:xfrm>
            <a:custGeom>
              <a:rect b="b" l="l" r="r" t="t"/>
              <a:pathLst>
                <a:path extrusionOk="0" h="14286" w="17102">
                  <a:moveTo>
                    <a:pt x="3601" y="1"/>
                  </a:moveTo>
                  <a:cubicBezTo>
                    <a:pt x="3504" y="1"/>
                    <a:pt x="3440" y="65"/>
                    <a:pt x="3440" y="161"/>
                  </a:cubicBezTo>
                  <a:cubicBezTo>
                    <a:pt x="3376" y="1544"/>
                    <a:pt x="4597" y="3858"/>
                    <a:pt x="4951" y="4501"/>
                  </a:cubicBezTo>
                  <a:lnTo>
                    <a:pt x="4372" y="5465"/>
                  </a:lnTo>
                  <a:cubicBezTo>
                    <a:pt x="3665" y="5465"/>
                    <a:pt x="1383" y="5465"/>
                    <a:pt x="129" y="5947"/>
                  </a:cubicBezTo>
                  <a:cubicBezTo>
                    <a:pt x="65" y="5980"/>
                    <a:pt x="1" y="6076"/>
                    <a:pt x="33" y="6140"/>
                  </a:cubicBezTo>
                  <a:cubicBezTo>
                    <a:pt x="57" y="6213"/>
                    <a:pt x="117" y="6249"/>
                    <a:pt x="173" y="6249"/>
                  </a:cubicBezTo>
                  <a:cubicBezTo>
                    <a:pt x="192" y="6249"/>
                    <a:pt x="210" y="6245"/>
                    <a:pt x="226" y="6237"/>
                  </a:cubicBezTo>
                  <a:cubicBezTo>
                    <a:pt x="1222" y="5853"/>
                    <a:pt x="2949" y="5775"/>
                    <a:pt x="3907" y="5775"/>
                  </a:cubicBezTo>
                  <a:cubicBezTo>
                    <a:pt x="4154" y="5775"/>
                    <a:pt x="4350" y="5780"/>
                    <a:pt x="4469" y="5787"/>
                  </a:cubicBezTo>
                  <a:lnTo>
                    <a:pt x="5015" y="6108"/>
                  </a:lnTo>
                  <a:lnTo>
                    <a:pt x="4726" y="6622"/>
                  </a:lnTo>
                  <a:lnTo>
                    <a:pt x="5337" y="6944"/>
                  </a:lnTo>
                  <a:cubicBezTo>
                    <a:pt x="5272" y="7233"/>
                    <a:pt x="5240" y="7490"/>
                    <a:pt x="5240" y="7747"/>
                  </a:cubicBezTo>
                  <a:lnTo>
                    <a:pt x="4019" y="8230"/>
                  </a:lnTo>
                  <a:lnTo>
                    <a:pt x="2765" y="8165"/>
                  </a:lnTo>
                  <a:lnTo>
                    <a:pt x="2701" y="8197"/>
                  </a:lnTo>
                  <a:lnTo>
                    <a:pt x="1544" y="8937"/>
                  </a:lnTo>
                  <a:cubicBezTo>
                    <a:pt x="1447" y="9001"/>
                    <a:pt x="1447" y="9065"/>
                    <a:pt x="1479" y="9162"/>
                  </a:cubicBezTo>
                  <a:cubicBezTo>
                    <a:pt x="1517" y="9199"/>
                    <a:pt x="1566" y="9215"/>
                    <a:pt x="1612" y="9215"/>
                  </a:cubicBezTo>
                  <a:cubicBezTo>
                    <a:pt x="1646" y="9215"/>
                    <a:pt x="1678" y="9207"/>
                    <a:pt x="1704" y="9194"/>
                  </a:cubicBezTo>
                  <a:lnTo>
                    <a:pt x="2797" y="8455"/>
                  </a:lnTo>
                  <a:lnTo>
                    <a:pt x="4051" y="8551"/>
                  </a:lnTo>
                  <a:lnTo>
                    <a:pt x="4115" y="8551"/>
                  </a:lnTo>
                  <a:lnTo>
                    <a:pt x="5240" y="8069"/>
                  </a:lnTo>
                  <a:cubicBezTo>
                    <a:pt x="5272" y="8680"/>
                    <a:pt x="5401" y="9098"/>
                    <a:pt x="5401" y="9098"/>
                  </a:cubicBezTo>
                  <a:cubicBezTo>
                    <a:pt x="5401" y="9098"/>
                    <a:pt x="6590" y="9580"/>
                    <a:pt x="7876" y="10094"/>
                  </a:cubicBezTo>
                  <a:lnTo>
                    <a:pt x="7587" y="10576"/>
                  </a:lnTo>
                  <a:cubicBezTo>
                    <a:pt x="7555" y="10640"/>
                    <a:pt x="7555" y="10705"/>
                    <a:pt x="7587" y="10769"/>
                  </a:cubicBezTo>
                  <a:lnTo>
                    <a:pt x="8615" y="12119"/>
                  </a:lnTo>
                  <a:lnTo>
                    <a:pt x="8615" y="13469"/>
                  </a:lnTo>
                  <a:cubicBezTo>
                    <a:pt x="8615" y="13533"/>
                    <a:pt x="8680" y="13598"/>
                    <a:pt x="8776" y="13598"/>
                  </a:cubicBezTo>
                  <a:cubicBezTo>
                    <a:pt x="8840" y="13598"/>
                    <a:pt x="8873" y="13566"/>
                    <a:pt x="8905" y="13533"/>
                  </a:cubicBezTo>
                  <a:lnTo>
                    <a:pt x="8937" y="13469"/>
                  </a:lnTo>
                  <a:lnTo>
                    <a:pt x="8937" y="12087"/>
                  </a:lnTo>
                  <a:lnTo>
                    <a:pt x="8905" y="11991"/>
                  </a:lnTo>
                  <a:lnTo>
                    <a:pt x="7908" y="10640"/>
                  </a:lnTo>
                  <a:lnTo>
                    <a:pt x="8165" y="10223"/>
                  </a:lnTo>
                  <a:cubicBezTo>
                    <a:pt x="9130" y="10608"/>
                    <a:pt x="10126" y="10994"/>
                    <a:pt x="10640" y="11123"/>
                  </a:cubicBezTo>
                  <a:lnTo>
                    <a:pt x="10640" y="12505"/>
                  </a:lnTo>
                  <a:cubicBezTo>
                    <a:pt x="10640" y="12569"/>
                    <a:pt x="10705" y="12633"/>
                    <a:pt x="10769" y="12633"/>
                  </a:cubicBezTo>
                  <a:lnTo>
                    <a:pt x="12891" y="13244"/>
                  </a:lnTo>
                  <a:lnTo>
                    <a:pt x="13276" y="14209"/>
                  </a:lnTo>
                  <a:cubicBezTo>
                    <a:pt x="13276" y="14256"/>
                    <a:pt x="13328" y="14285"/>
                    <a:pt x="13394" y="14285"/>
                  </a:cubicBezTo>
                  <a:cubicBezTo>
                    <a:pt x="13417" y="14285"/>
                    <a:pt x="13443" y="14281"/>
                    <a:pt x="13469" y="14273"/>
                  </a:cubicBezTo>
                  <a:lnTo>
                    <a:pt x="13533" y="14209"/>
                  </a:lnTo>
                  <a:lnTo>
                    <a:pt x="13533" y="14080"/>
                  </a:lnTo>
                  <a:lnTo>
                    <a:pt x="13148" y="13051"/>
                  </a:lnTo>
                  <a:lnTo>
                    <a:pt x="13051" y="12987"/>
                  </a:lnTo>
                  <a:lnTo>
                    <a:pt x="10962" y="12376"/>
                  </a:lnTo>
                  <a:lnTo>
                    <a:pt x="10930" y="11187"/>
                  </a:lnTo>
                  <a:lnTo>
                    <a:pt x="10930" y="11187"/>
                  </a:lnTo>
                  <a:cubicBezTo>
                    <a:pt x="11186" y="11227"/>
                    <a:pt x="11503" y="11245"/>
                    <a:pt x="11850" y="11245"/>
                  </a:cubicBezTo>
                  <a:cubicBezTo>
                    <a:pt x="12331" y="11245"/>
                    <a:pt x="12868" y="11211"/>
                    <a:pt x="13373" y="11155"/>
                  </a:cubicBezTo>
                  <a:cubicBezTo>
                    <a:pt x="14241" y="11091"/>
                    <a:pt x="14723" y="10190"/>
                    <a:pt x="14369" y="9419"/>
                  </a:cubicBezTo>
                  <a:lnTo>
                    <a:pt x="13308" y="7265"/>
                  </a:lnTo>
                  <a:lnTo>
                    <a:pt x="14208" y="6751"/>
                  </a:lnTo>
                  <a:lnTo>
                    <a:pt x="15784" y="8294"/>
                  </a:lnTo>
                  <a:lnTo>
                    <a:pt x="15912" y="8358"/>
                  </a:lnTo>
                  <a:lnTo>
                    <a:pt x="17005" y="8165"/>
                  </a:lnTo>
                  <a:lnTo>
                    <a:pt x="17101" y="8101"/>
                  </a:lnTo>
                  <a:lnTo>
                    <a:pt x="17101" y="8005"/>
                  </a:lnTo>
                  <a:cubicBezTo>
                    <a:pt x="17101" y="7925"/>
                    <a:pt x="17058" y="7868"/>
                    <a:pt x="16989" y="7868"/>
                  </a:cubicBezTo>
                  <a:cubicBezTo>
                    <a:pt x="16974" y="7868"/>
                    <a:pt x="16958" y="7870"/>
                    <a:pt x="16941" y="7876"/>
                  </a:cubicBezTo>
                  <a:lnTo>
                    <a:pt x="15944" y="8037"/>
                  </a:lnTo>
                  <a:lnTo>
                    <a:pt x="14369" y="6462"/>
                  </a:lnTo>
                  <a:cubicBezTo>
                    <a:pt x="14324" y="6439"/>
                    <a:pt x="14278" y="6416"/>
                    <a:pt x="14233" y="6416"/>
                  </a:cubicBezTo>
                  <a:cubicBezTo>
                    <a:pt x="14214" y="6416"/>
                    <a:pt x="14195" y="6420"/>
                    <a:pt x="14176" y="6430"/>
                  </a:cubicBezTo>
                  <a:lnTo>
                    <a:pt x="13148" y="7008"/>
                  </a:lnTo>
                  <a:lnTo>
                    <a:pt x="13083" y="6815"/>
                  </a:lnTo>
                  <a:lnTo>
                    <a:pt x="11026" y="5304"/>
                  </a:lnTo>
                  <a:lnTo>
                    <a:pt x="11380" y="4694"/>
                  </a:lnTo>
                  <a:lnTo>
                    <a:pt x="13019" y="4919"/>
                  </a:lnTo>
                  <a:lnTo>
                    <a:pt x="13116" y="4887"/>
                  </a:lnTo>
                  <a:lnTo>
                    <a:pt x="14305" y="4212"/>
                  </a:lnTo>
                  <a:lnTo>
                    <a:pt x="14369" y="4147"/>
                  </a:lnTo>
                  <a:cubicBezTo>
                    <a:pt x="14401" y="4115"/>
                    <a:pt x="14401" y="4051"/>
                    <a:pt x="14369" y="3987"/>
                  </a:cubicBezTo>
                  <a:cubicBezTo>
                    <a:pt x="14349" y="3947"/>
                    <a:pt x="14305" y="3919"/>
                    <a:pt x="14251" y="3919"/>
                  </a:cubicBezTo>
                  <a:cubicBezTo>
                    <a:pt x="14218" y="3919"/>
                    <a:pt x="14181" y="3930"/>
                    <a:pt x="14144" y="3954"/>
                  </a:cubicBezTo>
                  <a:lnTo>
                    <a:pt x="12987" y="4597"/>
                  </a:lnTo>
                  <a:lnTo>
                    <a:pt x="11315" y="4404"/>
                  </a:lnTo>
                  <a:cubicBezTo>
                    <a:pt x="11298" y="4396"/>
                    <a:pt x="11281" y="4392"/>
                    <a:pt x="11264" y="4392"/>
                  </a:cubicBezTo>
                  <a:cubicBezTo>
                    <a:pt x="11219" y="4392"/>
                    <a:pt x="11178" y="4422"/>
                    <a:pt x="11155" y="4469"/>
                  </a:cubicBezTo>
                  <a:lnTo>
                    <a:pt x="10769" y="5112"/>
                  </a:lnTo>
                  <a:lnTo>
                    <a:pt x="8487" y="3440"/>
                  </a:lnTo>
                  <a:cubicBezTo>
                    <a:pt x="8487" y="3440"/>
                    <a:pt x="7940" y="3697"/>
                    <a:pt x="7265" y="4212"/>
                  </a:cubicBezTo>
                  <a:lnTo>
                    <a:pt x="7137" y="3312"/>
                  </a:lnTo>
                  <a:lnTo>
                    <a:pt x="7137" y="3247"/>
                  </a:lnTo>
                  <a:lnTo>
                    <a:pt x="6462" y="2219"/>
                  </a:lnTo>
                  <a:lnTo>
                    <a:pt x="6526" y="901"/>
                  </a:lnTo>
                  <a:cubicBezTo>
                    <a:pt x="6526" y="804"/>
                    <a:pt x="6462" y="740"/>
                    <a:pt x="6397" y="740"/>
                  </a:cubicBezTo>
                  <a:cubicBezTo>
                    <a:pt x="6301" y="740"/>
                    <a:pt x="6237" y="804"/>
                    <a:pt x="6237" y="869"/>
                  </a:cubicBezTo>
                  <a:lnTo>
                    <a:pt x="6140" y="2251"/>
                  </a:lnTo>
                  <a:lnTo>
                    <a:pt x="6172" y="2347"/>
                  </a:lnTo>
                  <a:lnTo>
                    <a:pt x="6847" y="3376"/>
                  </a:lnTo>
                  <a:lnTo>
                    <a:pt x="6976" y="4437"/>
                  </a:lnTo>
                  <a:cubicBezTo>
                    <a:pt x="6912" y="4469"/>
                    <a:pt x="6847" y="4533"/>
                    <a:pt x="6783" y="4597"/>
                  </a:cubicBezTo>
                  <a:lnTo>
                    <a:pt x="6076" y="4179"/>
                  </a:lnTo>
                  <a:lnTo>
                    <a:pt x="5755" y="4694"/>
                  </a:lnTo>
                  <a:lnTo>
                    <a:pt x="5240" y="4404"/>
                  </a:lnTo>
                  <a:cubicBezTo>
                    <a:pt x="4951" y="3890"/>
                    <a:pt x="3697" y="1511"/>
                    <a:pt x="3762" y="161"/>
                  </a:cubicBezTo>
                  <a:cubicBezTo>
                    <a:pt x="3762" y="65"/>
                    <a:pt x="3697" y="1"/>
                    <a:pt x="360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9" name="Google Shape;2379;p37"/>
            <p:cNvSpPr/>
            <p:nvPr/>
          </p:nvSpPr>
          <p:spPr>
            <a:xfrm>
              <a:off x="2836800" y="2611975"/>
              <a:ext cx="177625" cy="168000"/>
            </a:xfrm>
            <a:custGeom>
              <a:rect b="b" l="l" r="r" t="t"/>
              <a:pathLst>
                <a:path extrusionOk="0" h="6720" w="7105">
                  <a:moveTo>
                    <a:pt x="2669" y="1"/>
                  </a:moveTo>
                  <a:lnTo>
                    <a:pt x="2604" y="2958"/>
                  </a:lnTo>
                  <a:lnTo>
                    <a:pt x="1" y="4758"/>
                  </a:lnTo>
                  <a:lnTo>
                    <a:pt x="4854" y="6719"/>
                  </a:lnTo>
                  <a:lnTo>
                    <a:pt x="4951" y="5176"/>
                  </a:lnTo>
                  <a:lnTo>
                    <a:pt x="5787" y="4790"/>
                  </a:lnTo>
                  <a:lnTo>
                    <a:pt x="5626" y="3955"/>
                  </a:lnTo>
                  <a:lnTo>
                    <a:pt x="7105" y="3022"/>
                  </a:lnTo>
                  <a:lnTo>
                    <a:pt x="266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0" name="Google Shape;2380;p37"/>
            <p:cNvSpPr/>
            <p:nvPr/>
          </p:nvSpPr>
          <p:spPr>
            <a:xfrm>
              <a:off x="2832775" y="2608175"/>
              <a:ext cx="185675" cy="175000"/>
            </a:xfrm>
            <a:custGeom>
              <a:rect b="b" l="l" r="r" t="t"/>
              <a:pathLst>
                <a:path extrusionOk="0" h="7000" w="7427">
                  <a:moveTo>
                    <a:pt x="2990" y="442"/>
                  </a:moveTo>
                  <a:lnTo>
                    <a:pt x="6976" y="3174"/>
                  </a:lnTo>
                  <a:lnTo>
                    <a:pt x="5723" y="3978"/>
                  </a:lnTo>
                  <a:lnTo>
                    <a:pt x="5658" y="4010"/>
                  </a:lnTo>
                  <a:lnTo>
                    <a:pt x="5626" y="4139"/>
                  </a:lnTo>
                  <a:lnTo>
                    <a:pt x="5787" y="4878"/>
                  </a:lnTo>
                  <a:lnTo>
                    <a:pt x="5080" y="5167"/>
                  </a:lnTo>
                  <a:cubicBezTo>
                    <a:pt x="5015" y="5200"/>
                    <a:pt x="4983" y="5264"/>
                    <a:pt x="4983" y="5296"/>
                  </a:cubicBezTo>
                  <a:lnTo>
                    <a:pt x="4887" y="6646"/>
                  </a:lnTo>
                  <a:lnTo>
                    <a:pt x="483" y="4878"/>
                  </a:lnTo>
                  <a:lnTo>
                    <a:pt x="2862" y="3239"/>
                  </a:lnTo>
                  <a:cubicBezTo>
                    <a:pt x="2894" y="3207"/>
                    <a:pt x="2926" y="3142"/>
                    <a:pt x="2926" y="3110"/>
                  </a:cubicBezTo>
                  <a:lnTo>
                    <a:pt x="2990" y="442"/>
                  </a:lnTo>
                  <a:close/>
                  <a:moveTo>
                    <a:pt x="2834" y="0"/>
                  </a:moveTo>
                  <a:cubicBezTo>
                    <a:pt x="2806" y="0"/>
                    <a:pt x="2781" y="8"/>
                    <a:pt x="2765" y="24"/>
                  </a:cubicBezTo>
                  <a:cubicBezTo>
                    <a:pt x="2701" y="56"/>
                    <a:pt x="2669" y="89"/>
                    <a:pt x="2669" y="153"/>
                  </a:cubicBezTo>
                  <a:lnTo>
                    <a:pt x="2605" y="3014"/>
                  </a:lnTo>
                  <a:lnTo>
                    <a:pt x="65" y="4782"/>
                  </a:lnTo>
                  <a:cubicBezTo>
                    <a:pt x="1" y="4814"/>
                    <a:pt x="1" y="4878"/>
                    <a:pt x="1" y="4942"/>
                  </a:cubicBezTo>
                  <a:cubicBezTo>
                    <a:pt x="1" y="4975"/>
                    <a:pt x="33" y="5039"/>
                    <a:pt x="97" y="5071"/>
                  </a:cubicBezTo>
                  <a:lnTo>
                    <a:pt x="4983" y="7000"/>
                  </a:lnTo>
                  <a:lnTo>
                    <a:pt x="5112" y="7000"/>
                  </a:lnTo>
                  <a:cubicBezTo>
                    <a:pt x="5144" y="6967"/>
                    <a:pt x="5176" y="6935"/>
                    <a:pt x="5176" y="6871"/>
                  </a:cubicBezTo>
                  <a:lnTo>
                    <a:pt x="5273" y="5425"/>
                  </a:lnTo>
                  <a:lnTo>
                    <a:pt x="6012" y="5103"/>
                  </a:lnTo>
                  <a:cubicBezTo>
                    <a:pt x="6076" y="5071"/>
                    <a:pt x="6108" y="5007"/>
                    <a:pt x="6108" y="4942"/>
                  </a:cubicBezTo>
                  <a:lnTo>
                    <a:pt x="5948" y="4171"/>
                  </a:lnTo>
                  <a:lnTo>
                    <a:pt x="7330" y="3303"/>
                  </a:lnTo>
                  <a:lnTo>
                    <a:pt x="7394" y="3239"/>
                  </a:lnTo>
                  <a:lnTo>
                    <a:pt x="7426" y="3174"/>
                  </a:lnTo>
                  <a:cubicBezTo>
                    <a:pt x="7426" y="3142"/>
                    <a:pt x="7394" y="3078"/>
                    <a:pt x="7362" y="3046"/>
                  </a:cubicBezTo>
                  <a:lnTo>
                    <a:pt x="2926" y="24"/>
                  </a:lnTo>
                  <a:cubicBezTo>
                    <a:pt x="2894" y="8"/>
                    <a:pt x="2862" y="0"/>
                    <a:pt x="28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1" name="Google Shape;2381;p37"/>
            <p:cNvSpPr/>
            <p:nvPr/>
          </p:nvSpPr>
          <p:spPr>
            <a:xfrm>
              <a:off x="2845650" y="2627250"/>
              <a:ext cx="56275" cy="95650"/>
            </a:xfrm>
            <a:custGeom>
              <a:rect b="b" l="l" r="r" t="t"/>
              <a:pathLst>
                <a:path extrusionOk="0" h="3826" w="2251">
                  <a:moveTo>
                    <a:pt x="2186" y="1"/>
                  </a:moveTo>
                  <a:lnTo>
                    <a:pt x="129" y="1190"/>
                  </a:lnTo>
                  <a:lnTo>
                    <a:pt x="0" y="3826"/>
                  </a:lnTo>
                  <a:lnTo>
                    <a:pt x="2250" y="2347"/>
                  </a:lnTo>
                  <a:lnTo>
                    <a:pt x="218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2" name="Google Shape;2382;p37"/>
            <p:cNvSpPr/>
            <p:nvPr/>
          </p:nvSpPr>
          <p:spPr>
            <a:xfrm>
              <a:off x="2841625" y="2623225"/>
              <a:ext cx="64325" cy="103500"/>
            </a:xfrm>
            <a:custGeom>
              <a:rect b="b" l="l" r="r" t="t"/>
              <a:pathLst>
                <a:path extrusionOk="0" h="4140" w="2573">
                  <a:moveTo>
                    <a:pt x="2218" y="419"/>
                  </a:moveTo>
                  <a:lnTo>
                    <a:pt x="2251" y="2412"/>
                  </a:lnTo>
                  <a:lnTo>
                    <a:pt x="322" y="3697"/>
                  </a:lnTo>
                  <a:lnTo>
                    <a:pt x="418" y="1447"/>
                  </a:lnTo>
                  <a:lnTo>
                    <a:pt x="2218" y="419"/>
                  </a:lnTo>
                  <a:close/>
                  <a:moveTo>
                    <a:pt x="2283" y="1"/>
                  </a:moveTo>
                  <a:lnTo>
                    <a:pt x="193" y="1222"/>
                  </a:lnTo>
                  <a:cubicBezTo>
                    <a:pt x="161" y="1222"/>
                    <a:pt x="129" y="1287"/>
                    <a:pt x="129" y="1351"/>
                  </a:cubicBezTo>
                  <a:lnTo>
                    <a:pt x="1" y="3987"/>
                  </a:lnTo>
                  <a:cubicBezTo>
                    <a:pt x="1" y="4051"/>
                    <a:pt x="33" y="4083"/>
                    <a:pt x="97" y="4115"/>
                  </a:cubicBezTo>
                  <a:cubicBezTo>
                    <a:pt x="113" y="4131"/>
                    <a:pt x="137" y="4139"/>
                    <a:pt x="165" y="4139"/>
                  </a:cubicBezTo>
                  <a:cubicBezTo>
                    <a:pt x="193" y="4139"/>
                    <a:pt x="226" y="4131"/>
                    <a:pt x="258" y="4115"/>
                  </a:cubicBezTo>
                  <a:lnTo>
                    <a:pt x="2508" y="2637"/>
                  </a:lnTo>
                  <a:lnTo>
                    <a:pt x="2540" y="2572"/>
                  </a:lnTo>
                  <a:lnTo>
                    <a:pt x="2572" y="2508"/>
                  </a:lnTo>
                  <a:lnTo>
                    <a:pt x="2508" y="129"/>
                  </a:lnTo>
                  <a:cubicBezTo>
                    <a:pt x="2508" y="97"/>
                    <a:pt x="2476" y="33"/>
                    <a:pt x="241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3" name="Google Shape;2383;p37"/>
            <p:cNvSpPr/>
            <p:nvPr/>
          </p:nvSpPr>
          <p:spPr>
            <a:xfrm>
              <a:off x="3290050" y="3551400"/>
              <a:ext cx="279675" cy="397425"/>
            </a:xfrm>
            <a:custGeom>
              <a:rect b="b" l="l" r="r" t="t"/>
              <a:pathLst>
                <a:path extrusionOk="0" h="15897" w="11187">
                  <a:moveTo>
                    <a:pt x="2282" y="1"/>
                  </a:moveTo>
                  <a:lnTo>
                    <a:pt x="2186" y="33"/>
                  </a:lnTo>
                  <a:cubicBezTo>
                    <a:pt x="2122" y="65"/>
                    <a:pt x="2122" y="162"/>
                    <a:pt x="2154" y="226"/>
                  </a:cubicBezTo>
                  <a:lnTo>
                    <a:pt x="2797" y="1029"/>
                  </a:lnTo>
                  <a:lnTo>
                    <a:pt x="2186" y="3183"/>
                  </a:lnTo>
                  <a:cubicBezTo>
                    <a:pt x="2186" y="3247"/>
                    <a:pt x="2218" y="3312"/>
                    <a:pt x="2250" y="3344"/>
                  </a:cubicBezTo>
                  <a:lnTo>
                    <a:pt x="3247" y="3955"/>
                  </a:lnTo>
                  <a:lnTo>
                    <a:pt x="3118" y="4115"/>
                  </a:lnTo>
                  <a:lnTo>
                    <a:pt x="2797" y="6655"/>
                  </a:lnTo>
                  <a:lnTo>
                    <a:pt x="2122" y="6655"/>
                  </a:lnTo>
                  <a:lnTo>
                    <a:pt x="1479" y="5112"/>
                  </a:lnTo>
                  <a:lnTo>
                    <a:pt x="1414" y="5047"/>
                  </a:lnTo>
                  <a:lnTo>
                    <a:pt x="257" y="4340"/>
                  </a:lnTo>
                  <a:lnTo>
                    <a:pt x="161" y="4308"/>
                  </a:lnTo>
                  <a:cubicBezTo>
                    <a:pt x="129" y="4308"/>
                    <a:pt x="64" y="4340"/>
                    <a:pt x="32" y="4372"/>
                  </a:cubicBezTo>
                  <a:cubicBezTo>
                    <a:pt x="0" y="4437"/>
                    <a:pt x="0" y="4533"/>
                    <a:pt x="97" y="4597"/>
                  </a:cubicBezTo>
                  <a:lnTo>
                    <a:pt x="1222" y="5272"/>
                  </a:lnTo>
                  <a:lnTo>
                    <a:pt x="1864" y="6848"/>
                  </a:lnTo>
                  <a:cubicBezTo>
                    <a:pt x="1897" y="6912"/>
                    <a:pt x="1929" y="6944"/>
                    <a:pt x="1993" y="6944"/>
                  </a:cubicBezTo>
                  <a:lnTo>
                    <a:pt x="2765" y="6976"/>
                  </a:lnTo>
                  <a:lnTo>
                    <a:pt x="2411" y="9773"/>
                  </a:lnTo>
                  <a:cubicBezTo>
                    <a:pt x="2411" y="9773"/>
                    <a:pt x="2893" y="10158"/>
                    <a:pt x="3665" y="10480"/>
                  </a:cubicBezTo>
                  <a:lnTo>
                    <a:pt x="2957" y="10994"/>
                  </a:lnTo>
                  <a:lnTo>
                    <a:pt x="2925" y="11058"/>
                  </a:lnTo>
                  <a:lnTo>
                    <a:pt x="2347" y="12151"/>
                  </a:lnTo>
                  <a:lnTo>
                    <a:pt x="1125" y="12730"/>
                  </a:lnTo>
                  <a:cubicBezTo>
                    <a:pt x="1061" y="12762"/>
                    <a:pt x="1029" y="12859"/>
                    <a:pt x="1061" y="12923"/>
                  </a:cubicBezTo>
                  <a:cubicBezTo>
                    <a:pt x="1085" y="12995"/>
                    <a:pt x="1145" y="13031"/>
                    <a:pt x="1215" y="13031"/>
                  </a:cubicBezTo>
                  <a:cubicBezTo>
                    <a:pt x="1238" y="13031"/>
                    <a:pt x="1262" y="13027"/>
                    <a:pt x="1286" y="13019"/>
                  </a:cubicBezTo>
                  <a:lnTo>
                    <a:pt x="2507" y="12409"/>
                  </a:lnTo>
                  <a:lnTo>
                    <a:pt x="2572" y="12344"/>
                  </a:lnTo>
                  <a:lnTo>
                    <a:pt x="3150" y="11219"/>
                  </a:lnTo>
                  <a:lnTo>
                    <a:pt x="4018" y="10608"/>
                  </a:lnTo>
                  <a:cubicBezTo>
                    <a:pt x="4082" y="10641"/>
                    <a:pt x="4179" y="10673"/>
                    <a:pt x="4243" y="10705"/>
                  </a:cubicBezTo>
                  <a:lnTo>
                    <a:pt x="4243" y="11541"/>
                  </a:lnTo>
                  <a:lnTo>
                    <a:pt x="4854" y="11541"/>
                  </a:lnTo>
                  <a:lnTo>
                    <a:pt x="4854" y="12151"/>
                  </a:lnTo>
                  <a:cubicBezTo>
                    <a:pt x="4532" y="12666"/>
                    <a:pt x="3054" y="14916"/>
                    <a:pt x="1864" y="15527"/>
                  </a:cubicBezTo>
                  <a:cubicBezTo>
                    <a:pt x="1768" y="15559"/>
                    <a:pt x="1768" y="15655"/>
                    <a:pt x="1800" y="15719"/>
                  </a:cubicBezTo>
                  <a:cubicBezTo>
                    <a:pt x="1824" y="15767"/>
                    <a:pt x="1882" y="15796"/>
                    <a:pt x="1936" y="15796"/>
                  </a:cubicBezTo>
                  <a:cubicBezTo>
                    <a:pt x="1956" y="15796"/>
                    <a:pt x="1976" y="15792"/>
                    <a:pt x="1993" y="15784"/>
                  </a:cubicBezTo>
                  <a:cubicBezTo>
                    <a:pt x="3247" y="15173"/>
                    <a:pt x="4693" y="12955"/>
                    <a:pt x="5079" y="12376"/>
                  </a:cubicBezTo>
                  <a:lnTo>
                    <a:pt x="6204" y="12376"/>
                  </a:lnTo>
                  <a:cubicBezTo>
                    <a:pt x="6525" y="13019"/>
                    <a:pt x="7650" y="15012"/>
                    <a:pt x="8679" y="15848"/>
                  </a:cubicBezTo>
                  <a:cubicBezTo>
                    <a:pt x="8711" y="15880"/>
                    <a:pt x="8751" y="15896"/>
                    <a:pt x="8792" y="15896"/>
                  </a:cubicBezTo>
                  <a:cubicBezTo>
                    <a:pt x="8832" y="15896"/>
                    <a:pt x="8872" y="15880"/>
                    <a:pt x="8904" y="15848"/>
                  </a:cubicBezTo>
                  <a:cubicBezTo>
                    <a:pt x="8936" y="15784"/>
                    <a:pt x="8936" y="15687"/>
                    <a:pt x="8872" y="15623"/>
                  </a:cubicBezTo>
                  <a:cubicBezTo>
                    <a:pt x="7843" y="14787"/>
                    <a:pt x="6686" y="12634"/>
                    <a:pt x="6429" y="12151"/>
                  </a:cubicBezTo>
                  <a:lnTo>
                    <a:pt x="6429" y="11509"/>
                  </a:lnTo>
                  <a:lnTo>
                    <a:pt x="7008" y="11509"/>
                  </a:lnTo>
                  <a:lnTo>
                    <a:pt x="7008" y="10833"/>
                  </a:lnTo>
                  <a:cubicBezTo>
                    <a:pt x="7297" y="10737"/>
                    <a:pt x="7522" y="10641"/>
                    <a:pt x="7747" y="10512"/>
                  </a:cubicBezTo>
                  <a:lnTo>
                    <a:pt x="8776" y="11348"/>
                  </a:lnTo>
                  <a:lnTo>
                    <a:pt x="9322" y="12473"/>
                  </a:lnTo>
                  <a:lnTo>
                    <a:pt x="9386" y="12537"/>
                  </a:lnTo>
                  <a:lnTo>
                    <a:pt x="10608" y="13180"/>
                  </a:lnTo>
                  <a:cubicBezTo>
                    <a:pt x="10625" y="13189"/>
                    <a:pt x="10644" y="13193"/>
                    <a:pt x="10664" y="13193"/>
                  </a:cubicBezTo>
                  <a:cubicBezTo>
                    <a:pt x="10719" y="13193"/>
                    <a:pt x="10777" y="13163"/>
                    <a:pt x="10801" y="13116"/>
                  </a:cubicBezTo>
                  <a:cubicBezTo>
                    <a:pt x="10865" y="13019"/>
                    <a:pt x="10833" y="12955"/>
                    <a:pt x="10736" y="12891"/>
                  </a:cubicBezTo>
                  <a:lnTo>
                    <a:pt x="9579" y="12280"/>
                  </a:lnTo>
                  <a:lnTo>
                    <a:pt x="9033" y="11155"/>
                  </a:lnTo>
                  <a:lnTo>
                    <a:pt x="9001" y="11123"/>
                  </a:lnTo>
                  <a:lnTo>
                    <a:pt x="8036" y="10351"/>
                  </a:lnTo>
                  <a:cubicBezTo>
                    <a:pt x="8550" y="10030"/>
                    <a:pt x="8840" y="9741"/>
                    <a:pt x="8840" y="9741"/>
                  </a:cubicBezTo>
                  <a:cubicBezTo>
                    <a:pt x="8840" y="9741"/>
                    <a:pt x="8711" y="8455"/>
                    <a:pt x="8518" y="7073"/>
                  </a:cubicBezTo>
                  <a:lnTo>
                    <a:pt x="9097" y="7073"/>
                  </a:lnTo>
                  <a:cubicBezTo>
                    <a:pt x="9161" y="7073"/>
                    <a:pt x="9193" y="7040"/>
                    <a:pt x="9226" y="6976"/>
                  </a:cubicBezTo>
                  <a:lnTo>
                    <a:pt x="9933" y="5433"/>
                  </a:lnTo>
                  <a:lnTo>
                    <a:pt x="11090" y="4790"/>
                  </a:lnTo>
                  <a:cubicBezTo>
                    <a:pt x="11154" y="4758"/>
                    <a:pt x="11186" y="4662"/>
                    <a:pt x="11154" y="4565"/>
                  </a:cubicBezTo>
                  <a:cubicBezTo>
                    <a:pt x="11122" y="4533"/>
                    <a:pt x="11058" y="4501"/>
                    <a:pt x="11026" y="4501"/>
                  </a:cubicBezTo>
                  <a:lnTo>
                    <a:pt x="10929" y="4533"/>
                  </a:lnTo>
                  <a:lnTo>
                    <a:pt x="9740" y="5176"/>
                  </a:lnTo>
                  <a:lnTo>
                    <a:pt x="9676" y="5272"/>
                  </a:lnTo>
                  <a:lnTo>
                    <a:pt x="9001" y="6783"/>
                  </a:lnTo>
                  <a:lnTo>
                    <a:pt x="8486" y="6751"/>
                  </a:lnTo>
                  <a:cubicBezTo>
                    <a:pt x="8358" y="5723"/>
                    <a:pt x="8197" y="4694"/>
                    <a:pt x="8100" y="4180"/>
                  </a:cubicBezTo>
                  <a:lnTo>
                    <a:pt x="9258" y="3472"/>
                  </a:lnTo>
                  <a:cubicBezTo>
                    <a:pt x="9322" y="3440"/>
                    <a:pt x="9354" y="3376"/>
                    <a:pt x="9354" y="3312"/>
                  </a:cubicBezTo>
                  <a:lnTo>
                    <a:pt x="8808" y="1158"/>
                  </a:lnTo>
                  <a:lnTo>
                    <a:pt x="9483" y="354"/>
                  </a:lnTo>
                  <a:cubicBezTo>
                    <a:pt x="9547" y="290"/>
                    <a:pt x="9515" y="194"/>
                    <a:pt x="9451" y="162"/>
                  </a:cubicBezTo>
                  <a:lnTo>
                    <a:pt x="9354" y="129"/>
                  </a:lnTo>
                  <a:lnTo>
                    <a:pt x="9258" y="162"/>
                  </a:lnTo>
                  <a:lnTo>
                    <a:pt x="8550" y="997"/>
                  </a:lnTo>
                  <a:lnTo>
                    <a:pt x="8518" y="1126"/>
                  </a:lnTo>
                  <a:lnTo>
                    <a:pt x="9033" y="3280"/>
                  </a:lnTo>
                  <a:lnTo>
                    <a:pt x="8004" y="3858"/>
                  </a:lnTo>
                  <a:cubicBezTo>
                    <a:pt x="7779" y="3312"/>
                    <a:pt x="7265" y="2476"/>
                    <a:pt x="6783" y="1737"/>
                  </a:cubicBezTo>
                  <a:cubicBezTo>
                    <a:pt x="6541" y="1383"/>
                    <a:pt x="6156" y="1206"/>
                    <a:pt x="5770" y="1206"/>
                  </a:cubicBezTo>
                  <a:cubicBezTo>
                    <a:pt x="5384" y="1206"/>
                    <a:pt x="4999" y="1383"/>
                    <a:pt x="4757" y="1737"/>
                  </a:cubicBezTo>
                  <a:lnTo>
                    <a:pt x="3407" y="3730"/>
                  </a:lnTo>
                  <a:lnTo>
                    <a:pt x="2507" y="3151"/>
                  </a:lnTo>
                  <a:lnTo>
                    <a:pt x="3118" y="1029"/>
                  </a:lnTo>
                  <a:lnTo>
                    <a:pt x="3086" y="901"/>
                  </a:lnTo>
                  <a:lnTo>
                    <a:pt x="2411" y="65"/>
                  </a:lnTo>
                  <a:lnTo>
                    <a:pt x="22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4" name="Google Shape;2384;p37"/>
            <p:cNvSpPr/>
            <p:nvPr/>
          </p:nvSpPr>
          <p:spPr>
            <a:xfrm>
              <a:off x="3363975" y="3655875"/>
              <a:ext cx="136625" cy="134225"/>
            </a:xfrm>
            <a:custGeom>
              <a:rect b="b" l="l" r="r" t="t"/>
              <a:pathLst>
                <a:path extrusionOk="0" h="5369" w="5465">
                  <a:moveTo>
                    <a:pt x="483" y="1"/>
                  </a:moveTo>
                  <a:lnTo>
                    <a:pt x="0" y="5337"/>
                  </a:lnTo>
                  <a:lnTo>
                    <a:pt x="0" y="5337"/>
                  </a:lnTo>
                  <a:lnTo>
                    <a:pt x="2604" y="3954"/>
                  </a:lnTo>
                  <a:lnTo>
                    <a:pt x="5465" y="5369"/>
                  </a:lnTo>
                  <a:lnTo>
                    <a:pt x="4790" y="129"/>
                  </a:lnTo>
                  <a:lnTo>
                    <a:pt x="3408" y="804"/>
                  </a:lnTo>
                  <a:lnTo>
                    <a:pt x="2668" y="258"/>
                  </a:lnTo>
                  <a:lnTo>
                    <a:pt x="1993" y="836"/>
                  </a:lnTo>
                  <a:lnTo>
                    <a:pt x="48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5" name="Google Shape;2385;p37"/>
            <p:cNvSpPr/>
            <p:nvPr/>
          </p:nvSpPr>
          <p:spPr>
            <a:xfrm>
              <a:off x="3359950" y="3651850"/>
              <a:ext cx="144675" cy="141800"/>
            </a:xfrm>
            <a:custGeom>
              <a:rect b="b" l="l" r="r" t="t"/>
              <a:pathLst>
                <a:path extrusionOk="0" h="5672" w="5787">
                  <a:moveTo>
                    <a:pt x="772" y="387"/>
                  </a:moveTo>
                  <a:lnTo>
                    <a:pt x="2090" y="1126"/>
                  </a:lnTo>
                  <a:lnTo>
                    <a:pt x="2154" y="1126"/>
                  </a:lnTo>
                  <a:lnTo>
                    <a:pt x="2283" y="1094"/>
                  </a:lnTo>
                  <a:lnTo>
                    <a:pt x="2829" y="612"/>
                  </a:lnTo>
                  <a:lnTo>
                    <a:pt x="3472" y="1094"/>
                  </a:lnTo>
                  <a:cubicBezTo>
                    <a:pt x="3504" y="1126"/>
                    <a:pt x="3569" y="1126"/>
                    <a:pt x="3633" y="1126"/>
                  </a:cubicBezTo>
                  <a:lnTo>
                    <a:pt x="4822" y="547"/>
                  </a:lnTo>
                  <a:lnTo>
                    <a:pt x="5433" y="5240"/>
                  </a:lnTo>
                  <a:lnTo>
                    <a:pt x="5433" y="5240"/>
                  </a:lnTo>
                  <a:lnTo>
                    <a:pt x="2829" y="3987"/>
                  </a:lnTo>
                  <a:lnTo>
                    <a:pt x="2701" y="3987"/>
                  </a:lnTo>
                  <a:lnTo>
                    <a:pt x="354" y="5240"/>
                  </a:lnTo>
                  <a:lnTo>
                    <a:pt x="772" y="387"/>
                  </a:lnTo>
                  <a:close/>
                  <a:moveTo>
                    <a:pt x="579" y="1"/>
                  </a:moveTo>
                  <a:cubicBezTo>
                    <a:pt x="515" y="33"/>
                    <a:pt x="483" y="97"/>
                    <a:pt x="483" y="129"/>
                  </a:cubicBezTo>
                  <a:lnTo>
                    <a:pt x="1" y="5465"/>
                  </a:lnTo>
                  <a:cubicBezTo>
                    <a:pt x="1" y="5530"/>
                    <a:pt x="33" y="5594"/>
                    <a:pt x="65" y="5626"/>
                  </a:cubicBezTo>
                  <a:cubicBezTo>
                    <a:pt x="97" y="5642"/>
                    <a:pt x="129" y="5650"/>
                    <a:pt x="157" y="5650"/>
                  </a:cubicBezTo>
                  <a:cubicBezTo>
                    <a:pt x="185" y="5650"/>
                    <a:pt x="210" y="5642"/>
                    <a:pt x="226" y="5626"/>
                  </a:cubicBezTo>
                  <a:lnTo>
                    <a:pt x="2765" y="4276"/>
                  </a:lnTo>
                  <a:lnTo>
                    <a:pt x="5562" y="5658"/>
                  </a:lnTo>
                  <a:cubicBezTo>
                    <a:pt x="5580" y="5668"/>
                    <a:pt x="5599" y="5672"/>
                    <a:pt x="5617" y="5672"/>
                  </a:cubicBezTo>
                  <a:cubicBezTo>
                    <a:pt x="5661" y="5672"/>
                    <a:pt x="5700" y="5649"/>
                    <a:pt x="5722" y="5626"/>
                  </a:cubicBezTo>
                  <a:cubicBezTo>
                    <a:pt x="5754" y="5594"/>
                    <a:pt x="5787" y="5562"/>
                    <a:pt x="5787" y="5498"/>
                  </a:cubicBezTo>
                  <a:lnTo>
                    <a:pt x="5112" y="290"/>
                  </a:lnTo>
                  <a:cubicBezTo>
                    <a:pt x="5112" y="226"/>
                    <a:pt x="5079" y="194"/>
                    <a:pt x="5015" y="162"/>
                  </a:cubicBezTo>
                  <a:lnTo>
                    <a:pt x="4887" y="162"/>
                  </a:lnTo>
                  <a:lnTo>
                    <a:pt x="3569" y="804"/>
                  </a:lnTo>
                  <a:lnTo>
                    <a:pt x="2926" y="290"/>
                  </a:lnTo>
                  <a:cubicBezTo>
                    <a:pt x="2894" y="274"/>
                    <a:pt x="2862" y="266"/>
                    <a:pt x="2829" y="266"/>
                  </a:cubicBezTo>
                  <a:cubicBezTo>
                    <a:pt x="2797" y="266"/>
                    <a:pt x="2765" y="274"/>
                    <a:pt x="2733" y="290"/>
                  </a:cubicBezTo>
                  <a:lnTo>
                    <a:pt x="2154" y="804"/>
                  </a:lnTo>
                  <a:lnTo>
                    <a:pt x="708" y="33"/>
                  </a:lnTo>
                  <a:lnTo>
                    <a:pt x="6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6" name="Google Shape;2386;p37"/>
            <p:cNvSpPr/>
            <p:nvPr/>
          </p:nvSpPr>
          <p:spPr>
            <a:xfrm>
              <a:off x="3378425" y="3754725"/>
              <a:ext cx="110925" cy="61100"/>
            </a:xfrm>
            <a:custGeom>
              <a:rect b="b" l="l" r="r" t="t"/>
              <a:pathLst>
                <a:path extrusionOk="0" h="2444" w="4437">
                  <a:moveTo>
                    <a:pt x="2026" y="0"/>
                  </a:moveTo>
                  <a:lnTo>
                    <a:pt x="1" y="1190"/>
                  </a:lnTo>
                  <a:lnTo>
                    <a:pt x="2058" y="2443"/>
                  </a:lnTo>
                  <a:lnTo>
                    <a:pt x="4437" y="1222"/>
                  </a:lnTo>
                  <a:lnTo>
                    <a:pt x="202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7" name="Google Shape;2387;p37"/>
            <p:cNvSpPr/>
            <p:nvPr/>
          </p:nvSpPr>
          <p:spPr>
            <a:xfrm>
              <a:off x="3374425" y="3750700"/>
              <a:ext cx="118950" cy="68325"/>
            </a:xfrm>
            <a:custGeom>
              <a:rect b="b" l="l" r="r" t="t"/>
              <a:pathLst>
                <a:path extrusionOk="0" h="2733" w="4758">
                  <a:moveTo>
                    <a:pt x="2186" y="322"/>
                  </a:moveTo>
                  <a:lnTo>
                    <a:pt x="4243" y="1383"/>
                  </a:lnTo>
                  <a:lnTo>
                    <a:pt x="2218" y="2411"/>
                  </a:lnTo>
                  <a:lnTo>
                    <a:pt x="450" y="1351"/>
                  </a:lnTo>
                  <a:lnTo>
                    <a:pt x="2186" y="322"/>
                  </a:lnTo>
                  <a:close/>
                  <a:moveTo>
                    <a:pt x="2186" y="1"/>
                  </a:moveTo>
                  <a:lnTo>
                    <a:pt x="2122" y="33"/>
                  </a:lnTo>
                  <a:lnTo>
                    <a:pt x="97" y="1222"/>
                  </a:lnTo>
                  <a:cubicBezTo>
                    <a:pt x="32" y="1254"/>
                    <a:pt x="0" y="1319"/>
                    <a:pt x="0" y="1351"/>
                  </a:cubicBezTo>
                  <a:cubicBezTo>
                    <a:pt x="0" y="1415"/>
                    <a:pt x="32" y="1447"/>
                    <a:pt x="97" y="1479"/>
                  </a:cubicBezTo>
                  <a:lnTo>
                    <a:pt x="2154" y="2733"/>
                  </a:lnTo>
                  <a:lnTo>
                    <a:pt x="2283" y="2733"/>
                  </a:lnTo>
                  <a:lnTo>
                    <a:pt x="4661" y="1544"/>
                  </a:lnTo>
                  <a:cubicBezTo>
                    <a:pt x="4725" y="1511"/>
                    <a:pt x="4758" y="1447"/>
                    <a:pt x="4758" y="1415"/>
                  </a:cubicBezTo>
                  <a:cubicBezTo>
                    <a:pt x="4758" y="1351"/>
                    <a:pt x="4725" y="1286"/>
                    <a:pt x="4661" y="1254"/>
                  </a:cubicBezTo>
                  <a:lnTo>
                    <a:pt x="2250" y="33"/>
                  </a:lnTo>
                  <a:lnTo>
                    <a:pt x="21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8" name="Google Shape;2388;p37"/>
            <p:cNvSpPr/>
            <p:nvPr/>
          </p:nvSpPr>
          <p:spPr>
            <a:xfrm>
              <a:off x="3506200" y="2497575"/>
              <a:ext cx="375325" cy="422225"/>
            </a:xfrm>
            <a:custGeom>
              <a:rect b="b" l="l" r="r" t="t"/>
              <a:pathLst>
                <a:path extrusionOk="0" h="16889" w="15013">
                  <a:moveTo>
                    <a:pt x="9196" y="0"/>
                  </a:moveTo>
                  <a:cubicBezTo>
                    <a:pt x="9176" y="0"/>
                    <a:pt x="9154" y="4"/>
                    <a:pt x="9130" y="12"/>
                  </a:cubicBezTo>
                  <a:cubicBezTo>
                    <a:pt x="9066" y="44"/>
                    <a:pt x="9001" y="109"/>
                    <a:pt x="9034" y="205"/>
                  </a:cubicBezTo>
                  <a:cubicBezTo>
                    <a:pt x="9451" y="1459"/>
                    <a:pt x="9226" y="3902"/>
                    <a:pt x="9162" y="4448"/>
                  </a:cubicBezTo>
                  <a:lnTo>
                    <a:pt x="8808" y="4995"/>
                  </a:lnTo>
                  <a:lnTo>
                    <a:pt x="8326" y="4673"/>
                  </a:lnTo>
                  <a:lnTo>
                    <a:pt x="7941" y="5220"/>
                  </a:lnTo>
                  <a:cubicBezTo>
                    <a:pt x="7683" y="5155"/>
                    <a:pt x="7394" y="5091"/>
                    <a:pt x="7169" y="5059"/>
                  </a:cubicBezTo>
                  <a:lnTo>
                    <a:pt x="6751" y="3838"/>
                  </a:lnTo>
                  <a:lnTo>
                    <a:pt x="6944" y="2584"/>
                  </a:lnTo>
                  <a:lnTo>
                    <a:pt x="6912" y="2487"/>
                  </a:lnTo>
                  <a:lnTo>
                    <a:pt x="6237" y="1298"/>
                  </a:lnTo>
                  <a:cubicBezTo>
                    <a:pt x="6216" y="1236"/>
                    <a:pt x="6169" y="1200"/>
                    <a:pt x="6120" y="1200"/>
                  </a:cubicBezTo>
                  <a:cubicBezTo>
                    <a:pt x="6094" y="1200"/>
                    <a:pt x="6067" y="1211"/>
                    <a:pt x="6044" y="1234"/>
                  </a:cubicBezTo>
                  <a:cubicBezTo>
                    <a:pt x="5980" y="1266"/>
                    <a:pt x="5948" y="1362"/>
                    <a:pt x="5980" y="1427"/>
                  </a:cubicBezTo>
                  <a:lnTo>
                    <a:pt x="6623" y="2584"/>
                  </a:lnTo>
                  <a:lnTo>
                    <a:pt x="6462" y="3838"/>
                  </a:lnTo>
                  <a:lnTo>
                    <a:pt x="6462" y="3902"/>
                  </a:lnTo>
                  <a:lnTo>
                    <a:pt x="6848" y="5059"/>
                  </a:lnTo>
                  <a:cubicBezTo>
                    <a:pt x="6760" y="5054"/>
                    <a:pt x="6677" y="5052"/>
                    <a:pt x="6598" y="5052"/>
                  </a:cubicBezTo>
                  <a:cubicBezTo>
                    <a:pt x="6126" y="5052"/>
                    <a:pt x="5819" y="5123"/>
                    <a:pt x="5819" y="5123"/>
                  </a:cubicBezTo>
                  <a:cubicBezTo>
                    <a:pt x="5819" y="5123"/>
                    <a:pt x="5208" y="6281"/>
                    <a:pt x="4598" y="7534"/>
                  </a:cubicBezTo>
                  <a:lnTo>
                    <a:pt x="4148" y="7213"/>
                  </a:lnTo>
                  <a:cubicBezTo>
                    <a:pt x="4131" y="7197"/>
                    <a:pt x="4107" y="7189"/>
                    <a:pt x="4079" y="7189"/>
                  </a:cubicBezTo>
                  <a:cubicBezTo>
                    <a:pt x="4051" y="7189"/>
                    <a:pt x="4019" y="7197"/>
                    <a:pt x="3987" y="7213"/>
                  </a:cubicBezTo>
                  <a:lnTo>
                    <a:pt x="2540" y="8113"/>
                  </a:lnTo>
                  <a:lnTo>
                    <a:pt x="1222" y="8016"/>
                  </a:lnTo>
                  <a:cubicBezTo>
                    <a:pt x="1126" y="8016"/>
                    <a:pt x="1062" y="8081"/>
                    <a:pt x="1062" y="8145"/>
                  </a:cubicBezTo>
                  <a:cubicBezTo>
                    <a:pt x="1062" y="8209"/>
                    <a:pt x="1062" y="8273"/>
                    <a:pt x="1126" y="8306"/>
                  </a:cubicBezTo>
                  <a:lnTo>
                    <a:pt x="1190" y="8306"/>
                  </a:lnTo>
                  <a:lnTo>
                    <a:pt x="2572" y="8434"/>
                  </a:lnTo>
                  <a:lnTo>
                    <a:pt x="2669" y="8402"/>
                  </a:lnTo>
                  <a:lnTo>
                    <a:pt x="4051" y="7502"/>
                  </a:lnTo>
                  <a:lnTo>
                    <a:pt x="4469" y="7791"/>
                  </a:lnTo>
                  <a:cubicBezTo>
                    <a:pt x="4019" y="8756"/>
                    <a:pt x="3569" y="9688"/>
                    <a:pt x="3376" y="10202"/>
                  </a:cubicBezTo>
                  <a:lnTo>
                    <a:pt x="2026" y="10106"/>
                  </a:lnTo>
                  <a:cubicBezTo>
                    <a:pt x="1962" y="10106"/>
                    <a:pt x="1897" y="10138"/>
                    <a:pt x="1865" y="10202"/>
                  </a:cubicBezTo>
                  <a:lnTo>
                    <a:pt x="1094" y="12292"/>
                  </a:lnTo>
                  <a:lnTo>
                    <a:pt x="130" y="12581"/>
                  </a:lnTo>
                  <a:cubicBezTo>
                    <a:pt x="33" y="12613"/>
                    <a:pt x="1" y="12709"/>
                    <a:pt x="33" y="12774"/>
                  </a:cubicBezTo>
                  <a:lnTo>
                    <a:pt x="97" y="12870"/>
                  </a:lnTo>
                  <a:lnTo>
                    <a:pt x="226" y="12870"/>
                  </a:lnTo>
                  <a:lnTo>
                    <a:pt x="1255" y="12581"/>
                  </a:lnTo>
                  <a:lnTo>
                    <a:pt x="1351" y="12484"/>
                  </a:lnTo>
                  <a:lnTo>
                    <a:pt x="2122" y="10427"/>
                  </a:lnTo>
                  <a:lnTo>
                    <a:pt x="3280" y="10491"/>
                  </a:lnTo>
                  <a:cubicBezTo>
                    <a:pt x="3151" y="11070"/>
                    <a:pt x="3119" y="12067"/>
                    <a:pt x="3151" y="12934"/>
                  </a:cubicBezTo>
                  <a:cubicBezTo>
                    <a:pt x="3151" y="13610"/>
                    <a:pt x="3718" y="14118"/>
                    <a:pt x="4360" y="14118"/>
                  </a:cubicBezTo>
                  <a:cubicBezTo>
                    <a:pt x="4512" y="14118"/>
                    <a:pt x="4669" y="14089"/>
                    <a:pt x="4823" y="14027"/>
                  </a:cubicBezTo>
                  <a:lnTo>
                    <a:pt x="7041" y="13127"/>
                  </a:lnTo>
                  <a:lnTo>
                    <a:pt x="7458" y="14092"/>
                  </a:lnTo>
                  <a:lnTo>
                    <a:pt x="5819" y="15538"/>
                  </a:lnTo>
                  <a:cubicBezTo>
                    <a:pt x="5787" y="15570"/>
                    <a:pt x="5755" y="15602"/>
                    <a:pt x="5755" y="15667"/>
                  </a:cubicBezTo>
                  <a:lnTo>
                    <a:pt x="5851" y="16760"/>
                  </a:lnTo>
                  <a:lnTo>
                    <a:pt x="5915" y="16856"/>
                  </a:lnTo>
                  <a:lnTo>
                    <a:pt x="6012" y="16888"/>
                  </a:lnTo>
                  <a:cubicBezTo>
                    <a:pt x="6108" y="16888"/>
                    <a:pt x="6173" y="16824"/>
                    <a:pt x="6173" y="16727"/>
                  </a:cubicBezTo>
                  <a:lnTo>
                    <a:pt x="6076" y="15731"/>
                  </a:lnTo>
                  <a:lnTo>
                    <a:pt x="7748" y="14252"/>
                  </a:lnTo>
                  <a:cubicBezTo>
                    <a:pt x="7812" y="14220"/>
                    <a:pt x="7812" y="14124"/>
                    <a:pt x="7780" y="14092"/>
                  </a:cubicBezTo>
                  <a:lnTo>
                    <a:pt x="7330" y="13031"/>
                  </a:lnTo>
                  <a:lnTo>
                    <a:pt x="7491" y="12967"/>
                  </a:lnTo>
                  <a:lnTo>
                    <a:pt x="9162" y="11006"/>
                  </a:lnTo>
                  <a:lnTo>
                    <a:pt x="9741" y="11424"/>
                  </a:lnTo>
                  <a:lnTo>
                    <a:pt x="9419" y="13031"/>
                  </a:lnTo>
                  <a:lnTo>
                    <a:pt x="9419" y="13127"/>
                  </a:lnTo>
                  <a:lnTo>
                    <a:pt x="9998" y="14381"/>
                  </a:lnTo>
                  <a:lnTo>
                    <a:pt x="10062" y="14445"/>
                  </a:lnTo>
                  <a:cubicBezTo>
                    <a:pt x="10078" y="14461"/>
                    <a:pt x="10102" y="14469"/>
                    <a:pt x="10130" y="14469"/>
                  </a:cubicBezTo>
                  <a:cubicBezTo>
                    <a:pt x="10159" y="14469"/>
                    <a:pt x="10191" y="14461"/>
                    <a:pt x="10223" y="14445"/>
                  </a:cubicBezTo>
                  <a:cubicBezTo>
                    <a:pt x="10287" y="14413"/>
                    <a:pt x="10319" y="14317"/>
                    <a:pt x="10287" y="14252"/>
                  </a:cubicBezTo>
                  <a:lnTo>
                    <a:pt x="9709" y="13063"/>
                  </a:lnTo>
                  <a:lnTo>
                    <a:pt x="10062" y="11359"/>
                  </a:lnTo>
                  <a:cubicBezTo>
                    <a:pt x="10062" y="11327"/>
                    <a:pt x="10030" y="11263"/>
                    <a:pt x="9998" y="11231"/>
                  </a:cubicBezTo>
                  <a:lnTo>
                    <a:pt x="9355" y="10781"/>
                  </a:lnTo>
                  <a:lnTo>
                    <a:pt x="11187" y="8627"/>
                  </a:lnTo>
                  <a:cubicBezTo>
                    <a:pt x="11187" y="8627"/>
                    <a:pt x="10994" y="8048"/>
                    <a:pt x="10544" y="7341"/>
                  </a:cubicBezTo>
                  <a:lnTo>
                    <a:pt x="11444" y="7309"/>
                  </a:lnTo>
                  <a:lnTo>
                    <a:pt x="11509" y="7277"/>
                  </a:lnTo>
                  <a:lnTo>
                    <a:pt x="12569" y="6698"/>
                  </a:lnTo>
                  <a:lnTo>
                    <a:pt x="13887" y="6859"/>
                  </a:lnTo>
                  <a:cubicBezTo>
                    <a:pt x="13904" y="6865"/>
                    <a:pt x="13920" y="6867"/>
                    <a:pt x="13936" y="6867"/>
                  </a:cubicBezTo>
                  <a:cubicBezTo>
                    <a:pt x="14006" y="6867"/>
                    <a:pt x="14054" y="6810"/>
                    <a:pt x="14080" y="6731"/>
                  </a:cubicBezTo>
                  <a:cubicBezTo>
                    <a:pt x="14080" y="6666"/>
                    <a:pt x="14016" y="6570"/>
                    <a:pt x="13952" y="6570"/>
                  </a:cubicBezTo>
                  <a:lnTo>
                    <a:pt x="12569" y="6377"/>
                  </a:lnTo>
                  <a:lnTo>
                    <a:pt x="12473" y="6409"/>
                  </a:lnTo>
                  <a:lnTo>
                    <a:pt x="11380" y="7020"/>
                  </a:lnTo>
                  <a:lnTo>
                    <a:pt x="10351" y="7052"/>
                  </a:lnTo>
                  <a:cubicBezTo>
                    <a:pt x="10287" y="6988"/>
                    <a:pt x="10223" y="6923"/>
                    <a:pt x="10191" y="6859"/>
                  </a:cubicBezTo>
                  <a:lnTo>
                    <a:pt x="10673" y="6152"/>
                  </a:lnTo>
                  <a:lnTo>
                    <a:pt x="10159" y="5830"/>
                  </a:lnTo>
                  <a:lnTo>
                    <a:pt x="10480" y="5316"/>
                  </a:lnTo>
                  <a:cubicBezTo>
                    <a:pt x="10988" y="5077"/>
                    <a:pt x="13165" y="4142"/>
                    <a:pt x="14553" y="4142"/>
                  </a:cubicBezTo>
                  <a:cubicBezTo>
                    <a:pt x="14658" y="4142"/>
                    <a:pt x="14757" y="4148"/>
                    <a:pt x="14852" y="4159"/>
                  </a:cubicBezTo>
                  <a:cubicBezTo>
                    <a:pt x="14916" y="4159"/>
                    <a:pt x="14980" y="4095"/>
                    <a:pt x="15012" y="4030"/>
                  </a:cubicBezTo>
                  <a:cubicBezTo>
                    <a:pt x="15012" y="3934"/>
                    <a:pt x="14948" y="3870"/>
                    <a:pt x="14884" y="3838"/>
                  </a:cubicBezTo>
                  <a:cubicBezTo>
                    <a:pt x="14785" y="3826"/>
                    <a:pt x="14682" y="3821"/>
                    <a:pt x="14574" y="3821"/>
                  </a:cubicBezTo>
                  <a:cubicBezTo>
                    <a:pt x="13142" y="3821"/>
                    <a:pt x="11014" y="4758"/>
                    <a:pt x="10416" y="5027"/>
                  </a:cubicBezTo>
                  <a:lnTo>
                    <a:pt x="9484" y="4384"/>
                  </a:lnTo>
                  <a:cubicBezTo>
                    <a:pt x="9548" y="3645"/>
                    <a:pt x="9741" y="1395"/>
                    <a:pt x="9323" y="109"/>
                  </a:cubicBezTo>
                  <a:cubicBezTo>
                    <a:pt x="9299" y="36"/>
                    <a:pt x="9257" y="0"/>
                    <a:pt x="9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9" name="Google Shape;2389;p37"/>
            <p:cNvSpPr/>
            <p:nvPr/>
          </p:nvSpPr>
          <p:spPr>
            <a:xfrm>
              <a:off x="3600225" y="2635300"/>
              <a:ext cx="171200" cy="180825"/>
            </a:xfrm>
            <a:custGeom>
              <a:rect b="b" l="l" r="r" t="t"/>
              <a:pathLst>
                <a:path extrusionOk="0" h="7233" w="6848">
                  <a:moveTo>
                    <a:pt x="2283" y="0"/>
                  </a:moveTo>
                  <a:lnTo>
                    <a:pt x="1" y="4725"/>
                  </a:lnTo>
                  <a:lnTo>
                    <a:pt x="1512" y="4950"/>
                  </a:lnTo>
                  <a:lnTo>
                    <a:pt x="1833" y="5818"/>
                  </a:lnTo>
                  <a:lnTo>
                    <a:pt x="2701" y="5690"/>
                  </a:lnTo>
                  <a:lnTo>
                    <a:pt x="3505" y="7233"/>
                  </a:lnTo>
                  <a:lnTo>
                    <a:pt x="6848" y="3054"/>
                  </a:lnTo>
                  <a:lnTo>
                    <a:pt x="3922" y="2764"/>
                  </a:lnTo>
                  <a:lnTo>
                    <a:pt x="2283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0" name="Google Shape;2390;p37"/>
            <p:cNvSpPr/>
            <p:nvPr/>
          </p:nvSpPr>
          <p:spPr>
            <a:xfrm>
              <a:off x="3596225" y="2632075"/>
              <a:ext cx="179225" cy="188075"/>
            </a:xfrm>
            <a:custGeom>
              <a:rect b="b" l="l" r="r" t="t"/>
              <a:pathLst>
                <a:path extrusionOk="0" h="7523" w="7169">
                  <a:moveTo>
                    <a:pt x="2475" y="450"/>
                  </a:moveTo>
                  <a:lnTo>
                    <a:pt x="3954" y="2958"/>
                  </a:lnTo>
                  <a:cubicBezTo>
                    <a:pt x="3954" y="3022"/>
                    <a:pt x="4018" y="3022"/>
                    <a:pt x="4050" y="3054"/>
                  </a:cubicBezTo>
                  <a:lnTo>
                    <a:pt x="6718" y="3311"/>
                  </a:lnTo>
                  <a:lnTo>
                    <a:pt x="3697" y="7104"/>
                  </a:lnTo>
                  <a:lnTo>
                    <a:pt x="2990" y="5754"/>
                  </a:lnTo>
                  <a:lnTo>
                    <a:pt x="2925" y="5690"/>
                  </a:lnTo>
                  <a:lnTo>
                    <a:pt x="2829" y="5690"/>
                  </a:lnTo>
                  <a:lnTo>
                    <a:pt x="2089" y="5754"/>
                  </a:lnTo>
                  <a:lnTo>
                    <a:pt x="1832" y="5015"/>
                  </a:lnTo>
                  <a:cubicBezTo>
                    <a:pt x="1800" y="4983"/>
                    <a:pt x="1768" y="4919"/>
                    <a:pt x="1704" y="4919"/>
                  </a:cubicBezTo>
                  <a:lnTo>
                    <a:pt x="386" y="4726"/>
                  </a:lnTo>
                  <a:lnTo>
                    <a:pt x="2475" y="450"/>
                  </a:lnTo>
                  <a:close/>
                  <a:moveTo>
                    <a:pt x="2443" y="0"/>
                  </a:moveTo>
                  <a:cubicBezTo>
                    <a:pt x="2379" y="0"/>
                    <a:pt x="2347" y="33"/>
                    <a:pt x="2314" y="65"/>
                  </a:cubicBezTo>
                  <a:lnTo>
                    <a:pt x="0" y="4790"/>
                  </a:lnTo>
                  <a:lnTo>
                    <a:pt x="0" y="4919"/>
                  </a:lnTo>
                  <a:lnTo>
                    <a:pt x="129" y="5015"/>
                  </a:lnTo>
                  <a:lnTo>
                    <a:pt x="1575" y="5208"/>
                  </a:lnTo>
                  <a:lnTo>
                    <a:pt x="1832" y="5979"/>
                  </a:lnTo>
                  <a:cubicBezTo>
                    <a:pt x="1859" y="6032"/>
                    <a:pt x="1906" y="6084"/>
                    <a:pt x="1958" y="6084"/>
                  </a:cubicBezTo>
                  <a:cubicBezTo>
                    <a:pt x="1969" y="6084"/>
                    <a:pt x="1981" y="6082"/>
                    <a:pt x="1993" y="6076"/>
                  </a:cubicBezTo>
                  <a:lnTo>
                    <a:pt x="2765" y="5979"/>
                  </a:lnTo>
                  <a:lnTo>
                    <a:pt x="3536" y="7426"/>
                  </a:lnTo>
                  <a:lnTo>
                    <a:pt x="3568" y="7490"/>
                  </a:lnTo>
                  <a:lnTo>
                    <a:pt x="3632" y="7522"/>
                  </a:lnTo>
                  <a:cubicBezTo>
                    <a:pt x="3697" y="7522"/>
                    <a:pt x="3729" y="7490"/>
                    <a:pt x="3761" y="7458"/>
                  </a:cubicBezTo>
                  <a:lnTo>
                    <a:pt x="7136" y="3279"/>
                  </a:lnTo>
                  <a:cubicBezTo>
                    <a:pt x="7168" y="3215"/>
                    <a:pt x="7168" y="3151"/>
                    <a:pt x="7136" y="3118"/>
                  </a:cubicBezTo>
                  <a:cubicBezTo>
                    <a:pt x="7136" y="3054"/>
                    <a:pt x="7072" y="3022"/>
                    <a:pt x="7008" y="3022"/>
                  </a:cubicBezTo>
                  <a:lnTo>
                    <a:pt x="4179" y="2733"/>
                  </a:lnTo>
                  <a:lnTo>
                    <a:pt x="2572" y="65"/>
                  </a:lnTo>
                  <a:cubicBezTo>
                    <a:pt x="2572" y="33"/>
                    <a:pt x="2507" y="0"/>
                    <a:pt x="24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1" name="Google Shape;2391;p37"/>
            <p:cNvSpPr/>
            <p:nvPr/>
          </p:nvSpPr>
          <p:spPr>
            <a:xfrm>
              <a:off x="3664525" y="2645725"/>
              <a:ext cx="92425" cy="61100"/>
            </a:xfrm>
            <a:custGeom>
              <a:rect b="b" l="l" r="r" t="t"/>
              <a:pathLst>
                <a:path extrusionOk="0" h="2444" w="3697">
                  <a:moveTo>
                    <a:pt x="0" y="1"/>
                  </a:moveTo>
                  <a:lnTo>
                    <a:pt x="1350" y="2347"/>
                  </a:lnTo>
                  <a:lnTo>
                    <a:pt x="3697" y="2444"/>
                  </a:lnTo>
                  <a:lnTo>
                    <a:pt x="2636" y="29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2" name="Google Shape;2392;p37"/>
            <p:cNvSpPr/>
            <p:nvPr/>
          </p:nvSpPr>
          <p:spPr>
            <a:xfrm>
              <a:off x="3660500" y="2641725"/>
              <a:ext cx="100475" cy="69125"/>
            </a:xfrm>
            <a:custGeom>
              <a:rect b="b" l="l" r="r" t="t"/>
              <a:pathLst>
                <a:path extrusionOk="0" h="2765" w="4019">
                  <a:moveTo>
                    <a:pt x="451" y="322"/>
                  </a:moveTo>
                  <a:lnTo>
                    <a:pt x="2701" y="611"/>
                  </a:lnTo>
                  <a:lnTo>
                    <a:pt x="3601" y="2443"/>
                  </a:lnTo>
                  <a:lnTo>
                    <a:pt x="1608" y="2347"/>
                  </a:lnTo>
                  <a:lnTo>
                    <a:pt x="451" y="322"/>
                  </a:lnTo>
                  <a:close/>
                  <a:moveTo>
                    <a:pt x="194" y="0"/>
                  </a:moveTo>
                  <a:cubicBezTo>
                    <a:pt x="129" y="0"/>
                    <a:pt x="97" y="0"/>
                    <a:pt x="65" y="64"/>
                  </a:cubicBezTo>
                  <a:cubicBezTo>
                    <a:pt x="33" y="97"/>
                    <a:pt x="1" y="161"/>
                    <a:pt x="33" y="225"/>
                  </a:cubicBezTo>
                  <a:lnTo>
                    <a:pt x="1383" y="2572"/>
                  </a:lnTo>
                  <a:lnTo>
                    <a:pt x="1415" y="2636"/>
                  </a:lnTo>
                  <a:lnTo>
                    <a:pt x="1479" y="2668"/>
                  </a:lnTo>
                  <a:lnTo>
                    <a:pt x="3826" y="2765"/>
                  </a:lnTo>
                  <a:cubicBezTo>
                    <a:pt x="3890" y="2765"/>
                    <a:pt x="3954" y="2765"/>
                    <a:pt x="3987" y="2700"/>
                  </a:cubicBezTo>
                  <a:cubicBezTo>
                    <a:pt x="4019" y="2668"/>
                    <a:pt x="4019" y="2604"/>
                    <a:pt x="3987" y="2540"/>
                  </a:cubicBezTo>
                  <a:lnTo>
                    <a:pt x="2958" y="386"/>
                  </a:lnTo>
                  <a:cubicBezTo>
                    <a:pt x="2926" y="354"/>
                    <a:pt x="2894" y="322"/>
                    <a:pt x="2829" y="322"/>
                  </a:cubicBezTo>
                  <a:lnTo>
                    <a:pt x="1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3" name="Google Shape;2393;p37"/>
            <p:cNvSpPr/>
            <p:nvPr/>
          </p:nvSpPr>
          <p:spPr>
            <a:xfrm>
              <a:off x="4202950" y="2493550"/>
              <a:ext cx="375300" cy="422225"/>
            </a:xfrm>
            <a:custGeom>
              <a:rect b="b" l="l" r="r" t="t"/>
              <a:pathLst>
                <a:path extrusionOk="0" h="16889" w="15012">
                  <a:moveTo>
                    <a:pt x="9195" y="1"/>
                  </a:moveTo>
                  <a:cubicBezTo>
                    <a:pt x="9175" y="1"/>
                    <a:pt x="9153" y="5"/>
                    <a:pt x="9129" y="13"/>
                  </a:cubicBezTo>
                  <a:cubicBezTo>
                    <a:pt x="9065" y="13"/>
                    <a:pt x="9001" y="109"/>
                    <a:pt x="9033" y="173"/>
                  </a:cubicBezTo>
                  <a:cubicBezTo>
                    <a:pt x="9418" y="1459"/>
                    <a:pt x="9226" y="3870"/>
                    <a:pt x="9161" y="4449"/>
                  </a:cubicBezTo>
                  <a:lnTo>
                    <a:pt x="8808" y="4963"/>
                  </a:lnTo>
                  <a:lnTo>
                    <a:pt x="8326" y="4641"/>
                  </a:lnTo>
                  <a:lnTo>
                    <a:pt x="7940" y="5220"/>
                  </a:lnTo>
                  <a:cubicBezTo>
                    <a:pt x="7650" y="5124"/>
                    <a:pt x="7393" y="5091"/>
                    <a:pt x="7168" y="5059"/>
                  </a:cubicBezTo>
                  <a:lnTo>
                    <a:pt x="6750" y="3806"/>
                  </a:lnTo>
                  <a:lnTo>
                    <a:pt x="6911" y="2584"/>
                  </a:lnTo>
                  <a:lnTo>
                    <a:pt x="6911" y="2488"/>
                  </a:lnTo>
                  <a:lnTo>
                    <a:pt x="6236" y="1266"/>
                  </a:lnTo>
                  <a:cubicBezTo>
                    <a:pt x="6213" y="1219"/>
                    <a:pt x="6155" y="1189"/>
                    <a:pt x="6100" y="1189"/>
                  </a:cubicBezTo>
                  <a:cubicBezTo>
                    <a:pt x="6080" y="1189"/>
                    <a:pt x="6060" y="1193"/>
                    <a:pt x="6043" y="1202"/>
                  </a:cubicBezTo>
                  <a:cubicBezTo>
                    <a:pt x="5947" y="1266"/>
                    <a:pt x="5947" y="1363"/>
                    <a:pt x="5979" y="1427"/>
                  </a:cubicBezTo>
                  <a:lnTo>
                    <a:pt x="6622" y="2584"/>
                  </a:lnTo>
                  <a:lnTo>
                    <a:pt x="6429" y="3806"/>
                  </a:lnTo>
                  <a:lnTo>
                    <a:pt x="6461" y="3870"/>
                  </a:lnTo>
                  <a:lnTo>
                    <a:pt x="6815" y="5027"/>
                  </a:lnTo>
                  <a:cubicBezTo>
                    <a:pt x="6236" y="5027"/>
                    <a:pt x="5818" y="5124"/>
                    <a:pt x="5818" y="5124"/>
                  </a:cubicBezTo>
                  <a:cubicBezTo>
                    <a:pt x="5818" y="5124"/>
                    <a:pt x="5207" y="6281"/>
                    <a:pt x="4597" y="7502"/>
                  </a:cubicBezTo>
                  <a:lnTo>
                    <a:pt x="4147" y="7181"/>
                  </a:lnTo>
                  <a:cubicBezTo>
                    <a:pt x="4115" y="7165"/>
                    <a:pt x="4082" y="7157"/>
                    <a:pt x="4054" y="7157"/>
                  </a:cubicBezTo>
                  <a:cubicBezTo>
                    <a:pt x="4026" y="7157"/>
                    <a:pt x="4002" y="7165"/>
                    <a:pt x="3986" y="7181"/>
                  </a:cubicBezTo>
                  <a:lnTo>
                    <a:pt x="2540" y="8113"/>
                  </a:lnTo>
                  <a:lnTo>
                    <a:pt x="1222" y="8017"/>
                  </a:lnTo>
                  <a:cubicBezTo>
                    <a:pt x="1205" y="8011"/>
                    <a:pt x="1188" y="8008"/>
                    <a:pt x="1173" y="8008"/>
                  </a:cubicBezTo>
                  <a:cubicBezTo>
                    <a:pt x="1103" y="8008"/>
                    <a:pt x="1055" y="8066"/>
                    <a:pt x="1029" y="8145"/>
                  </a:cubicBezTo>
                  <a:cubicBezTo>
                    <a:pt x="1029" y="8209"/>
                    <a:pt x="1061" y="8242"/>
                    <a:pt x="1093" y="8274"/>
                  </a:cubicBezTo>
                  <a:lnTo>
                    <a:pt x="1189" y="8306"/>
                  </a:lnTo>
                  <a:lnTo>
                    <a:pt x="2572" y="8402"/>
                  </a:lnTo>
                  <a:lnTo>
                    <a:pt x="2668" y="8402"/>
                  </a:lnTo>
                  <a:lnTo>
                    <a:pt x="4050" y="7502"/>
                  </a:lnTo>
                  <a:lnTo>
                    <a:pt x="4468" y="7792"/>
                  </a:lnTo>
                  <a:cubicBezTo>
                    <a:pt x="3986" y="8724"/>
                    <a:pt x="3568" y="9688"/>
                    <a:pt x="3375" y="10170"/>
                  </a:cubicBezTo>
                  <a:lnTo>
                    <a:pt x="1993" y="10106"/>
                  </a:lnTo>
                  <a:cubicBezTo>
                    <a:pt x="1929" y="10106"/>
                    <a:pt x="1864" y="10138"/>
                    <a:pt x="1864" y="10202"/>
                  </a:cubicBezTo>
                  <a:lnTo>
                    <a:pt x="1093" y="12292"/>
                  </a:lnTo>
                  <a:lnTo>
                    <a:pt x="129" y="12581"/>
                  </a:lnTo>
                  <a:cubicBezTo>
                    <a:pt x="32" y="12613"/>
                    <a:pt x="0" y="12678"/>
                    <a:pt x="0" y="12774"/>
                  </a:cubicBezTo>
                  <a:lnTo>
                    <a:pt x="64" y="12838"/>
                  </a:lnTo>
                  <a:lnTo>
                    <a:pt x="193" y="12870"/>
                  </a:lnTo>
                  <a:lnTo>
                    <a:pt x="1254" y="12549"/>
                  </a:lnTo>
                  <a:lnTo>
                    <a:pt x="1350" y="12485"/>
                  </a:lnTo>
                  <a:lnTo>
                    <a:pt x="2089" y="10395"/>
                  </a:lnTo>
                  <a:lnTo>
                    <a:pt x="3279" y="10492"/>
                  </a:lnTo>
                  <a:cubicBezTo>
                    <a:pt x="3150" y="11070"/>
                    <a:pt x="3118" y="12035"/>
                    <a:pt x="3150" y="12935"/>
                  </a:cubicBezTo>
                  <a:cubicBezTo>
                    <a:pt x="3150" y="13610"/>
                    <a:pt x="3717" y="14118"/>
                    <a:pt x="4359" y="14118"/>
                  </a:cubicBezTo>
                  <a:cubicBezTo>
                    <a:pt x="4511" y="14118"/>
                    <a:pt x="4668" y="14089"/>
                    <a:pt x="4822" y="14028"/>
                  </a:cubicBezTo>
                  <a:lnTo>
                    <a:pt x="7040" y="13128"/>
                  </a:lnTo>
                  <a:lnTo>
                    <a:pt x="7458" y="14092"/>
                  </a:lnTo>
                  <a:lnTo>
                    <a:pt x="5818" y="15538"/>
                  </a:lnTo>
                  <a:cubicBezTo>
                    <a:pt x="5754" y="15571"/>
                    <a:pt x="5754" y="15603"/>
                    <a:pt x="5754" y="15667"/>
                  </a:cubicBezTo>
                  <a:lnTo>
                    <a:pt x="5850" y="16760"/>
                  </a:lnTo>
                  <a:lnTo>
                    <a:pt x="5915" y="16856"/>
                  </a:lnTo>
                  <a:lnTo>
                    <a:pt x="6011" y="16888"/>
                  </a:lnTo>
                  <a:cubicBezTo>
                    <a:pt x="6108" y="16888"/>
                    <a:pt x="6172" y="16792"/>
                    <a:pt x="6140" y="16728"/>
                  </a:cubicBezTo>
                  <a:lnTo>
                    <a:pt x="6075" y="15699"/>
                  </a:lnTo>
                  <a:lnTo>
                    <a:pt x="7747" y="14253"/>
                  </a:lnTo>
                  <a:cubicBezTo>
                    <a:pt x="7811" y="14188"/>
                    <a:pt x="7811" y="14124"/>
                    <a:pt x="7779" y="14060"/>
                  </a:cubicBezTo>
                  <a:lnTo>
                    <a:pt x="7297" y="12999"/>
                  </a:lnTo>
                  <a:lnTo>
                    <a:pt x="7490" y="12935"/>
                  </a:lnTo>
                  <a:lnTo>
                    <a:pt x="9161" y="11006"/>
                  </a:lnTo>
                  <a:lnTo>
                    <a:pt x="9740" y="11392"/>
                  </a:lnTo>
                  <a:lnTo>
                    <a:pt x="9418" y="13031"/>
                  </a:lnTo>
                  <a:lnTo>
                    <a:pt x="9418" y="13128"/>
                  </a:lnTo>
                  <a:lnTo>
                    <a:pt x="9997" y="14381"/>
                  </a:lnTo>
                  <a:lnTo>
                    <a:pt x="10061" y="14445"/>
                  </a:lnTo>
                  <a:cubicBezTo>
                    <a:pt x="10083" y="14445"/>
                    <a:pt x="10118" y="14460"/>
                    <a:pt x="10159" y="14460"/>
                  </a:cubicBezTo>
                  <a:cubicBezTo>
                    <a:pt x="10179" y="14460"/>
                    <a:pt x="10201" y="14456"/>
                    <a:pt x="10222" y="14445"/>
                  </a:cubicBezTo>
                  <a:cubicBezTo>
                    <a:pt x="10286" y="14413"/>
                    <a:pt x="10318" y="14317"/>
                    <a:pt x="10286" y="14253"/>
                  </a:cubicBezTo>
                  <a:lnTo>
                    <a:pt x="9708" y="13031"/>
                  </a:lnTo>
                  <a:lnTo>
                    <a:pt x="10061" y="11360"/>
                  </a:lnTo>
                  <a:cubicBezTo>
                    <a:pt x="10061" y="11295"/>
                    <a:pt x="10029" y="11231"/>
                    <a:pt x="9997" y="11199"/>
                  </a:cubicBezTo>
                  <a:lnTo>
                    <a:pt x="9354" y="10781"/>
                  </a:lnTo>
                  <a:lnTo>
                    <a:pt x="11186" y="8627"/>
                  </a:lnTo>
                  <a:cubicBezTo>
                    <a:pt x="11186" y="8627"/>
                    <a:pt x="10993" y="8049"/>
                    <a:pt x="10543" y="7342"/>
                  </a:cubicBezTo>
                  <a:lnTo>
                    <a:pt x="11411" y="7309"/>
                  </a:lnTo>
                  <a:lnTo>
                    <a:pt x="11476" y="7277"/>
                  </a:lnTo>
                  <a:lnTo>
                    <a:pt x="12569" y="6667"/>
                  </a:lnTo>
                  <a:lnTo>
                    <a:pt x="13886" y="6859"/>
                  </a:lnTo>
                  <a:cubicBezTo>
                    <a:pt x="13983" y="6859"/>
                    <a:pt x="14047" y="6827"/>
                    <a:pt x="14047" y="6731"/>
                  </a:cubicBezTo>
                  <a:cubicBezTo>
                    <a:pt x="14079" y="6634"/>
                    <a:pt x="14015" y="6570"/>
                    <a:pt x="13919" y="6570"/>
                  </a:cubicBezTo>
                  <a:lnTo>
                    <a:pt x="12569" y="6377"/>
                  </a:lnTo>
                  <a:lnTo>
                    <a:pt x="12472" y="6377"/>
                  </a:lnTo>
                  <a:lnTo>
                    <a:pt x="11379" y="6988"/>
                  </a:lnTo>
                  <a:lnTo>
                    <a:pt x="10318" y="7052"/>
                  </a:lnTo>
                  <a:cubicBezTo>
                    <a:pt x="10286" y="6988"/>
                    <a:pt x="10222" y="6924"/>
                    <a:pt x="10190" y="6859"/>
                  </a:cubicBezTo>
                  <a:lnTo>
                    <a:pt x="10640" y="6152"/>
                  </a:lnTo>
                  <a:lnTo>
                    <a:pt x="10158" y="5799"/>
                  </a:lnTo>
                  <a:lnTo>
                    <a:pt x="10479" y="5316"/>
                  </a:lnTo>
                  <a:cubicBezTo>
                    <a:pt x="10995" y="5074"/>
                    <a:pt x="13226" y="4116"/>
                    <a:pt x="14584" y="4116"/>
                  </a:cubicBezTo>
                  <a:cubicBezTo>
                    <a:pt x="14665" y="4116"/>
                    <a:pt x="14744" y="4120"/>
                    <a:pt x="14819" y="4127"/>
                  </a:cubicBezTo>
                  <a:cubicBezTo>
                    <a:pt x="14836" y="4133"/>
                    <a:pt x="14852" y="4135"/>
                    <a:pt x="14867" y="4135"/>
                  </a:cubicBezTo>
                  <a:cubicBezTo>
                    <a:pt x="14937" y="4135"/>
                    <a:pt x="14985" y="4078"/>
                    <a:pt x="15012" y="3999"/>
                  </a:cubicBezTo>
                  <a:cubicBezTo>
                    <a:pt x="15012" y="3934"/>
                    <a:pt x="14947" y="3838"/>
                    <a:pt x="14851" y="3838"/>
                  </a:cubicBezTo>
                  <a:cubicBezTo>
                    <a:pt x="14752" y="3826"/>
                    <a:pt x="14647" y="3821"/>
                    <a:pt x="14538" y="3821"/>
                  </a:cubicBezTo>
                  <a:cubicBezTo>
                    <a:pt x="13132" y="3821"/>
                    <a:pt x="11012" y="4726"/>
                    <a:pt x="10415" y="4995"/>
                  </a:cubicBezTo>
                  <a:lnTo>
                    <a:pt x="9483" y="4384"/>
                  </a:lnTo>
                  <a:cubicBezTo>
                    <a:pt x="9547" y="3645"/>
                    <a:pt x="9740" y="1363"/>
                    <a:pt x="9322" y="109"/>
                  </a:cubicBezTo>
                  <a:cubicBezTo>
                    <a:pt x="9298" y="37"/>
                    <a:pt x="9256" y="1"/>
                    <a:pt x="91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4" name="Google Shape;2394;p37"/>
            <p:cNvSpPr/>
            <p:nvPr/>
          </p:nvSpPr>
          <p:spPr>
            <a:xfrm>
              <a:off x="4296150" y="2631275"/>
              <a:ext cx="172000" cy="180825"/>
            </a:xfrm>
            <a:custGeom>
              <a:rect b="b" l="l" r="r" t="t"/>
              <a:pathLst>
                <a:path extrusionOk="0" h="7233" w="6880">
                  <a:moveTo>
                    <a:pt x="2315" y="0"/>
                  </a:moveTo>
                  <a:lnTo>
                    <a:pt x="1" y="4726"/>
                  </a:lnTo>
                  <a:lnTo>
                    <a:pt x="1544" y="4951"/>
                  </a:lnTo>
                  <a:lnTo>
                    <a:pt x="1833" y="5786"/>
                  </a:lnTo>
                  <a:lnTo>
                    <a:pt x="2701" y="5690"/>
                  </a:lnTo>
                  <a:lnTo>
                    <a:pt x="3537" y="7233"/>
                  </a:lnTo>
                  <a:lnTo>
                    <a:pt x="6880" y="3022"/>
                  </a:lnTo>
                  <a:lnTo>
                    <a:pt x="3922" y="2765"/>
                  </a:lnTo>
                  <a:lnTo>
                    <a:pt x="231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5" name="Google Shape;2395;p37"/>
            <p:cNvSpPr/>
            <p:nvPr/>
          </p:nvSpPr>
          <p:spPr>
            <a:xfrm>
              <a:off x="4292950" y="2627250"/>
              <a:ext cx="179225" cy="188875"/>
            </a:xfrm>
            <a:custGeom>
              <a:rect b="b" l="l" r="r" t="t"/>
              <a:pathLst>
                <a:path extrusionOk="0" h="7555" w="7169">
                  <a:moveTo>
                    <a:pt x="2475" y="483"/>
                  </a:moveTo>
                  <a:lnTo>
                    <a:pt x="3922" y="2990"/>
                  </a:lnTo>
                  <a:cubicBezTo>
                    <a:pt x="3954" y="3022"/>
                    <a:pt x="3986" y="3054"/>
                    <a:pt x="4050" y="3054"/>
                  </a:cubicBezTo>
                  <a:lnTo>
                    <a:pt x="6686" y="3311"/>
                  </a:lnTo>
                  <a:lnTo>
                    <a:pt x="3665" y="7105"/>
                  </a:lnTo>
                  <a:lnTo>
                    <a:pt x="2958" y="5787"/>
                  </a:lnTo>
                  <a:lnTo>
                    <a:pt x="2925" y="5722"/>
                  </a:lnTo>
                  <a:lnTo>
                    <a:pt x="2829" y="5690"/>
                  </a:lnTo>
                  <a:lnTo>
                    <a:pt x="2090" y="5787"/>
                  </a:lnTo>
                  <a:lnTo>
                    <a:pt x="1833" y="5047"/>
                  </a:lnTo>
                  <a:cubicBezTo>
                    <a:pt x="1800" y="4983"/>
                    <a:pt x="1768" y="4951"/>
                    <a:pt x="1704" y="4951"/>
                  </a:cubicBezTo>
                  <a:lnTo>
                    <a:pt x="354" y="4758"/>
                  </a:lnTo>
                  <a:lnTo>
                    <a:pt x="2475" y="483"/>
                  </a:lnTo>
                  <a:close/>
                  <a:moveTo>
                    <a:pt x="2443" y="1"/>
                  </a:moveTo>
                  <a:cubicBezTo>
                    <a:pt x="2379" y="1"/>
                    <a:pt x="2347" y="33"/>
                    <a:pt x="2315" y="97"/>
                  </a:cubicBezTo>
                  <a:lnTo>
                    <a:pt x="0" y="4822"/>
                  </a:lnTo>
                  <a:lnTo>
                    <a:pt x="0" y="4951"/>
                  </a:lnTo>
                  <a:cubicBezTo>
                    <a:pt x="32" y="5015"/>
                    <a:pt x="65" y="5015"/>
                    <a:pt x="129" y="5047"/>
                  </a:cubicBezTo>
                  <a:lnTo>
                    <a:pt x="1575" y="5240"/>
                  </a:lnTo>
                  <a:lnTo>
                    <a:pt x="1833" y="6012"/>
                  </a:lnTo>
                  <a:cubicBezTo>
                    <a:pt x="1865" y="6076"/>
                    <a:pt x="1929" y="6108"/>
                    <a:pt x="1993" y="6108"/>
                  </a:cubicBezTo>
                  <a:lnTo>
                    <a:pt x="2765" y="6012"/>
                  </a:lnTo>
                  <a:lnTo>
                    <a:pt x="3504" y="7458"/>
                  </a:lnTo>
                  <a:lnTo>
                    <a:pt x="3568" y="7522"/>
                  </a:lnTo>
                  <a:lnTo>
                    <a:pt x="3633" y="7555"/>
                  </a:lnTo>
                  <a:cubicBezTo>
                    <a:pt x="3697" y="7555"/>
                    <a:pt x="3729" y="7522"/>
                    <a:pt x="3761" y="7490"/>
                  </a:cubicBezTo>
                  <a:lnTo>
                    <a:pt x="7104" y="3279"/>
                  </a:lnTo>
                  <a:cubicBezTo>
                    <a:pt x="7136" y="3247"/>
                    <a:pt x="7168" y="3183"/>
                    <a:pt x="7136" y="3151"/>
                  </a:cubicBezTo>
                  <a:cubicBezTo>
                    <a:pt x="7104" y="3086"/>
                    <a:pt x="7072" y="3054"/>
                    <a:pt x="7008" y="3054"/>
                  </a:cubicBezTo>
                  <a:lnTo>
                    <a:pt x="4147" y="2765"/>
                  </a:lnTo>
                  <a:lnTo>
                    <a:pt x="2572" y="97"/>
                  </a:lnTo>
                  <a:cubicBezTo>
                    <a:pt x="2540" y="33"/>
                    <a:pt x="2508" y="1"/>
                    <a:pt x="244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6" name="Google Shape;2396;p37"/>
            <p:cNvSpPr/>
            <p:nvPr/>
          </p:nvSpPr>
          <p:spPr>
            <a:xfrm>
              <a:off x="4361250" y="2640925"/>
              <a:ext cx="91625" cy="61900"/>
            </a:xfrm>
            <a:custGeom>
              <a:rect b="b" l="l" r="r" t="t"/>
              <a:pathLst>
                <a:path extrusionOk="0" h="2476" w="3665">
                  <a:moveTo>
                    <a:pt x="1" y="0"/>
                  </a:moveTo>
                  <a:lnTo>
                    <a:pt x="1318" y="2379"/>
                  </a:lnTo>
                  <a:lnTo>
                    <a:pt x="3665" y="2475"/>
                  </a:lnTo>
                  <a:lnTo>
                    <a:pt x="3665" y="2475"/>
                  </a:lnTo>
                  <a:lnTo>
                    <a:pt x="2636" y="32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7" name="Google Shape;2397;p37"/>
            <p:cNvSpPr/>
            <p:nvPr/>
          </p:nvSpPr>
          <p:spPr>
            <a:xfrm>
              <a:off x="4357225" y="2636900"/>
              <a:ext cx="99675" cy="69925"/>
            </a:xfrm>
            <a:custGeom>
              <a:rect b="b" l="l" r="r" t="t"/>
              <a:pathLst>
                <a:path extrusionOk="0" h="2797" w="3987">
                  <a:moveTo>
                    <a:pt x="451" y="354"/>
                  </a:moveTo>
                  <a:lnTo>
                    <a:pt x="2701" y="611"/>
                  </a:lnTo>
                  <a:lnTo>
                    <a:pt x="3601" y="2475"/>
                  </a:lnTo>
                  <a:lnTo>
                    <a:pt x="1576" y="2379"/>
                  </a:lnTo>
                  <a:lnTo>
                    <a:pt x="451" y="354"/>
                  </a:lnTo>
                  <a:close/>
                  <a:moveTo>
                    <a:pt x="194" y="0"/>
                  </a:moveTo>
                  <a:cubicBezTo>
                    <a:pt x="129" y="0"/>
                    <a:pt x="65" y="32"/>
                    <a:pt x="33" y="97"/>
                  </a:cubicBezTo>
                  <a:cubicBezTo>
                    <a:pt x="1" y="129"/>
                    <a:pt x="1" y="193"/>
                    <a:pt x="33" y="257"/>
                  </a:cubicBezTo>
                  <a:lnTo>
                    <a:pt x="1351" y="2604"/>
                  </a:lnTo>
                  <a:lnTo>
                    <a:pt x="1415" y="2636"/>
                  </a:lnTo>
                  <a:lnTo>
                    <a:pt x="1479" y="2668"/>
                  </a:lnTo>
                  <a:lnTo>
                    <a:pt x="3826" y="2797"/>
                  </a:lnTo>
                  <a:cubicBezTo>
                    <a:pt x="3890" y="2797"/>
                    <a:pt x="3922" y="2765"/>
                    <a:pt x="3955" y="2733"/>
                  </a:cubicBezTo>
                  <a:cubicBezTo>
                    <a:pt x="3987" y="2668"/>
                    <a:pt x="3987" y="2636"/>
                    <a:pt x="3987" y="2572"/>
                  </a:cubicBezTo>
                  <a:lnTo>
                    <a:pt x="2926" y="418"/>
                  </a:lnTo>
                  <a:cubicBezTo>
                    <a:pt x="2926" y="354"/>
                    <a:pt x="2862" y="322"/>
                    <a:pt x="2830" y="322"/>
                  </a:cubicBezTo>
                  <a:lnTo>
                    <a:pt x="19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8" name="Google Shape;2398;p37"/>
            <p:cNvSpPr/>
            <p:nvPr/>
          </p:nvSpPr>
          <p:spPr>
            <a:xfrm>
              <a:off x="2287950" y="3382125"/>
              <a:ext cx="340750" cy="434500"/>
            </a:xfrm>
            <a:custGeom>
              <a:rect b="b" l="l" r="r" t="t"/>
              <a:pathLst>
                <a:path extrusionOk="0" h="17380" w="13630">
                  <a:moveTo>
                    <a:pt x="6787" y="0"/>
                  </a:moveTo>
                  <a:cubicBezTo>
                    <a:pt x="6740" y="0"/>
                    <a:pt x="6692" y="16"/>
                    <a:pt x="6654" y="54"/>
                  </a:cubicBezTo>
                  <a:cubicBezTo>
                    <a:pt x="5818" y="1179"/>
                    <a:pt x="5529" y="3782"/>
                    <a:pt x="5465" y="4490"/>
                  </a:cubicBezTo>
                  <a:lnTo>
                    <a:pt x="4436" y="5004"/>
                  </a:lnTo>
                  <a:cubicBezTo>
                    <a:pt x="3857" y="4586"/>
                    <a:pt x="1961" y="3300"/>
                    <a:pt x="643" y="3011"/>
                  </a:cubicBezTo>
                  <a:cubicBezTo>
                    <a:pt x="631" y="3005"/>
                    <a:pt x="618" y="3002"/>
                    <a:pt x="605" y="3002"/>
                  </a:cubicBezTo>
                  <a:cubicBezTo>
                    <a:pt x="547" y="3002"/>
                    <a:pt x="482" y="3055"/>
                    <a:pt x="482" y="3107"/>
                  </a:cubicBezTo>
                  <a:cubicBezTo>
                    <a:pt x="450" y="3204"/>
                    <a:pt x="514" y="3300"/>
                    <a:pt x="579" y="3300"/>
                  </a:cubicBezTo>
                  <a:cubicBezTo>
                    <a:pt x="1897" y="3589"/>
                    <a:pt x="3890" y="4972"/>
                    <a:pt x="4340" y="5293"/>
                  </a:cubicBezTo>
                  <a:lnTo>
                    <a:pt x="4629" y="5872"/>
                  </a:lnTo>
                  <a:lnTo>
                    <a:pt x="4115" y="6129"/>
                  </a:lnTo>
                  <a:lnTo>
                    <a:pt x="4404" y="6740"/>
                  </a:lnTo>
                  <a:cubicBezTo>
                    <a:pt x="4211" y="6933"/>
                    <a:pt x="4018" y="7158"/>
                    <a:pt x="3890" y="7350"/>
                  </a:cubicBezTo>
                  <a:lnTo>
                    <a:pt x="2604" y="7093"/>
                  </a:lnTo>
                  <a:lnTo>
                    <a:pt x="1607" y="6322"/>
                  </a:lnTo>
                  <a:lnTo>
                    <a:pt x="1511" y="6290"/>
                  </a:lnTo>
                  <a:lnTo>
                    <a:pt x="161" y="6257"/>
                  </a:lnTo>
                  <a:cubicBezTo>
                    <a:pt x="64" y="6257"/>
                    <a:pt x="0" y="6322"/>
                    <a:pt x="0" y="6418"/>
                  </a:cubicBezTo>
                  <a:cubicBezTo>
                    <a:pt x="0" y="6515"/>
                    <a:pt x="64" y="6579"/>
                    <a:pt x="129" y="6579"/>
                  </a:cubicBezTo>
                  <a:lnTo>
                    <a:pt x="1479" y="6579"/>
                  </a:lnTo>
                  <a:lnTo>
                    <a:pt x="2443" y="7350"/>
                  </a:lnTo>
                  <a:lnTo>
                    <a:pt x="2507" y="7383"/>
                  </a:lnTo>
                  <a:lnTo>
                    <a:pt x="3697" y="7640"/>
                  </a:lnTo>
                  <a:cubicBezTo>
                    <a:pt x="3375" y="8122"/>
                    <a:pt x="3279" y="8540"/>
                    <a:pt x="3279" y="8540"/>
                  </a:cubicBezTo>
                  <a:cubicBezTo>
                    <a:pt x="3279" y="8540"/>
                    <a:pt x="3954" y="9633"/>
                    <a:pt x="4757" y="10790"/>
                  </a:cubicBezTo>
                  <a:lnTo>
                    <a:pt x="4243" y="11015"/>
                  </a:lnTo>
                  <a:cubicBezTo>
                    <a:pt x="4179" y="11047"/>
                    <a:pt x="4147" y="11111"/>
                    <a:pt x="4147" y="11176"/>
                  </a:cubicBezTo>
                  <a:lnTo>
                    <a:pt x="4243" y="12879"/>
                  </a:lnTo>
                  <a:lnTo>
                    <a:pt x="3472" y="13972"/>
                  </a:lnTo>
                  <a:cubicBezTo>
                    <a:pt x="3439" y="14036"/>
                    <a:pt x="3472" y="14133"/>
                    <a:pt x="3536" y="14197"/>
                  </a:cubicBezTo>
                  <a:lnTo>
                    <a:pt x="3665" y="14197"/>
                  </a:lnTo>
                  <a:lnTo>
                    <a:pt x="3729" y="14165"/>
                  </a:lnTo>
                  <a:lnTo>
                    <a:pt x="4500" y="13008"/>
                  </a:lnTo>
                  <a:lnTo>
                    <a:pt x="4532" y="12911"/>
                  </a:lnTo>
                  <a:lnTo>
                    <a:pt x="4468" y="11272"/>
                  </a:lnTo>
                  <a:lnTo>
                    <a:pt x="4918" y="11047"/>
                  </a:lnTo>
                  <a:cubicBezTo>
                    <a:pt x="5497" y="11915"/>
                    <a:pt x="6107" y="12783"/>
                    <a:pt x="6461" y="13169"/>
                  </a:cubicBezTo>
                  <a:lnTo>
                    <a:pt x="5690" y="14326"/>
                  </a:lnTo>
                  <a:cubicBezTo>
                    <a:pt x="5657" y="14390"/>
                    <a:pt x="5657" y="14454"/>
                    <a:pt x="5722" y="14519"/>
                  </a:cubicBezTo>
                  <a:lnTo>
                    <a:pt x="7136" y="16222"/>
                  </a:lnTo>
                  <a:lnTo>
                    <a:pt x="6911" y="17187"/>
                  </a:lnTo>
                  <a:cubicBezTo>
                    <a:pt x="6879" y="17283"/>
                    <a:pt x="6943" y="17347"/>
                    <a:pt x="7040" y="17379"/>
                  </a:cubicBezTo>
                  <a:lnTo>
                    <a:pt x="7136" y="17379"/>
                  </a:lnTo>
                  <a:lnTo>
                    <a:pt x="7200" y="17283"/>
                  </a:lnTo>
                  <a:lnTo>
                    <a:pt x="7458" y="16190"/>
                  </a:lnTo>
                  <a:lnTo>
                    <a:pt x="7425" y="16062"/>
                  </a:lnTo>
                  <a:lnTo>
                    <a:pt x="6011" y="14390"/>
                  </a:lnTo>
                  <a:lnTo>
                    <a:pt x="6654" y="13394"/>
                  </a:lnTo>
                  <a:cubicBezTo>
                    <a:pt x="7104" y="13811"/>
                    <a:pt x="7940" y="14326"/>
                    <a:pt x="8711" y="14744"/>
                  </a:cubicBezTo>
                  <a:cubicBezTo>
                    <a:pt x="8897" y="14849"/>
                    <a:pt x="9095" y="14897"/>
                    <a:pt x="9289" y="14897"/>
                  </a:cubicBezTo>
                  <a:cubicBezTo>
                    <a:pt x="9868" y="14897"/>
                    <a:pt x="10415" y="14469"/>
                    <a:pt x="10511" y="13844"/>
                  </a:cubicBezTo>
                  <a:lnTo>
                    <a:pt x="10833" y="11465"/>
                  </a:lnTo>
                  <a:lnTo>
                    <a:pt x="11861" y="11561"/>
                  </a:lnTo>
                  <a:lnTo>
                    <a:pt x="12311" y="13715"/>
                  </a:lnTo>
                  <a:lnTo>
                    <a:pt x="12376" y="13844"/>
                  </a:lnTo>
                  <a:lnTo>
                    <a:pt x="13372" y="14294"/>
                  </a:lnTo>
                  <a:lnTo>
                    <a:pt x="13501" y="14294"/>
                  </a:lnTo>
                  <a:lnTo>
                    <a:pt x="13597" y="14229"/>
                  </a:lnTo>
                  <a:cubicBezTo>
                    <a:pt x="13629" y="14133"/>
                    <a:pt x="13597" y="14069"/>
                    <a:pt x="13501" y="14004"/>
                  </a:cubicBezTo>
                  <a:lnTo>
                    <a:pt x="12601" y="13586"/>
                  </a:lnTo>
                  <a:lnTo>
                    <a:pt x="12151" y="11401"/>
                  </a:lnTo>
                  <a:cubicBezTo>
                    <a:pt x="12151" y="11336"/>
                    <a:pt x="12086" y="11272"/>
                    <a:pt x="12022" y="11272"/>
                  </a:cubicBezTo>
                  <a:lnTo>
                    <a:pt x="10865" y="11176"/>
                  </a:lnTo>
                  <a:lnTo>
                    <a:pt x="10897" y="10983"/>
                  </a:lnTo>
                  <a:lnTo>
                    <a:pt x="10029" y="8572"/>
                  </a:lnTo>
                  <a:lnTo>
                    <a:pt x="10672" y="8283"/>
                  </a:lnTo>
                  <a:lnTo>
                    <a:pt x="11926" y="9375"/>
                  </a:lnTo>
                  <a:lnTo>
                    <a:pt x="12022" y="9408"/>
                  </a:lnTo>
                  <a:lnTo>
                    <a:pt x="13372" y="9504"/>
                  </a:lnTo>
                  <a:lnTo>
                    <a:pt x="13469" y="9504"/>
                  </a:lnTo>
                  <a:cubicBezTo>
                    <a:pt x="13501" y="9472"/>
                    <a:pt x="13533" y="9408"/>
                    <a:pt x="13533" y="9375"/>
                  </a:cubicBezTo>
                  <a:cubicBezTo>
                    <a:pt x="13565" y="9279"/>
                    <a:pt x="13501" y="9215"/>
                    <a:pt x="13404" y="9215"/>
                  </a:cubicBezTo>
                  <a:lnTo>
                    <a:pt x="12086" y="9086"/>
                  </a:lnTo>
                  <a:lnTo>
                    <a:pt x="10801" y="7961"/>
                  </a:lnTo>
                  <a:cubicBezTo>
                    <a:pt x="10768" y="7945"/>
                    <a:pt x="10736" y="7937"/>
                    <a:pt x="10708" y="7937"/>
                  </a:cubicBezTo>
                  <a:cubicBezTo>
                    <a:pt x="10680" y="7937"/>
                    <a:pt x="10656" y="7945"/>
                    <a:pt x="10640" y="7961"/>
                  </a:cubicBezTo>
                  <a:lnTo>
                    <a:pt x="9933" y="8283"/>
                  </a:lnTo>
                  <a:lnTo>
                    <a:pt x="9000" y="5615"/>
                  </a:lnTo>
                  <a:cubicBezTo>
                    <a:pt x="9000" y="5615"/>
                    <a:pt x="8552" y="5544"/>
                    <a:pt x="7897" y="5544"/>
                  </a:cubicBezTo>
                  <a:cubicBezTo>
                    <a:pt x="7788" y="5544"/>
                    <a:pt x="7673" y="5546"/>
                    <a:pt x="7554" y="5550"/>
                  </a:cubicBezTo>
                  <a:lnTo>
                    <a:pt x="7940" y="4747"/>
                  </a:lnTo>
                  <a:lnTo>
                    <a:pt x="7972" y="4682"/>
                  </a:lnTo>
                  <a:lnTo>
                    <a:pt x="7972" y="3461"/>
                  </a:lnTo>
                  <a:lnTo>
                    <a:pt x="8808" y="2400"/>
                  </a:lnTo>
                  <a:cubicBezTo>
                    <a:pt x="8840" y="2336"/>
                    <a:pt x="8840" y="2239"/>
                    <a:pt x="8775" y="2175"/>
                  </a:cubicBezTo>
                  <a:cubicBezTo>
                    <a:pt x="8749" y="2162"/>
                    <a:pt x="8717" y="2154"/>
                    <a:pt x="8684" y="2154"/>
                  </a:cubicBezTo>
                  <a:cubicBezTo>
                    <a:pt x="8637" y="2154"/>
                    <a:pt x="8588" y="2170"/>
                    <a:pt x="8550" y="2207"/>
                  </a:cubicBezTo>
                  <a:lnTo>
                    <a:pt x="7715" y="3300"/>
                  </a:lnTo>
                  <a:lnTo>
                    <a:pt x="7683" y="3397"/>
                  </a:lnTo>
                  <a:lnTo>
                    <a:pt x="7650" y="4650"/>
                  </a:lnTo>
                  <a:lnTo>
                    <a:pt x="7200" y="5582"/>
                  </a:lnTo>
                  <a:cubicBezTo>
                    <a:pt x="7104" y="5582"/>
                    <a:pt x="7008" y="5615"/>
                    <a:pt x="6943" y="5615"/>
                  </a:cubicBezTo>
                  <a:lnTo>
                    <a:pt x="6558" y="4875"/>
                  </a:lnTo>
                  <a:lnTo>
                    <a:pt x="6011" y="5132"/>
                  </a:lnTo>
                  <a:lnTo>
                    <a:pt x="5754" y="4586"/>
                  </a:lnTo>
                  <a:cubicBezTo>
                    <a:pt x="5818" y="4007"/>
                    <a:pt x="6107" y="1307"/>
                    <a:pt x="6911" y="246"/>
                  </a:cubicBezTo>
                  <a:cubicBezTo>
                    <a:pt x="6943" y="182"/>
                    <a:pt x="6943" y="86"/>
                    <a:pt x="6879" y="21"/>
                  </a:cubicBezTo>
                  <a:cubicBezTo>
                    <a:pt x="6852" y="8"/>
                    <a:pt x="6820" y="0"/>
                    <a:pt x="678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9" name="Google Shape;2399;p37"/>
            <p:cNvSpPr/>
            <p:nvPr/>
          </p:nvSpPr>
          <p:spPr>
            <a:xfrm>
              <a:off x="2381150" y="3534525"/>
              <a:ext cx="172000" cy="169600"/>
            </a:xfrm>
            <a:custGeom>
              <a:rect b="b" l="l" r="r" t="t"/>
              <a:pathLst>
                <a:path extrusionOk="0" h="6784" w="6880">
                  <a:moveTo>
                    <a:pt x="4887" y="1"/>
                  </a:moveTo>
                  <a:lnTo>
                    <a:pt x="3183" y="2412"/>
                  </a:lnTo>
                  <a:lnTo>
                    <a:pt x="1" y="2444"/>
                  </a:lnTo>
                  <a:lnTo>
                    <a:pt x="2958" y="6783"/>
                  </a:lnTo>
                  <a:lnTo>
                    <a:pt x="3890" y="5562"/>
                  </a:lnTo>
                  <a:lnTo>
                    <a:pt x="4790" y="5722"/>
                  </a:lnTo>
                  <a:lnTo>
                    <a:pt x="5144" y="4919"/>
                  </a:lnTo>
                  <a:lnTo>
                    <a:pt x="6880" y="4983"/>
                  </a:lnTo>
                  <a:lnTo>
                    <a:pt x="488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0" name="Google Shape;2400;p37"/>
            <p:cNvSpPr/>
            <p:nvPr/>
          </p:nvSpPr>
          <p:spPr>
            <a:xfrm>
              <a:off x="2377150" y="3530525"/>
              <a:ext cx="179225" cy="177600"/>
            </a:xfrm>
            <a:custGeom>
              <a:rect b="b" l="l" r="r" t="t"/>
              <a:pathLst>
                <a:path extrusionOk="0" h="7104" w="7169">
                  <a:moveTo>
                    <a:pt x="5015" y="482"/>
                  </a:moveTo>
                  <a:lnTo>
                    <a:pt x="6815" y="4982"/>
                  </a:lnTo>
                  <a:lnTo>
                    <a:pt x="5304" y="4950"/>
                  </a:lnTo>
                  <a:lnTo>
                    <a:pt x="5240" y="4950"/>
                  </a:lnTo>
                  <a:lnTo>
                    <a:pt x="5143" y="5015"/>
                  </a:lnTo>
                  <a:lnTo>
                    <a:pt x="4854" y="5722"/>
                  </a:lnTo>
                  <a:lnTo>
                    <a:pt x="4082" y="5561"/>
                  </a:lnTo>
                  <a:cubicBezTo>
                    <a:pt x="4018" y="5561"/>
                    <a:pt x="3986" y="5593"/>
                    <a:pt x="3922" y="5625"/>
                  </a:cubicBezTo>
                  <a:lnTo>
                    <a:pt x="3118" y="6686"/>
                  </a:lnTo>
                  <a:lnTo>
                    <a:pt x="450" y="2764"/>
                  </a:lnTo>
                  <a:lnTo>
                    <a:pt x="3343" y="2700"/>
                  </a:lnTo>
                  <a:cubicBezTo>
                    <a:pt x="3407" y="2700"/>
                    <a:pt x="3440" y="2700"/>
                    <a:pt x="3472" y="2636"/>
                  </a:cubicBezTo>
                  <a:lnTo>
                    <a:pt x="5015" y="482"/>
                  </a:lnTo>
                  <a:close/>
                  <a:moveTo>
                    <a:pt x="5079" y="0"/>
                  </a:moveTo>
                  <a:cubicBezTo>
                    <a:pt x="5015" y="0"/>
                    <a:pt x="4950" y="32"/>
                    <a:pt x="4918" y="64"/>
                  </a:cubicBezTo>
                  <a:lnTo>
                    <a:pt x="3279" y="2411"/>
                  </a:lnTo>
                  <a:lnTo>
                    <a:pt x="161" y="2443"/>
                  </a:lnTo>
                  <a:cubicBezTo>
                    <a:pt x="97" y="2443"/>
                    <a:pt x="64" y="2475"/>
                    <a:pt x="32" y="2539"/>
                  </a:cubicBezTo>
                  <a:cubicBezTo>
                    <a:pt x="0" y="2572"/>
                    <a:pt x="0" y="2636"/>
                    <a:pt x="32" y="2700"/>
                  </a:cubicBezTo>
                  <a:lnTo>
                    <a:pt x="2990" y="7040"/>
                  </a:lnTo>
                  <a:cubicBezTo>
                    <a:pt x="3022" y="7072"/>
                    <a:pt x="3054" y="7104"/>
                    <a:pt x="3118" y="7104"/>
                  </a:cubicBezTo>
                  <a:cubicBezTo>
                    <a:pt x="3150" y="7104"/>
                    <a:pt x="3215" y="7072"/>
                    <a:pt x="3247" y="7040"/>
                  </a:cubicBezTo>
                  <a:lnTo>
                    <a:pt x="4115" y="5882"/>
                  </a:lnTo>
                  <a:lnTo>
                    <a:pt x="4918" y="6043"/>
                  </a:lnTo>
                  <a:cubicBezTo>
                    <a:pt x="4982" y="6043"/>
                    <a:pt x="5079" y="6011"/>
                    <a:pt x="5079" y="5947"/>
                  </a:cubicBezTo>
                  <a:lnTo>
                    <a:pt x="5400" y="5240"/>
                  </a:lnTo>
                  <a:lnTo>
                    <a:pt x="7008" y="5304"/>
                  </a:lnTo>
                  <a:lnTo>
                    <a:pt x="7104" y="5272"/>
                  </a:lnTo>
                  <a:lnTo>
                    <a:pt x="7168" y="5240"/>
                  </a:lnTo>
                  <a:lnTo>
                    <a:pt x="7168" y="5079"/>
                  </a:lnTo>
                  <a:lnTo>
                    <a:pt x="5207" y="96"/>
                  </a:lnTo>
                  <a:cubicBezTo>
                    <a:pt x="5175" y="64"/>
                    <a:pt x="5111" y="32"/>
                    <a:pt x="50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1" name="Google Shape;2401;p37"/>
            <p:cNvSpPr/>
            <p:nvPr/>
          </p:nvSpPr>
          <p:spPr>
            <a:xfrm>
              <a:off x="2393200" y="3540950"/>
              <a:ext cx="99675" cy="53875"/>
            </a:xfrm>
            <a:custGeom>
              <a:rect b="b" l="l" r="r" t="t"/>
              <a:pathLst>
                <a:path extrusionOk="0" h="2155" w="3987">
                  <a:moveTo>
                    <a:pt x="1576" y="1"/>
                  </a:moveTo>
                  <a:lnTo>
                    <a:pt x="1" y="2122"/>
                  </a:lnTo>
                  <a:lnTo>
                    <a:pt x="2701" y="2155"/>
                  </a:lnTo>
                  <a:lnTo>
                    <a:pt x="3987" y="162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2" name="Google Shape;2402;p37"/>
            <p:cNvSpPr/>
            <p:nvPr/>
          </p:nvSpPr>
          <p:spPr>
            <a:xfrm>
              <a:off x="2389200" y="3536950"/>
              <a:ext cx="106900" cy="61100"/>
            </a:xfrm>
            <a:custGeom>
              <a:rect b="b" l="l" r="r" t="t"/>
              <a:pathLst>
                <a:path extrusionOk="0" h="2444" w="4276">
                  <a:moveTo>
                    <a:pt x="1832" y="322"/>
                  </a:moveTo>
                  <a:lnTo>
                    <a:pt x="3858" y="450"/>
                  </a:lnTo>
                  <a:lnTo>
                    <a:pt x="2797" y="2154"/>
                  </a:lnTo>
                  <a:lnTo>
                    <a:pt x="450" y="2122"/>
                  </a:lnTo>
                  <a:lnTo>
                    <a:pt x="1832" y="322"/>
                  </a:lnTo>
                  <a:close/>
                  <a:moveTo>
                    <a:pt x="1768" y="0"/>
                  </a:moveTo>
                  <a:cubicBezTo>
                    <a:pt x="1704" y="0"/>
                    <a:pt x="1640" y="32"/>
                    <a:pt x="1607" y="64"/>
                  </a:cubicBezTo>
                  <a:lnTo>
                    <a:pt x="32" y="2186"/>
                  </a:lnTo>
                  <a:cubicBezTo>
                    <a:pt x="0" y="2250"/>
                    <a:pt x="0" y="2315"/>
                    <a:pt x="32" y="2347"/>
                  </a:cubicBezTo>
                  <a:cubicBezTo>
                    <a:pt x="65" y="2411"/>
                    <a:pt x="97" y="2443"/>
                    <a:pt x="161" y="2443"/>
                  </a:cubicBezTo>
                  <a:lnTo>
                    <a:pt x="2925" y="2443"/>
                  </a:lnTo>
                  <a:lnTo>
                    <a:pt x="2990" y="2379"/>
                  </a:lnTo>
                  <a:lnTo>
                    <a:pt x="4275" y="418"/>
                  </a:lnTo>
                  <a:lnTo>
                    <a:pt x="4275" y="257"/>
                  </a:lnTo>
                  <a:cubicBezTo>
                    <a:pt x="4243" y="225"/>
                    <a:pt x="4211" y="193"/>
                    <a:pt x="4147" y="161"/>
                  </a:cubicBezTo>
                  <a:lnTo>
                    <a:pt x="1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142400" lIns="142400" spcFirstLastPara="1" rIns="142400" wrap="square" tIns="1424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6" name="Shape 2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7" name="Google Shape;2407;p38"/>
          <p:cNvSpPr txBox="1"/>
          <p:nvPr>
            <p:ph type="title"/>
          </p:nvPr>
        </p:nvSpPr>
        <p:spPr>
          <a:xfrm>
            <a:off x="1807671" y="338325"/>
            <a:ext cx="5528700" cy="61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a custom Logger?</a:t>
            </a:r>
            <a:endParaRPr/>
          </a:p>
        </p:txBody>
      </p:sp>
      <p:sp>
        <p:nvSpPr>
          <p:cNvPr id="2408" name="Google Shape;2408;p38"/>
          <p:cNvSpPr/>
          <p:nvPr/>
        </p:nvSpPr>
        <p:spPr>
          <a:xfrm>
            <a:off x="4665800" y="1135707"/>
            <a:ext cx="2676000" cy="3222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9" name="Google Shape;2409;p38"/>
          <p:cNvSpPr/>
          <p:nvPr/>
        </p:nvSpPr>
        <p:spPr>
          <a:xfrm>
            <a:off x="4850900" y="1329357"/>
            <a:ext cx="2305800" cy="2835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0" name="Google Shape;2410;p38"/>
          <p:cNvSpPr/>
          <p:nvPr/>
        </p:nvSpPr>
        <p:spPr>
          <a:xfrm>
            <a:off x="1802225" y="1135707"/>
            <a:ext cx="2676000" cy="3222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1" name="Google Shape;2411;p38"/>
          <p:cNvSpPr/>
          <p:nvPr/>
        </p:nvSpPr>
        <p:spPr>
          <a:xfrm>
            <a:off x="1987325" y="1329357"/>
            <a:ext cx="2305800" cy="2835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2" name="Google Shape;2412;p38"/>
          <p:cNvSpPr txBox="1"/>
          <p:nvPr>
            <p:ph idx="1" type="subTitle"/>
          </p:nvPr>
        </p:nvSpPr>
        <p:spPr>
          <a:xfrm>
            <a:off x="4961450" y="1781457"/>
            <a:ext cx="2084700" cy="21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Dedicate a low-priority logger thread that does the blocking printf() work.</a:t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real-time threads call </a:t>
            </a:r>
            <a:r>
              <a:rPr lang="en" sz="1200">
                <a:solidFill>
                  <a:srgbClr val="D5A6BD"/>
                </a:solidFill>
              </a:rPr>
              <a:t>pthread_mutex_trylock(); </a:t>
            </a:r>
            <a:endParaRPr sz="1200">
              <a:solidFill>
                <a:srgbClr val="D5A6BD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if contended, the log message is dropped (never block the producer).</a:t>
            </a:r>
            <a:endParaRPr sz="1200"/>
          </a:p>
        </p:txBody>
      </p:sp>
      <p:sp>
        <p:nvSpPr>
          <p:cNvPr id="2413" name="Google Shape;2413;p38"/>
          <p:cNvSpPr txBox="1"/>
          <p:nvPr>
            <p:ph idx="2" type="subTitle"/>
          </p:nvPr>
        </p:nvSpPr>
        <p:spPr>
          <a:xfrm>
            <a:off x="2097875" y="1781456"/>
            <a:ext cx="2084700" cy="21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The </a:t>
            </a:r>
            <a:r>
              <a:rPr lang="en" sz="1200">
                <a:solidFill>
                  <a:srgbClr val="D5A6BD"/>
                </a:solidFill>
              </a:rPr>
              <a:t>printf()</a:t>
            </a:r>
            <a:r>
              <a:rPr lang="en" sz="1200"/>
              <a:t> sys-call is thread-safe by using internal locking</a:t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 if a lower-priority thread holds this lock, a higher-priority thread can block behind it, adding unbounded latency</a:t>
            </a:r>
            <a:endParaRPr/>
          </a:p>
        </p:txBody>
      </p:sp>
      <p:sp>
        <p:nvSpPr>
          <p:cNvPr id="2414" name="Google Shape;2414;p38"/>
          <p:cNvSpPr txBox="1"/>
          <p:nvPr>
            <p:ph idx="3" type="subTitle"/>
          </p:nvPr>
        </p:nvSpPr>
        <p:spPr>
          <a:xfrm>
            <a:off x="4961448" y="1484292"/>
            <a:ext cx="2084700" cy="28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Solution</a:t>
            </a:r>
            <a:endParaRPr sz="1800"/>
          </a:p>
        </p:txBody>
      </p:sp>
      <p:sp>
        <p:nvSpPr>
          <p:cNvPr id="2415" name="Google Shape;2415;p38"/>
          <p:cNvSpPr txBox="1"/>
          <p:nvPr>
            <p:ph idx="4" type="subTitle"/>
          </p:nvPr>
        </p:nvSpPr>
        <p:spPr>
          <a:xfrm>
            <a:off x="2097876" y="1470654"/>
            <a:ext cx="20847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Problem</a:t>
            </a:r>
            <a:endParaRPr sz="1800"/>
          </a:p>
        </p:txBody>
      </p:sp>
      <p:sp>
        <p:nvSpPr>
          <p:cNvPr id="2416" name="Google Shape;2416;p38"/>
          <p:cNvSpPr/>
          <p:nvPr/>
        </p:nvSpPr>
        <p:spPr>
          <a:xfrm rot="5400000">
            <a:off x="3054343" y="2682250"/>
            <a:ext cx="171771" cy="129198"/>
          </a:xfrm>
          <a:custGeom>
            <a:rect b="b" l="l" r="r" t="t"/>
            <a:pathLst>
              <a:path extrusionOk="0" h="2122" w="2821">
                <a:moveTo>
                  <a:pt x="1761" y="1"/>
                </a:moveTo>
                <a:lnTo>
                  <a:pt x="1400" y="361"/>
                </a:lnTo>
                <a:lnTo>
                  <a:pt x="1847" y="808"/>
                </a:lnTo>
                <a:lnTo>
                  <a:pt x="1" y="808"/>
                </a:lnTo>
                <a:lnTo>
                  <a:pt x="1" y="1321"/>
                </a:lnTo>
                <a:lnTo>
                  <a:pt x="1847" y="1321"/>
                </a:lnTo>
                <a:lnTo>
                  <a:pt x="1400" y="1768"/>
                </a:lnTo>
                <a:lnTo>
                  <a:pt x="1761" y="2121"/>
                </a:lnTo>
                <a:lnTo>
                  <a:pt x="2821" y="1061"/>
                </a:lnTo>
                <a:lnTo>
                  <a:pt x="1761" y="1"/>
                </a:ln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7" name="Google Shape;2417;p38"/>
          <p:cNvSpPr/>
          <p:nvPr/>
        </p:nvSpPr>
        <p:spPr>
          <a:xfrm rot="5400000">
            <a:off x="5917918" y="2682250"/>
            <a:ext cx="171771" cy="129198"/>
          </a:xfrm>
          <a:custGeom>
            <a:rect b="b" l="l" r="r" t="t"/>
            <a:pathLst>
              <a:path extrusionOk="0" h="2122" w="2821">
                <a:moveTo>
                  <a:pt x="1761" y="1"/>
                </a:moveTo>
                <a:lnTo>
                  <a:pt x="1400" y="361"/>
                </a:lnTo>
                <a:lnTo>
                  <a:pt x="1847" y="808"/>
                </a:lnTo>
                <a:lnTo>
                  <a:pt x="1" y="808"/>
                </a:lnTo>
                <a:lnTo>
                  <a:pt x="1" y="1321"/>
                </a:lnTo>
                <a:lnTo>
                  <a:pt x="1847" y="1321"/>
                </a:lnTo>
                <a:lnTo>
                  <a:pt x="1400" y="1768"/>
                </a:lnTo>
                <a:lnTo>
                  <a:pt x="1761" y="2121"/>
                </a:lnTo>
                <a:lnTo>
                  <a:pt x="2821" y="1061"/>
                </a:lnTo>
                <a:lnTo>
                  <a:pt x="1761" y="1"/>
                </a:ln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1" name="Shape 2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2" name="Google Shape;2422;p39"/>
          <p:cNvSpPr txBox="1"/>
          <p:nvPr>
            <p:ph type="title"/>
          </p:nvPr>
        </p:nvSpPr>
        <p:spPr>
          <a:xfrm>
            <a:off x="2619753" y="1620745"/>
            <a:ext cx="3904500" cy="190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0"/>
              <a:t>DEMO</a:t>
            </a:r>
            <a:endParaRPr sz="10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